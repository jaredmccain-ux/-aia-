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81D1CD-6377-48D2-B7AC-B9C63B624558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7C2B7D-2A0F-4EF2-B89A-098257C5D8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4560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7C2B7D-2A0F-4EF2-B89A-098257C5D807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55524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DD50E1-EC06-3C1E-2CC5-7C5AACF824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797C3B5-499D-6D16-4620-E1AA15AB82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4DAD16-F26A-2EB2-1EE9-5C82412D2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18D6-A9B9-4688-859A-D937DE574E2E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5E24D9-BBE8-312E-CFF5-E101D423E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D6892E-F1DE-A26F-4111-059153D2C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EEBEF-8B27-4F46-9384-83235DCFB3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5341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8286DE-0AB9-FE48-08C1-823EBAF2E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5A62AB-E246-BF06-FF41-37C13E468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24DC5E-F949-F04F-E621-5D67360EC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18D6-A9B9-4688-859A-D937DE574E2E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F031BD-DC9B-D4FB-564E-C58BE9EB0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975A5E-ECCF-DA09-C96C-5BA9469EB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EEBEF-8B27-4F46-9384-83235DCFB3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4244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09CDC7-D374-5C18-F4CD-228F8844A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A0CBB1-0356-2A18-9BD5-1F71CB3DE9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D71370-7AFF-3E50-1DBE-09E7E329D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18D6-A9B9-4688-859A-D937DE574E2E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534BD8-112C-A3B5-4458-1E9F2F616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F06BB7-0D4A-515E-0849-D7188AFF4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EEBEF-8B27-4F46-9384-83235DCFB3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0438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BAF62E-DDA5-D16A-3627-63905A640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20CFED-1F08-092C-03D2-37C2B23CA0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509AC69-FAC2-25BF-A16A-0378003D95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682B159-5B3F-4C09-9678-C94A8129C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18D6-A9B9-4688-859A-D937DE574E2E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8A0DE03-41F9-CAD1-602A-56988A509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48E36C0-ED3D-709E-BC77-F0A21732B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EEBEF-8B27-4F46-9384-83235DCFB3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2861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3E223C-141A-3213-0844-173F6368F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F1F39B-D309-BC4C-269A-EBF885FAF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CE3204F-B86D-7DA3-8418-B974EA5633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A7AF325-0302-E1E9-4766-4E8911890C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96A4B2C-0A3F-0F26-1C25-69FEAEC647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47F1082-7701-587D-74A8-80506FF08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18D6-A9B9-4688-859A-D937DE574E2E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05BF343-FD55-600D-33FA-19CA523E1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CD63D6F-67AB-454B-13B5-F7DE48362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EEBEF-8B27-4F46-9384-83235DCFB3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2706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E46D73-1DB2-F19E-F1E9-0EB40B68D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2DE5E42-51F8-E438-8FB5-B197D2F8F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18D6-A9B9-4688-859A-D937DE574E2E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BD098D5-3A00-A8A0-4A92-6DA2186E8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1484A0A-01A0-F734-74A6-64942E582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EEBEF-8B27-4F46-9384-83235DCFB3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2668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E015512-046E-FAEA-3680-21F244C4F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18D6-A9B9-4688-859A-D937DE574E2E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A9BBE69-C33B-2A0C-E9DB-D9B2DC985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372306-2E08-A750-8F4C-4D0405155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EEBEF-8B27-4F46-9384-83235DCFB3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9308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AA9CB0-06B3-B6DB-24EA-9736CDEB2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047104-E312-D0E9-8A60-961FAB66D0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75B8E5C-B117-9353-7406-8D2039F2B6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B17BA4-183B-13B0-16F6-838B574C0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18D6-A9B9-4688-859A-D937DE574E2E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BC096B-4968-438D-5640-7D8FEB21B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4EA06DE-FE91-B196-D802-7F0060293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EEBEF-8B27-4F46-9384-83235DCFB3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4941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4E5F69-AA79-74D0-443F-D039E2F5A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C1FC297-533E-AFF4-78A9-4BDEDF4798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2698CB1-23B3-80D9-887C-CFB9D66260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5DB22F1-13E5-ED8A-8094-94DE5165E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18D6-A9B9-4688-859A-D937DE574E2E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5BD919-39CB-4C47-8704-2D252EC1F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C02CB7-16CD-F204-EF08-5C1E2701C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EEBEF-8B27-4F46-9384-83235DCFB3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0347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9E42E0-6D84-D8A3-FFA7-FDFD4A154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FC9527D-52AB-AEE7-BC96-D703F03B2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C0C1F9-427A-8DD3-D22F-BBED758F6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18D6-A9B9-4688-859A-D937DE574E2E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761397-BCC1-E018-3D85-0BD8D5BF1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05FD9C-CCE2-B5DE-9853-251A86973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EEBEF-8B27-4F46-9384-83235DCFB3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0632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A5E78BE-43D1-E9B6-9C49-2D5C500BD3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7C837E3-804C-D483-92F9-726257D25B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E4C527-A75A-3A79-1F28-F0CCE1687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F18D6-A9B9-4688-859A-D937DE574E2E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9DDE52-54A3-272B-6868-13E20F344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AEEABC-BB13-D9F8-F73B-76B62DC4D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EEBEF-8B27-4F46-9384-83235DCFB3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6972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249E146-E151-530E-1CB9-9562953A6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E24223-E114-78D2-EF9D-A5AEAEFB5F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C55C5C-19A7-CE61-FEF0-49D7D5FE9F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5F18D6-A9B9-4688-859A-D937DE574E2E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C4F0FE-349E-0A4C-E88E-471D8A16E6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9210CE-4DDC-976E-C0DB-15085D9EAE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9EEBEF-8B27-4F46-9384-83235DCFB3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5968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A966476-4A4C-090B-8435-4E3EBC723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001" y="1257188"/>
            <a:ext cx="7721997" cy="4343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389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146C5E2-BF91-67B3-8D3E-10D07BB24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5218" y="1542953"/>
            <a:ext cx="7061563" cy="377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242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AB2936F-BF01-5C63-3349-407AE79A8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613" y="1377844"/>
            <a:ext cx="7264773" cy="4102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67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2BD06F1-58FE-D422-7379-FB9EF90DA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132" y="1330217"/>
            <a:ext cx="7499735" cy="4197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34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10C6761-6DCB-444A-412E-A46425B57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8540" y="1301640"/>
            <a:ext cx="7194920" cy="4254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290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89DE093-EA47-FFAB-0B38-2944F3D54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342" y="1431822"/>
            <a:ext cx="7093315" cy="3994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853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19758CB-722B-16A7-6A3B-2E2569EAC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5901428" cy="338143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2D6EE6E-7A69-50B2-73D8-6A5E8E51E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1429" y="0"/>
            <a:ext cx="4983546" cy="396150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399FB4C-53A7-D06E-5A74-29B3B46463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36" y="3789263"/>
            <a:ext cx="5290441" cy="259326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F88B3C0-5B59-F753-8A7F-AE25688CE3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4224322"/>
            <a:ext cx="5794548" cy="1865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240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9F4B9A9-7742-413F-6CF6-597BAC045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788" y="1314341"/>
            <a:ext cx="7258423" cy="422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07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7371F21-7F76-3587-4559-6EFB6C206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5059" y="0"/>
            <a:ext cx="61418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825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017311E-8849-86F7-92C9-96334C0D9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604154" cy="314209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887C375-4EB1-C06F-DAF2-83B9A6A9B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0" y="3142099"/>
            <a:ext cx="4620355" cy="359582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3496B99-5866-0CBE-C2E7-5EAAC1BE2F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7474" y="4424710"/>
            <a:ext cx="6054717" cy="2203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186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85E2052-695B-8C97-E052-A9D17EBC4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87" y="0"/>
            <a:ext cx="4866362" cy="280005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4CF7F69-2385-0DB3-8A14-179332C52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9520" y="0"/>
            <a:ext cx="6176866" cy="317104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BC8A2E6-20E1-007D-3749-4D347A7A93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56" y="2800056"/>
            <a:ext cx="4313930" cy="389876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319E2FE-10FE-FFA0-1316-119DB308C9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9520" y="3131349"/>
            <a:ext cx="4485374" cy="3567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8912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3C9A1D2-6F23-3D90-46ED-FC7E1B2B8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97256" cy="278203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5DECA52-C130-86ED-1A76-228A7401D6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09" y="2782030"/>
            <a:ext cx="4509628" cy="387102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105F828-4543-91E0-3B5C-AC77B6288D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5923" y="3308314"/>
            <a:ext cx="6631718" cy="334474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5A546F6-9A64-EDE6-6790-6E61C89BF8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2417" y="0"/>
            <a:ext cx="5589322" cy="3166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710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FB6D7B6-B3C9-B444-6C02-8C883F2B4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2735" y="1254013"/>
            <a:ext cx="6426530" cy="4349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5797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D7B515F-E826-9C53-4959-59A3CB5D1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4486" y="1441348"/>
            <a:ext cx="6363027" cy="3975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403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03E2EA1-E80B-EB92-51D7-FBD74F407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471" y="1339742"/>
            <a:ext cx="6001058" cy="4178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0553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05E4D60-1376-625E-93F8-2532F305D9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9378" y="1476274"/>
            <a:ext cx="6693244" cy="3905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7695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A0899B6-C497-402A-9C08-5FD973EB6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537" y="1498501"/>
            <a:ext cx="6324925" cy="3860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7683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8790E52-D7C6-B810-4103-35D6E80A0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5232523" cy="311755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2524739-7BF7-D376-3FA0-C60E786CAE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3096" y="0"/>
            <a:ext cx="5687674" cy="348615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9DFB5DD-BD4D-2634-BC9A-26A2DEE76F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86" y="3209607"/>
            <a:ext cx="5411810" cy="374044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1FED166-B118-BC18-091A-713A5BF7DEAE}"/>
              </a:ext>
            </a:extLst>
          </p:cNvPr>
          <p:cNvSpPr txBox="1"/>
          <p:nvPr/>
        </p:nvSpPr>
        <p:spPr>
          <a:xfrm>
            <a:off x="6143050" y="4394030"/>
            <a:ext cx="51304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搜索算法</a:t>
            </a:r>
            <a:r>
              <a:rPr lang="en-US" altLang="zh-CN" dirty="0"/>
              <a:t>SSDA</a:t>
            </a:r>
            <a:r>
              <a:rPr lang="zh-CN" altLang="en-US" dirty="0"/>
              <a:t>就是模版匹配，算误差，如果匹配到领域内的像素的误差和大于某个阈值就直接停止</a:t>
            </a:r>
          </a:p>
        </p:txBody>
      </p:sp>
    </p:spTree>
    <p:extLst>
      <p:ext uri="{BB962C8B-B14F-4D97-AF65-F5344CB8AC3E}">
        <p14:creationId xmlns:p14="http://schemas.microsoft.com/office/powerpoint/2010/main" val="30149950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120415A-16FE-CF0B-20C4-35E85DCBA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7338" y="0"/>
            <a:ext cx="59173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5452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9EEDE8C-8BEF-4B5D-5884-49255F40D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986" y="1406421"/>
            <a:ext cx="7360028" cy="404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211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DAD3533-7048-ADD0-92B0-9B21EAD40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342" y="1311166"/>
            <a:ext cx="7093315" cy="4235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129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28</Words>
  <Application>Microsoft Office PowerPoint</Application>
  <PresentationFormat>宽屏</PresentationFormat>
  <Paragraphs>2</Paragraphs>
  <Slides>21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5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1546230753@qq.com</dc:creator>
  <cp:lastModifiedBy>1546230753@qq.com</cp:lastModifiedBy>
  <cp:revision>4</cp:revision>
  <dcterms:created xsi:type="dcterms:W3CDTF">2026-05-15T14:57:03Z</dcterms:created>
  <dcterms:modified xsi:type="dcterms:W3CDTF">2026-05-16T01:58:51Z</dcterms:modified>
</cp:coreProperties>
</file>