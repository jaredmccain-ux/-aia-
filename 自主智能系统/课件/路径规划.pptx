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73A98-ED34-4A6B-9D51-42AC4FFC0D0F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CBEA5-3CA6-46E8-B705-2B2C76444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493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1CBEA5-3CA6-46E8-B705-2B2C76444DD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284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864D9-8CFC-3FCF-2112-9A7B96ACC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877BB6-0607-138C-EC25-17806EBA8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2A8E3F-D48C-6E75-CD20-59D56245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8EBB29-7485-5E4C-A7B7-5D757C06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12A120-CB5E-3FB6-CD19-EE95EDDC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08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4AA47-231F-23A3-0FC6-A825D745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9EB050-C3BA-D04A-FF8E-446F5612E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4EAAFA-0A21-3B18-B1A6-20281E18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7A48F-C90A-D86A-8EAA-4DC4D554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79DA1C-C8FE-9D2F-4AEA-42047FEA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71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6064F-711B-2315-0CA1-B509344DF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182FD2-9083-2464-0132-CB158E331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59071-2883-EC66-DCB0-F0714AD99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3BB754-A9DA-5676-9F65-A7A8F37AA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D94ACD-0C98-A3A0-9206-14848458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733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CBCB2-5278-B70B-8144-6233559C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DAEB0F-045E-9788-EA84-9396AF17C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8B23D8-D011-8F0B-99E2-8114B0587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C57635-A57E-C09C-E34D-13A0F8848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7707D5-DC29-B64E-B5D8-D53B136DB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6531D4-D705-D4F8-36A2-90414E51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660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E2ABF-BACE-AADC-F9B5-1929F9A56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E5A045-4A3C-694B-D948-8755B7FF0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7B0822-2620-91DE-5F42-84DFF02EA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D404F1-E3C7-4BB4-737E-4F422F1A7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941A73-2826-EA16-3730-CCCD63DD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87ED6C-3520-DA7E-A52C-84BF9109D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BB9601-A3A6-9107-9FDD-491F51C9D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AEE8BE-2E31-6344-E784-696223C6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20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E69C0-34E6-4F10-6BF2-7AEB6DC6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EF97CC-1134-786A-5DE2-DA69DD11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014031-6169-BA39-23B1-75920A14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B693D2-8F2F-35DE-AD3F-972D1E6F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15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A63B8A-10A9-E35F-E845-B9738426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49CEC5-B7AB-EDC5-2E5A-32969B14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8B1EBD-45F9-6B77-22D3-5BA0DDDD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10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AE3D25-C1FE-26E3-1411-50A5F296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1E7DA4-E49F-27BF-1DBB-848CCCED9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E7B8D8-2F02-A2DE-40B2-3A2168622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8A6D14-A9ED-0F26-4637-3AF15BCA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EBA66B-36A8-0E55-34CF-D8DDEAB34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40B966-46F7-DC8F-4CBC-ADE93228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84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ACFAB-EC03-764C-5F9F-78259239F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2947FC-E102-3309-3D2B-B4DFF77AF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8A9A54-3A42-5B04-981C-091CD5882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5A0C39-755D-91F0-D342-F4CBA5B81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2DC70F-FD65-4A47-2059-6EE259465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12AD6C-00A4-4199-1BA0-AFB27A4A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13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65651-E9F3-D7B0-2816-16DC159E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477249-9576-5D06-CB2C-3E32CE867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FF26BA-E9DF-106D-CF3A-93AA5D65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4D575D-54BF-F115-4F52-F77786FA0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EC4689-906C-658C-A2F1-78D2DBB4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23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A0CD0F-D30A-34E7-1055-22C6CCC11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10CC9F-C74D-5FA6-2F1E-DB02A55BF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61014-55AA-4046-36EC-36787786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A35138-D11F-BA19-E62A-BD3392A3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9EB5C5-C842-AF20-8CB4-ADC887B7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2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A03FEC-86AE-8B38-13D1-17411C529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B5B65D-021B-5BC7-7198-870C74210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EF777E-1402-B44F-2EBE-3357FFBE6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BA87E-A754-438D-B8DA-44399CF7980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37FCF-5EF8-7CDC-CB09-589EE2C0F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CCB742-5B34-C8D7-5FB0-0D2350619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6F32E-E425-45FC-A550-BF54646D7A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10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70CB5B-241A-421C-C0FF-F500EF301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486" y="1708061"/>
            <a:ext cx="6363027" cy="344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82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5E0EE9-EA8C-8D61-100C-BEC13E0C0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356" y="1647733"/>
            <a:ext cx="6585288" cy="35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8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3BE1BC4-ADD4-2963-AEA1-684908224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837" y="1714412"/>
            <a:ext cx="6350326" cy="34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74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E68700-A65F-1AFE-88BA-4CA2878CD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400" y="1463574"/>
            <a:ext cx="6801200" cy="39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4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B0F39F4-26BC-0064-E57A-8D1C65F82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90" y="1625507"/>
            <a:ext cx="6236020" cy="36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6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AD5E99-AD70-C0AB-A7AF-2C281519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03" y="128350"/>
            <a:ext cx="7410831" cy="63312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0CFAC6-CAA5-69C0-0DA0-417314D9D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492" y="2101782"/>
            <a:ext cx="2660787" cy="132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1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2F5C31C-382A-00CF-D63C-5DBFB02E7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810" y="1187335"/>
            <a:ext cx="7366379" cy="44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39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784151B-C222-7BFC-8BE1-1BF2236C8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28" y="141149"/>
            <a:ext cx="4670190" cy="28061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6F23833-CCA9-74C9-2757-E06C7A3CC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774" y="28844"/>
            <a:ext cx="6454226" cy="33114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4F10F6-1F52-FE8D-F8A0-1F607057B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70" y="2971502"/>
            <a:ext cx="4302106" cy="38864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02FA63B-164E-5E2B-E26D-2E30AF2C6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026" y="3971727"/>
            <a:ext cx="6807550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97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B8D3104-CD3F-BB09-9751-29064377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23" y="1158758"/>
            <a:ext cx="6883754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56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898F91-2620-BB36-14F2-0E02252EB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56" y="1279414"/>
            <a:ext cx="7531487" cy="429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9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860613-2AD4-68A8-BE4B-947069342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369" y="1866819"/>
            <a:ext cx="6077262" cy="31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94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F45FD8-33D9-8ADA-D621-19A656E7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892" y="0"/>
            <a:ext cx="6086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07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F666942-9A86-5CA2-9B16-58F8DB99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18892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2D044A-C57A-FEB4-6CAC-8DF66046C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892" y="52860"/>
            <a:ext cx="5390861" cy="32550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A5211F-AFD6-7391-26E4-E78B47E49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769" y="3307896"/>
            <a:ext cx="4802757" cy="353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2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80A1E6-80A2-0C83-3BCC-E4573C7B7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540" y="1454048"/>
            <a:ext cx="7194920" cy="394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50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DD97B7A-C532-EE5B-A51C-CA1F41959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915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2CF0F3-C4B6-AF22-CCA3-7513A5602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530" y="0"/>
            <a:ext cx="5715522" cy="4375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BDC5E9-7B66-546F-DA6B-F4C575800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395" y="4230541"/>
            <a:ext cx="5274268" cy="141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24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1A0D302-87E3-A89E-10B8-37C4786FB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74" y="0"/>
            <a:ext cx="5813026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653FC36-111D-8C41-1244-5A6F49BC4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860" y="1294062"/>
            <a:ext cx="5855001" cy="397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7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4A85EC-AFDF-2D85-4DB3-C622FD053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958"/>
            <a:ext cx="520812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BD6A92-6221-EED3-F7C9-F18F658EF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890" y="0"/>
            <a:ext cx="4264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66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77DDDDF-9DC5-7E15-2B6A-917E93FB9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979828" cy="39705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A83A523-8398-1EB8-450F-3BB4090FF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692" y="1"/>
            <a:ext cx="4160975" cy="39153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80BA5B0-D14C-15CA-B38A-B26E81D66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995" y="4066823"/>
            <a:ext cx="5538965" cy="279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3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932FEF-C325-3602-21CF-78F91A4C4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08" y="0"/>
            <a:ext cx="5571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3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086AD8A-A5EC-9518-8762-DE0902DA4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34" y="0"/>
            <a:ext cx="48729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18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459751-1AE8-7C57-ADD2-1509449AD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193" y="1266714"/>
            <a:ext cx="6083613" cy="432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09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6E211D-C4EF-2938-655B-54DD65D07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646" y="1396895"/>
            <a:ext cx="5994708" cy="406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62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39F121-64E3-90F5-296D-DF93220FA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757" y="1698536"/>
            <a:ext cx="6534486" cy="346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06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A50735-8335-757B-76BB-29AC6877D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178" y="1450873"/>
            <a:ext cx="5721644" cy="395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77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A9F332C-4C9C-A213-F172-A0D247F95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51811" cy="59405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0F81F74-6E20-26C0-3597-363099EAD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811" y="0"/>
            <a:ext cx="5053166" cy="4078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677100-E732-0E48-7EB4-79A37D955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329" y="4110738"/>
            <a:ext cx="4707225" cy="274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90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DD9C241-01AC-6F2B-32BD-61A83E1ED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961" y="1542953"/>
            <a:ext cx="6382078" cy="377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06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16B9E5-EC08-B7AD-880F-50A789AE9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663" y="0"/>
            <a:ext cx="51686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25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40586D-B912-794B-6918-9A2C65E9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127" y="1635033"/>
            <a:ext cx="5759746" cy="358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12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16B54AE-33B2-2D46-2B90-79CBA0E4C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623" y="1939848"/>
            <a:ext cx="5886753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316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EBB386-646F-768A-504E-440FC5EC1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382" y="0"/>
            <a:ext cx="5387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998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197656B-C984-227C-5162-F7D4E049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7036" cy="37525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14A0D65-0046-8CE1-5580-405368FEFB9B}"/>
              </a:ext>
            </a:extLst>
          </p:cNvPr>
          <p:cNvSpPr txBox="1"/>
          <p:nvPr/>
        </p:nvSpPr>
        <p:spPr>
          <a:xfrm>
            <a:off x="5216376" y="128875"/>
            <a:ext cx="295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第一问：运动学：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851660-3BF7-3937-C8AE-8686C410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69" y="613691"/>
            <a:ext cx="5749177" cy="594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343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59EBB39-7F7A-A7C2-0DF1-7265E812B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9" y="35288"/>
            <a:ext cx="5431100" cy="45780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F53CF9-18CA-A4D8-40D3-A4DD2EB9B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77" y="4688628"/>
            <a:ext cx="4332718" cy="213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813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F882B0-B079-31BB-451E-133BB06D8308}"/>
              </a:ext>
            </a:extLst>
          </p:cNvPr>
          <p:cNvSpPr txBox="1"/>
          <p:nvPr/>
        </p:nvSpPr>
        <p:spPr>
          <a:xfrm>
            <a:off x="337530" y="177970"/>
            <a:ext cx="15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动力学方程：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D7DA63-F2A5-1C14-AA6F-C777B90A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03" y="608997"/>
            <a:ext cx="5202858" cy="31843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887C315-3707-612E-5E45-C22E0EB1C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6" y="3855081"/>
            <a:ext cx="5617269" cy="29213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EBC6E25-6FDB-BC9D-CD1D-351F9BBF7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678" y="83358"/>
            <a:ext cx="6297218" cy="340777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3878A6F-0954-5BD7-6A1C-EFC56D6E8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928" y="4042776"/>
            <a:ext cx="6160718" cy="239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006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342D50-0521-509B-4E1B-44A32D255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62"/>
            <a:ext cx="5423770" cy="43323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DA6EB5B-4E09-1D4A-3C9F-CD0C328FD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715" y="176245"/>
            <a:ext cx="6442956" cy="32527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B27338-28FD-CEF3-1248-FC9FC98AA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289" y="3858482"/>
            <a:ext cx="5890918" cy="282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61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2F91C9-0A25-A876-341A-87285E498929}"/>
              </a:ext>
            </a:extLst>
          </p:cNvPr>
          <p:cNvSpPr txBox="1"/>
          <p:nvPr/>
        </p:nvSpPr>
        <p:spPr>
          <a:xfrm>
            <a:off x="227066" y="257750"/>
            <a:ext cx="209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3DDA5F-9983-8058-2807-AC13692DA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" y="627083"/>
            <a:ext cx="4616209" cy="287095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BDB0ACD-B4ED-0C83-4DB6-F84A50CC5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931" y="62203"/>
            <a:ext cx="5237046" cy="41108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DBC61A-64CE-F159-63C4-D18FD59AD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8" y="3866895"/>
            <a:ext cx="5002541" cy="285541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6E03B41-473D-05BF-4675-0B9072D36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931" y="4139931"/>
            <a:ext cx="4777604" cy="258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6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20335F-5DAC-9C84-6423-0D644BA09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132" y="1526067"/>
            <a:ext cx="6159817" cy="49596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F30D503-50B3-513E-1FDD-D2B2B70396E5}"/>
              </a:ext>
            </a:extLst>
          </p:cNvPr>
          <p:cNvSpPr txBox="1"/>
          <p:nvPr/>
        </p:nvSpPr>
        <p:spPr>
          <a:xfrm>
            <a:off x="760977" y="472542"/>
            <a:ext cx="3369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第三问：</a:t>
            </a:r>
          </a:p>
        </p:txBody>
      </p:sp>
    </p:spTree>
    <p:extLst>
      <p:ext uri="{BB962C8B-B14F-4D97-AF65-F5344CB8AC3E}">
        <p14:creationId xmlns:p14="http://schemas.microsoft.com/office/powerpoint/2010/main" val="576747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45DD18-DBA2-B5C6-55C0-B034A808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683" y="1947562"/>
            <a:ext cx="5499383" cy="379749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109C26A-A8AC-98AF-B64F-DDDA2CC2C2C9}"/>
              </a:ext>
            </a:extLst>
          </p:cNvPr>
          <p:cNvSpPr txBox="1"/>
          <p:nvPr/>
        </p:nvSpPr>
        <p:spPr>
          <a:xfrm>
            <a:off x="2988677" y="540048"/>
            <a:ext cx="4142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第四问</a:t>
            </a:r>
          </a:p>
        </p:txBody>
      </p:sp>
    </p:spTree>
    <p:extLst>
      <p:ext uri="{BB962C8B-B14F-4D97-AF65-F5344CB8AC3E}">
        <p14:creationId xmlns:p14="http://schemas.microsoft.com/office/powerpoint/2010/main" val="3594488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15</Words>
  <Application>Microsoft Office PowerPoint</Application>
  <PresentationFormat>宽屏</PresentationFormat>
  <Paragraphs>6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1546230753@qq.com</dc:creator>
  <cp:lastModifiedBy>1546230753@qq.com</cp:lastModifiedBy>
  <cp:revision>3</cp:revision>
  <dcterms:created xsi:type="dcterms:W3CDTF">2026-05-16T07:02:18Z</dcterms:created>
  <dcterms:modified xsi:type="dcterms:W3CDTF">2026-05-17T05:20:56Z</dcterms:modified>
</cp:coreProperties>
</file>