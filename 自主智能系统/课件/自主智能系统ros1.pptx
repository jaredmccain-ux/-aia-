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1"/>
  </p:notesMasterIdLst>
  <p:handoutMasterIdLst>
    <p:handoutMasterId r:id="rId12"/>
  </p:handoutMasterIdLst>
  <p:sldIdLst>
    <p:sldId id="738" r:id="rId2"/>
    <p:sldId id="745" r:id="rId3"/>
    <p:sldId id="744" r:id="rId4"/>
    <p:sldId id="768" r:id="rId5"/>
    <p:sldId id="749" r:id="rId6"/>
    <p:sldId id="748" r:id="rId7"/>
    <p:sldId id="755" r:id="rId8"/>
    <p:sldId id="754" r:id="rId9"/>
    <p:sldId id="765" r:id="rId10"/>
  </p:sldIdLst>
  <p:sldSz cx="12192000" cy="6858000"/>
  <p:notesSz cx="10234613" cy="7104063"/>
  <p:defaultTex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5B9BD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610" autoAdjust="0"/>
    <p:restoredTop sz="83136" autoAdjust="0"/>
  </p:normalViewPr>
  <p:slideViewPr>
    <p:cSldViewPr snapToGrid="0" showGuides="1">
      <p:cViewPr varScale="1">
        <p:scale>
          <a:sx n="90" d="100"/>
          <a:sy n="90" d="100"/>
        </p:scale>
        <p:origin x="640" y="64"/>
      </p:cViewPr>
      <p:guideLst>
        <p:guide orient="horz" pos="2160"/>
        <p:guide pos="3840"/>
      </p:guideLst>
    </p:cSldViewPr>
  </p:slideViewPr>
  <p:notesTextViewPr>
    <p:cViewPr>
      <p:scale>
        <a:sx n="125" d="100"/>
        <a:sy n="125" d="100"/>
      </p:scale>
      <p:origin x="0" y="0"/>
    </p:cViewPr>
  </p:notesTextViewPr>
  <p:notesViewPr>
    <p:cSldViewPr snapToGrid="0">
      <p:cViewPr varScale="1">
        <p:scale>
          <a:sx n="88" d="100"/>
          <a:sy n="88" d="100"/>
        </p:scale>
        <p:origin x="2964" y="10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handoutMaster" Target="handoutMasters/handout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1"/>
            <a:ext cx="4434999" cy="356437"/>
          </a:xfrm>
          <a:prstGeom prst="rect">
            <a:avLst/>
          </a:prstGeom>
        </p:spPr>
        <p:txBody>
          <a:bodyPr vert="horz" lIns="99066" tIns="49533" rIns="99066" bIns="49533" rtlCol="0"/>
          <a:lstStyle>
            <a:lvl1pPr algn="l">
              <a:defRPr sz="1300"/>
            </a:lvl1pPr>
          </a:lstStyle>
          <a:p>
            <a:endParaRPr lang="ko-KR" altLang="en-US"/>
          </a:p>
        </p:txBody>
      </p:sp>
      <p:sp>
        <p:nvSpPr>
          <p:cNvPr id="3" name="Date Placeholder 2"/>
          <p:cNvSpPr>
            <a:spLocks noGrp="1"/>
          </p:cNvSpPr>
          <p:nvPr>
            <p:ph type="dt" sz="quarter" idx="1"/>
          </p:nvPr>
        </p:nvSpPr>
        <p:spPr>
          <a:xfrm>
            <a:off x="5797247" y="1"/>
            <a:ext cx="4434999" cy="356437"/>
          </a:xfrm>
          <a:prstGeom prst="rect">
            <a:avLst/>
          </a:prstGeom>
        </p:spPr>
        <p:txBody>
          <a:bodyPr vert="horz" lIns="99066" tIns="49533" rIns="99066" bIns="49533" rtlCol="0"/>
          <a:lstStyle>
            <a:lvl1pPr algn="r">
              <a:defRPr sz="1300"/>
            </a:lvl1pPr>
          </a:lstStyle>
          <a:p>
            <a:fld id="{E83172E3-F20B-44BE-828C-3C09110EA160}" type="datetimeFigureOut">
              <a:rPr lang="ko-KR" altLang="en-US" smtClean="0"/>
              <a:t>2026-05-17</a:t>
            </a:fld>
            <a:endParaRPr lang="ko-KR" altLang="en-US"/>
          </a:p>
        </p:txBody>
      </p:sp>
      <p:sp>
        <p:nvSpPr>
          <p:cNvPr id="4" name="Footer Placeholder 3"/>
          <p:cNvSpPr>
            <a:spLocks noGrp="1"/>
          </p:cNvSpPr>
          <p:nvPr>
            <p:ph type="ftr" sz="quarter" idx="2"/>
          </p:nvPr>
        </p:nvSpPr>
        <p:spPr>
          <a:xfrm>
            <a:off x="1" y="6747627"/>
            <a:ext cx="4434999" cy="356436"/>
          </a:xfrm>
          <a:prstGeom prst="rect">
            <a:avLst/>
          </a:prstGeom>
        </p:spPr>
        <p:txBody>
          <a:bodyPr vert="horz" lIns="99066" tIns="49533" rIns="99066" bIns="49533" rtlCol="0" anchor="b"/>
          <a:lstStyle>
            <a:lvl1pPr algn="l">
              <a:defRPr sz="1300"/>
            </a:lvl1pPr>
          </a:lstStyle>
          <a:p>
            <a:endParaRPr lang="ko-KR" altLang="en-US"/>
          </a:p>
        </p:txBody>
      </p:sp>
      <p:sp>
        <p:nvSpPr>
          <p:cNvPr id="5" name="Slide Number Placeholder 4"/>
          <p:cNvSpPr>
            <a:spLocks noGrp="1"/>
          </p:cNvSpPr>
          <p:nvPr>
            <p:ph type="sldNum" sz="quarter" idx="3"/>
          </p:nvPr>
        </p:nvSpPr>
        <p:spPr>
          <a:xfrm>
            <a:off x="5797247" y="6747627"/>
            <a:ext cx="4434999" cy="356436"/>
          </a:xfrm>
          <a:prstGeom prst="rect">
            <a:avLst/>
          </a:prstGeom>
        </p:spPr>
        <p:txBody>
          <a:bodyPr vert="horz" lIns="99066" tIns="49533" rIns="99066" bIns="49533" rtlCol="0" anchor="b"/>
          <a:lstStyle>
            <a:lvl1pPr algn="r">
              <a:defRPr sz="1300"/>
            </a:lvl1pPr>
          </a:lstStyle>
          <a:p>
            <a:fld id="{BCE22387-8F54-493C-9BD5-26C4F5303C3D}" type="slidenum">
              <a:rPr lang="ko-KR" altLang="en-US" smtClean="0"/>
              <a:t>‹#›</a:t>
            </a:fld>
            <a:endParaRPr lang="ko-KR"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1"/>
            <a:ext cx="4434999" cy="356437"/>
          </a:xfrm>
          <a:prstGeom prst="rect">
            <a:avLst/>
          </a:prstGeom>
        </p:spPr>
        <p:txBody>
          <a:bodyPr vert="horz" lIns="99066" tIns="49533" rIns="99066" bIns="49533" rtlCol="0"/>
          <a:lstStyle>
            <a:lvl1pPr algn="l">
              <a:defRPr sz="1300"/>
            </a:lvl1pPr>
          </a:lstStyle>
          <a:p>
            <a:endParaRPr lang="ko-KR" altLang="en-US"/>
          </a:p>
        </p:txBody>
      </p:sp>
      <p:sp>
        <p:nvSpPr>
          <p:cNvPr id="3" name="Date Placeholder 2"/>
          <p:cNvSpPr>
            <a:spLocks noGrp="1"/>
          </p:cNvSpPr>
          <p:nvPr>
            <p:ph type="dt" idx="1"/>
          </p:nvPr>
        </p:nvSpPr>
        <p:spPr>
          <a:xfrm>
            <a:off x="5797247" y="1"/>
            <a:ext cx="4434999" cy="356437"/>
          </a:xfrm>
          <a:prstGeom prst="rect">
            <a:avLst/>
          </a:prstGeom>
        </p:spPr>
        <p:txBody>
          <a:bodyPr vert="horz" lIns="99066" tIns="49533" rIns="99066" bIns="49533" rtlCol="0"/>
          <a:lstStyle>
            <a:lvl1pPr algn="r">
              <a:defRPr sz="1300"/>
            </a:lvl1pPr>
          </a:lstStyle>
          <a:p>
            <a:fld id="{083826F6-A5A6-4DAF-A128-D06AF7315F1C}" type="datetimeFigureOut">
              <a:rPr lang="ko-KR" altLang="en-US" smtClean="0"/>
              <a:t>2026-05-17</a:t>
            </a:fld>
            <a:endParaRPr lang="ko-KR" altLang="en-US"/>
          </a:p>
        </p:txBody>
      </p:sp>
      <p:sp>
        <p:nvSpPr>
          <p:cNvPr id="4" name="Slide Image Placeholder 3"/>
          <p:cNvSpPr>
            <a:spLocks noGrp="1" noRot="1" noChangeAspect="1"/>
          </p:cNvSpPr>
          <p:nvPr>
            <p:ph type="sldImg" idx="2"/>
          </p:nvPr>
        </p:nvSpPr>
        <p:spPr>
          <a:xfrm>
            <a:off x="2986088" y="887413"/>
            <a:ext cx="4262437" cy="2397125"/>
          </a:xfrm>
          <a:prstGeom prst="rect">
            <a:avLst/>
          </a:prstGeom>
          <a:noFill/>
          <a:ln w="12700">
            <a:solidFill>
              <a:prstClr val="black"/>
            </a:solidFill>
          </a:ln>
        </p:spPr>
        <p:txBody>
          <a:bodyPr vert="horz" lIns="99066" tIns="49533" rIns="99066" bIns="49533" rtlCol="0" anchor="ctr"/>
          <a:lstStyle/>
          <a:p>
            <a:endParaRPr lang="ko-KR" altLang="en-US"/>
          </a:p>
        </p:txBody>
      </p:sp>
      <p:sp>
        <p:nvSpPr>
          <p:cNvPr id="5" name="Notes Placeholder 4"/>
          <p:cNvSpPr>
            <a:spLocks noGrp="1"/>
          </p:cNvSpPr>
          <p:nvPr>
            <p:ph type="body" sz="quarter" idx="3"/>
          </p:nvPr>
        </p:nvSpPr>
        <p:spPr>
          <a:xfrm>
            <a:off x="1023462" y="3418830"/>
            <a:ext cx="8187690" cy="2797225"/>
          </a:xfrm>
          <a:prstGeom prst="rect">
            <a:avLst/>
          </a:prstGeom>
        </p:spPr>
        <p:txBody>
          <a:bodyPr vert="horz" lIns="99066" tIns="49533" rIns="99066" bIns="49533" rtlCol="0"/>
          <a:lstStyle/>
          <a:p>
            <a:pPr lvl="0"/>
            <a:r>
              <a:rPr lang="en-US" altLang="ko-KR"/>
              <a:t>Click to edit Master text styles</a:t>
            </a:r>
          </a:p>
          <a:p>
            <a:pPr lvl="1"/>
            <a:r>
              <a:rPr lang="en-US" altLang="ko-KR"/>
              <a:t>Second level</a:t>
            </a:r>
          </a:p>
          <a:p>
            <a:pPr lvl="2"/>
            <a:r>
              <a:rPr lang="en-US" altLang="ko-KR"/>
              <a:t>Third level</a:t>
            </a:r>
          </a:p>
          <a:p>
            <a:pPr lvl="3"/>
            <a:r>
              <a:rPr lang="en-US" altLang="ko-KR"/>
              <a:t>Fourth level</a:t>
            </a:r>
          </a:p>
          <a:p>
            <a:pPr lvl="4"/>
            <a:r>
              <a:rPr lang="en-US" altLang="ko-KR"/>
              <a:t>Fifth level</a:t>
            </a:r>
            <a:endParaRPr lang="ko-KR" altLang="en-US"/>
          </a:p>
        </p:txBody>
      </p:sp>
      <p:sp>
        <p:nvSpPr>
          <p:cNvPr id="6" name="Footer Placeholder 5"/>
          <p:cNvSpPr>
            <a:spLocks noGrp="1"/>
          </p:cNvSpPr>
          <p:nvPr>
            <p:ph type="ftr" sz="quarter" idx="4"/>
          </p:nvPr>
        </p:nvSpPr>
        <p:spPr>
          <a:xfrm>
            <a:off x="1" y="6747627"/>
            <a:ext cx="4434999" cy="356436"/>
          </a:xfrm>
          <a:prstGeom prst="rect">
            <a:avLst/>
          </a:prstGeom>
        </p:spPr>
        <p:txBody>
          <a:bodyPr vert="horz" lIns="99066" tIns="49533" rIns="99066" bIns="49533" rtlCol="0" anchor="b"/>
          <a:lstStyle>
            <a:lvl1pPr algn="l">
              <a:defRPr sz="1300"/>
            </a:lvl1pPr>
          </a:lstStyle>
          <a:p>
            <a:endParaRPr lang="ko-KR" altLang="en-US"/>
          </a:p>
        </p:txBody>
      </p:sp>
      <p:sp>
        <p:nvSpPr>
          <p:cNvPr id="7" name="Slide Number Placeholder 6"/>
          <p:cNvSpPr>
            <a:spLocks noGrp="1"/>
          </p:cNvSpPr>
          <p:nvPr>
            <p:ph type="sldNum" sz="quarter" idx="5"/>
          </p:nvPr>
        </p:nvSpPr>
        <p:spPr>
          <a:xfrm>
            <a:off x="5797247" y="6747627"/>
            <a:ext cx="4434999" cy="356436"/>
          </a:xfrm>
          <a:prstGeom prst="rect">
            <a:avLst/>
          </a:prstGeom>
        </p:spPr>
        <p:txBody>
          <a:bodyPr vert="horz" lIns="99066" tIns="49533" rIns="99066" bIns="49533" rtlCol="0" anchor="b"/>
          <a:lstStyle>
            <a:lvl1pPr algn="r">
              <a:defRPr sz="1300"/>
            </a:lvl1pPr>
          </a:lstStyle>
          <a:p>
            <a:fld id="{9B48034B-207C-4E0E-A5F6-40709A494233}" type="slidenum">
              <a:rPr lang="ko-KR" altLang="en-US" smtClean="0"/>
              <a:t>‹#›</a:t>
            </a:fld>
            <a:endParaRPr lang="ko-KR" altLang="en-US"/>
          </a:p>
        </p:txBody>
      </p:sp>
    </p:spTree>
  </p:cSld>
  <p:clrMap bg1="lt1" tx1="dk1" bg2="lt2" tx2="dk2" accent1="accent1" accent2="accent2" accent3="accent3" accent4="accent4" accent5="accent5" accent6="accent6" hlink="hlink" folHlink="folHlink"/>
  <p:notesStyle>
    <a:lvl1pPr marL="0" algn="l" defTabSz="914400" rtl="0" eaLnBrk="1" latinLnBrk="1" hangingPunct="1">
      <a:defRPr sz="1200" kern="1200">
        <a:solidFill>
          <a:schemeClr val="tx1"/>
        </a:solidFill>
        <a:latin typeface="+mn-lt"/>
        <a:ea typeface="+mn-ea"/>
        <a:cs typeface="+mn-cs"/>
      </a:defRPr>
    </a:lvl1pPr>
    <a:lvl2pPr marL="457200" algn="l" defTabSz="914400" rtl="0" eaLnBrk="1" latinLnBrk="1" hangingPunct="1">
      <a:defRPr sz="1200" kern="1200">
        <a:solidFill>
          <a:schemeClr val="tx1"/>
        </a:solidFill>
        <a:latin typeface="+mn-lt"/>
        <a:ea typeface="+mn-ea"/>
        <a:cs typeface="+mn-cs"/>
      </a:defRPr>
    </a:lvl2pPr>
    <a:lvl3pPr marL="914400" algn="l" defTabSz="914400" rtl="0" eaLnBrk="1" latinLnBrk="1" hangingPunct="1">
      <a:defRPr sz="1200" kern="1200">
        <a:solidFill>
          <a:schemeClr val="tx1"/>
        </a:solidFill>
        <a:latin typeface="+mn-lt"/>
        <a:ea typeface="+mn-ea"/>
        <a:cs typeface="+mn-cs"/>
      </a:defRPr>
    </a:lvl3pPr>
    <a:lvl4pPr marL="1371600" algn="l" defTabSz="914400" rtl="0" eaLnBrk="1" latinLnBrk="1" hangingPunct="1">
      <a:defRPr sz="1200" kern="1200">
        <a:solidFill>
          <a:schemeClr val="tx1"/>
        </a:solidFill>
        <a:latin typeface="+mn-lt"/>
        <a:ea typeface="+mn-ea"/>
        <a:cs typeface="+mn-cs"/>
      </a:defRPr>
    </a:lvl4pPr>
    <a:lvl5pPr marL="1828800" algn="l" defTabSz="914400" rtl="0" eaLnBrk="1" latinLnBrk="1" hangingPunct="1">
      <a:defRPr sz="1200" kern="1200">
        <a:solidFill>
          <a:schemeClr val="tx1"/>
        </a:solidFill>
        <a:latin typeface="+mn-lt"/>
        <a:ea typeface="+mn-ea"/>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ltLang="ko-KR"/>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ltLang="ko-KR"/>
              <a:t>Click to edit Master subtitle style</a:t>
            </a:r>
            <a:endParaRPr lang="en-US" dirty="0"/>
          </a:p>
        </p:txBody>
      </p:sp>
      <p:sp>
        <p:nvSpPr>
          <p:cNvPr id="4" name="Date Placeholder 3"/>
          <p:cNvSpPr>
            <a:spLocks noGrp="1"/>
          </p:cNvSpPr>
          <p:nvPr>
            <p:ph type="dt" sz="half" idx="10"/>
          </p:nvPr>
        </p:nvSpPr>
        <p:spPr>
          <a:xfrm>
            <a:off x="0" y="6492875"/>
            <a:ext cx="2743200" cy="365125"/>
          </a:xfrm>
        </p:spPr>
        <p:txBody>
          <a:bodyPr/>
          <a:lstStyle/>
          <a:p>
            <a:endParaRPr lang="ko-KR" altLang="en-US"/>
          </a:p>
        </p:txBody>
      </p:sp>
      <p:sp>
        <p:nvSpPr>
          <p:cNvPr id="5" name="Footer Placeholder 4"/>
          <p:cNvSpPr>
            <a:spLocks noGrp="1"/>
          </p:cNvSpPr>
          <p:nvPr>
            <p:ph type="ftr" sz="quarter" idx="11"/>
          </p:nvPr>
        </p:nvSpPr>
        <p:spPr>
          <a:xfrm>
            <a:off x="4038600" y="6486979"/>
            <a:ext cx="4114800" cy="365125"/>
          </a:xfrm>
        </p:spPr>
        <p:txBody>
          <a:bodyPr/>
          <a:lstStyle/>
          <a:p>
            <a:endParaRPr lang="ko-KR" altLang="en-US"/>
          </a:p>
        </p:txBody>
      </p:sp>
      <p:sp>
        <p:nvSpPr>
          <p:cNvPr id="6" name="Slide Number Placeholder 5"/>
          <p:cNvSpPr>
            <a:spLocks noGrp="1"/>
          </p:cNvSpPr>
          <p:nvPr>
            <p:ph type="sldNum" sz="quarter" idx="12"/>
          </p:nvPr>
        </p:nvSpPr>
        <p:spPr>
          <a:xfrm>
            <a:off x="9448800" y="6492875"/>
            <a:ext cx="2743200" cy="365125"/>
          </a:xfrm>
        </p:spPr>
        <p:txBody>
          <a:bodyPr/>
          <a:lstStyle/>
          <a:p>
            <a:fld id="{A7AA09E4-EDB9-4D6A-8918-B1B0AEC6D61D}" type="slidenum">
              <a:rPr lang="ko-KR" altLang="en-US" smtClean="0"/>
              <a:t>‹#›</a:t>
            </a:fld>
            <a:endParaRPr lang="ko-KR"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82555" y="234494"/>
            <a:ext cx="11290041" cy="679903"/>
          </a:xfrm>
        </p:spPr>
        <p:txBody>
          <a:bodyPr>
            <a:normAutofit/>
          </a:bodyPr>
          <a:lstStyle>
            <a:lvl1pPr>
              <a:defRPr sz="3600" b="1">
                <a:solidFill>
                  <a:srgbClr val="002060"/>
                </a:solidFill>
                <a:latin typeface="+mn-ea"/>
                <a:ea typeface="+mn-ea"/>
              </a:defRPr>
            </a:lvl1pPr>
          </a:lstStyle>
          <a:p>
            <a:r>
              <a:rPr lang="en-US" altLang="ko-KR" dirty="0"/>
              <a:t>Click to edit Master title style</a:t>
            </a:r>
            <a:endParaRPr lang="en-US" dirty="0"/>
          </a:p>
        </p:txBody>
      </p:sp>
      <p:sp>
        <p:nvSpPr>
          <p:cNvPr id="3" name="Content Placeholder 2"/>
          <p:cNvSpPr>
            <a:spLocks noGrp="1"/>
          </p:cNvSpPr>
          <p:nvPr>
            <p:ph idx="1"/>
          </p:nvPr>
        </p:nvSpPr>
        <p:spPr>
          <a:xfrm>
            <a:off x="382555" y="998376"/>
            <a:ext cx="11290041" cy="5494498"/>
          </a:xfrm>
        </p:spPr>
        <p:txBody>
          <a:bodyPr/>
          <a:lstStyle>
            <a:lvl1pPr>
              <a:lnSpc>
                <a:spcPct val="100000"/>
              </a:lnSpc>
              <a:defRPr>
                <a:latin typeface="+mn-ea"/>
                <a:ea typeface="+mn-ea"/>
              </a:defRPr>
            </a:lvl1pPr>
            <a:lvl2pPr>
              <a:lnSpc>
                <a:spcPct val="100000"/>
              </a:lnSpc>
              <a:defRPr>
                <a:latin typeface="+mn-ea"/>
                <a:ea typeface="+mn-ea"/>
              </a:defRPr>
            </a:lvl2pPr>
            <a:lvl3pPr>
              <a:lnSpc>
                <a:spcPct val="100000"/>
              </a:lnSpc>
              <a:defRPr>
                <a:latin typeface="+mn-ea"/>
                <a:ea typeface="+mn-ea"/>
              </a:defRPr>
            </a:lvl3pPr>
            <a:lvl4pPr>
              <a:lnSpc>
                <a:spcPct val="100000"/>
              </a:lnSpc>
              <a:defRPr>
                <a:latin typeface="+mn-ea"/>
                <a:ea typeface="+mn-ea"/>
              </a:defRPr>
            </a:lvl4pPr>
            <a:lvl5pPr>
              <a:lnSpc>
                <a:spcPct val="100000"/>
              </a:lnSpc>
              <a:defRPr>
                <a:latin typeface="+mn-ea"/>
                <a:ea typeface="+mn-ea"/>
              </a:defRPr>
            </a:lvl5pPr>
          </a:lstStyle>
          <a:p>
            <a:pPr lvl="0"/>
            <a:r>
              <a:rPr lang="en-US" altLang="ko-KR" dirty="0"/>
              <a:t>Click to edit Master text styles</a:t>
            </a:r>
          </a:p>
          <a:p>
            <a:pPr lvl="1"/>
            <a:r>
              <a:rPr lang="en-US" altLang="ko-KR" dirty="0"/>
              <a:t>Second level</a:t>
            </a:r>
          </a:p>
          <a:p>
            <a:pPr lvl="2"/>
            <a:r>
              <a:rPr lang="en-US" altLang="ko-KR" dirty="0"/>
              <a:t>Third level</a:t>
            </a:r>
          </a:p>
          <a:p>
            <a:pPr lvl="3"/>
            <a:r>
              <a:rPr lang="en-US" altLang="ko-KR" dirty="0"/>
              <a:t>Fourth level</a:t>
            </a:r>
          </a:p>
          <a:p>
            <a:pPr lvl="4"/>
            <a:r>
              <a:rPr lang="en-US" altLang="ko-KR" dirty="0"/>
              <a:t>Fifth level</a:t>
            </a:r>
            <a:endParaRPr lang="en-US" dirty="0"/>
          </a:p>
        </p:txBody>
      </p:sp>
      <p:sp>
        <p:nvSpPr>
          <p:cNvPr id="4" name="Date Placeholder 3"/>
          <p:cNvSpPr>
            <a:spLocks noGrp="1"/>
          </p:cNvSpPr>
          <p:nvPr>
            <p:ph type="dt" sz="half" idx="10"/>
          </p:nvPr>
        </p:nvSpPr>
        <p:spPr>
          <a:xfrm>
            <a:off x="0" y="6492875"/>
            <a:ext cx="2743200" cy="365125"/>
          </a:xfrm>
        </p:spPr>
        <p:txBody>
          <a:bodyPr/>
          <a:lstStyle/>
          <a:p>
            <a:endParaRPr lang="ko-KR" altLang="en-US" dirty="0"/>
          </a:p>
        </p:txBody>
      </p:sp>
      <p:sp>
        <p:nvSpPr>
          <p:cNvPr id="5" name="Footer Placeholder 4"/>
          <p:cNvSpPr>
            <a:spLocks noGrp="1"/>
          </p:cNvSpPr>
          <p:nvPr>
            <p:ph type="ftr" sz="quarter" idx="11"/>
          </p:nvPr>
        </p:nvSpPr>
        <p:spPr>
          <a:xfrm>
            <a:off x="4038600" y="6492875"/>
            <a:ext cx="4114800" cy="365125"/>
          </a:xfrm>
        </p:spPr>
        <p:txBody>
          <a:bodyPr/>
          <a:lstStyle/>
          <a:p>
            <a:endParaRPr lang="ko-KR" altLang="en-US" dirty="0"/>
          </a:p>
        </p:txBody>
      </p:sp>
      <p:sp>
        <p:nvSpPr>
          <p:cNvPr id="6" name="Slide Number Placeholder 5"/>
          <p:cNvSpPr>
            <a:spLocks noGrp="1"/>
          </p:cNvSpPr>
          <p:nvPr>
            <p:ph type="sldNum" sz="quarter" idx="12"/>
          </p:nvPr>
        </p:nvSpPr>
        <p:spPr>
          <a:xfrm>
            <a:off x="9448800" y="6492874"/>
            <a:ext cx="2743200" cy="365125"/>
          </a:xfrm>
        </p:spPr>
        <p:txBody>
          <a:bodyPr/>
          <a:lstStyle>
            <a:lvl1pPr>
              <a:defRPr sz="1400">
                <a:solidFill>
                  <a:schemeClr val="accent1"/>
                </a:solidFill>
                <a:latin typeface="+mn-lt"/>
              </a:defRPr>
            </a:lvl1pPr>
          </a:lstStyle>
          <a:p>
            <a:fld id="{A7AA09E4-EDB9-4D6A-8918-B1B0AEC6D61D}" type="slidenum">
              <a:rPr lang="ko-KR" altLang="en-US" smtClean="0"/>
              <a:t>‹#›</a:t>
            </a:fld>
            <a:endParaRPr lang="ko-KR" altLang="en-US" dirty="0"/>
          </a:p>
        </p:txBody>
      </p:sp>
      <p:cxnSp>
        <p:nvCxnSpPr>
          <p:cNvPr id="7" name="Straight Connector 6"/>
          <p:cNvCxnSpPr/>
          <p:nvPr userDrawn="1"/>
        </p:nvCxnSpPr>
        <p:spPr>
          <a:xfrm>
            <a:off x="494522" y="914397"/>
            <a:ext cx="11178074" cy="0"/>
          </a:xfrm>
          <a:prstGeom prst="line">
            <a:avLst/>
          </a:prstGeom>
          <a:ln w="31750"/>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ltLang="ko-KR"/>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ltLang="ko-KR"/>
              <a:t>Click to edit Master text styles</a:t>
            </a:r>
          </a:p>
        </p:txBody>
      </p:sp>
      <p:sp>
        <p:nvSpPr>
          <p:cNvPr id="4" name="Date Placeholder 3"/>
          <p:cNvSpPr>
            <a:spLocks noGrp="1"/>
          </p:cNvSpPr>
          <p:nvPr>
            <p:ph type="dt" sz="half" idx="10"/>
          </p:nvPr>
        </p:nvSpPr>
        <p:spPr/>
        <p:txBody>
          <a:bodyPr/>
          <a:lstStyle/>
          <a:p>
            <a:endParaRPr lang="ko-KR" altLang="en-US"/>
          </a:p>
        </p:txBody>
      </p:sp>
      <p:sp>
        <p:nvSpPr>
          <p:cNvPr id="5" name="Footer Placeholder 4"/>
          <p:cNvSpPr>
            <a:spLocks noGrp="1"/>
          </p:cNvSpPr>
          <p:nvPr>
            <p:ph type="ftr" sz="quarter" idx="11"/>
          </p:nvPr>
        </p:nvSpPr>
        <p:spPr/>
        <p:txBody>
          <a:bodyPr/>
          <a:lstStyle/>
          <a:p>
            <a:endParaRPr lang="ko-KR" altLang="en-US"/>
          </a:p>
        </p:txBody>
      </p:sp>
      <p:sp>
        <p:nvSpPr>
          <p:cNvPr id="6" name="Slide Number Placeholder 5"/>
          <p:cNvSpPr>
            <a:spLocks noGrp="1"/>
          </p:cNvSpPr>
          <p:nvPr>
            <p:ph type="sldNum" sz="quarter" idx="12"/>
          </p:nvPr>
        </p:nvSpPr>
        <p:spPr/>
        <p:txBody>
          <a:bodyPr/>
          <a:lstStyle/>
          <a:p>
            <a:fld id="{A7AA09E4-EDB9-4D6A-8918-B1B0AEC6D61D}" type="slidenum">
              <a:rPr lang="ko-KR" altLang="en-US" smtClean="0"/>
              <a:t>‹#›</a:t>
            </a:fld>
            <a:endParaRPr lang="ko-KR"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ko-KR"/>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ltLang="ko-KR"/>
              <a:t>Click to edit Master text styles</a:t>
            </a:r>
          </a:p>
          <a:p>
            <a:pPr lvl="1"/>
            <a:r>
              <a:rPr lang="en-US" altLang="ko-KR"/>
              <a:t>Second level</a:t>
            </a:r>
          </a:p>
          <a:p>
            <a:pPr lvl="2"/>
            <a:r>
              <a:rPr lang="en-US" altLang="ko-KR"/>
              <a:t>Third level</a:t>
            </a:r>
          </a:p>
          <a:p>
            <a:pPr lvl="3"/>
            <a:r>
              <a:rPr lang="en-US" altLang="ko-KR"/>
              <a:t>Fourth level</a:t>
            </a:r>
          </a:p>
          <a:p>
            <a:pPr lvl="4"/>
            <a:r>
              <a:rPr lang="en-US" altLang="ko-KR"/>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ltLang="ko-KR"/>
              <a:t>Click to edit Master text styles</a:t>
            </a:r>
          </a:p>
          <a:p>
            <a:pPr lvl="1"/>
            <a:r>
              <a:rPr lang="en-US" altLang="ko-KR"/>
              <a:t>Second level</a:t>
            </a:r>
          </a:p>
          <a:p>
            <a:pPr lvl="2"/>
            <a:r>
              <a:rPr lang="en-US" altLang="ko-KR"/>
              <a:t>Third level</a:t>
            </a:r>
          </a:p>
          <a:p>
            <a:pPr lvl="3"/>
            <a:r>
              <a:rPr lang="en-US" altLang="ko-KR"/>
              <a:t>Fourth level</a:t>
            </a:r>
          </a:p>
          <a:p>
            <a:pPr lvl="4"/>
            <a:r>
              <a:rPr lang="en-US" altLang="ko-KR"/>
              <a:t>Fifth level</a:t>
            </a:r>
            <a:endParaRPr lang="en-US" dirty="0"/>
          </a:p>
        </p:txBody>
      </p:sp>
      <p:sp>
        <p:nvSpPr>
          <p:cNvPr id="5" name="Date Placeholder 4"/>
          <p:cNvSpPr>
            <a:spLocks noGrp="1"/>
          </p:cNvSpPr>
          <p:nvPr>
            <p:ph type="dt" sz="half" idx="10"/>
          </p:nvPr>
        </p:nvSpPr>
        <p:spPr/>
        <p:txBody>
          <a:bodyPr/>
          <a:lstStyle/>
          <a:p>
            <a:endParaRPr lang="ko-KR" altLang="en-US"/>
          </a:p>
        </p:txBody>
      </p:sp>
      <p:sp>
        <p:nvSpPr>
          <p:cNvPr id="6" name="Footer Placeholder 5"/>
          <p:cNvSpPr>
            <a:spLocks noGrp="1"/>
          </p:cNvSpPr>
          <p:nvPr>
            <p:ph type="ftr" sz="quarter" idx="11"/>
          </p:nvPr>
        </p:nvSpPr>
        <p:spPr/>
        <p:txBody>
          <a:bodyPr/>
          <a:lstStyle/>
          <a:p>
            <a:endParaRPr lang="ko-KR" altLang="en-US"/>
          </a:p>
        </p:txBody>
      </p:sp>
      <p:sp>
        <p:nvSpPr>
          <p:cNvPr id="7" name="Slide Number Placeholder 6"/>
          <p:cNvSpPr>
            <a:spLocks noGrp="1"/>
          </p:cNvSpPr>
          <p:nvPr>
            <p:ph type="sldNum" sz="quarter" idx="12"/>
          </p:nvPr>
        </p:nvSpPr>
        <p:spPr/>
        <p:txBody>
          <a:bodyPr/>
          <a:lstStyle/>
          <a:p>
            <a:fld id="{A7AA09E4-EDB9-4D6A-8918-B1B0AEC6D61D}" type="slidenum">
              <a:rPr lang="ko-KR" altLang="en-US" smtClean="0"/>
              <a:t>‹#›</a:t>
            </a:fld>
            <a:endParaRPr lang="ko-KR"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ltLang="ko-KR"/>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ltLang="ko-KR"/>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ltLang="ko-KR"/>
              <a:t>Click to edit Master text styles</a:t>
            </a:r>
          </a:p>
          <a:p>
            <a:pPr lvl="1"/>
            <a:r>
              <a:rPr lang="en-US" altLang="ko-KR"/>
              <a:t>Second level</a:t>
            </a:r>
          </a:p>
          <a:p>
            <a:pPr lvl="2"/>
            <a:r>
              <a:rPr lang="en-US" altLang="ko-KR"/>
              <a:t>Third level</a:t>
            </a:r>
          </a:p>
          <a:p>
            <a:pPr lvl="3"/>
            <a:r>
              <a:rPr lang="en-US" altLang="ko-KR"/>
              <a:t>Fourth level</a:t>
            </a:r>
          </a:p>
          <a:p>
            <a:pPr lvl="4"/>
            <a:r>
              <a:rPr lang="en-US" altLang="ko-KR"/>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ltLang="ko-KR"/>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ltLang="ko-KR"/>
              <a:t>Click to edit Master text styles</a:t>
            </a:r>
          </a:p>
          <a:p>
            <a:pPr lvl="1"/>
            <a:r>
              <a:rPr lang="en-US" altLang="ko-KR"/>
              <a:t>Second level</a:t>
            </a:r>
          </a:p>
          <a:p>
            <a:pPr lvl="2"/>
            <a:r>
              <a:rPr lang="en-US" altLang="ko-KR"/>
              <a:t>Third level</a:t>
            </a:r>
          </a:p>
          <a:p>
            <a:pPr lvl="3"/>
            <a:r>
              <a:rPr lang="en-US" altLang="ko-KR"/>
              <a:t>Fourth level</a:t>
            </a:r>
          </a:p>
          <a:p>
            <a:pPr lvl="4"/>
            <a:r>
              <a:rPr lang="en-US" altLang="ko-KR"/>
              <a:t>Fifth level</a:t>
            </a:r>
            <a:endParaRPr lang="en-US" dirty="0"/>
          </a:p>
        </p:txBody>
      </p:sp>
      <p:sp>
        <p:nvSpPr>
          <p:cNvPr id="7" name="Date Placeholder 6"/>
          <p:cNvSpPr>
            <a:spLocks noGrp="1"/>
          </p:cNvSpPr>
          <p:nvPr>
            <p:ph type="dt" sz="half" idx="10"/>
          </p:nvPr>
        </p:nvSpPr>
        <p:spPr/>
        <p:txBody>
          <a:bodyPr/>
          <a:lstStyle/>
          <a:p>
            <a:endParaRPr lang="ko-KR" altLang="en-US"/>
          </a:p>
        </p:txBody>
      </p:sp>
      <p:sp>
        <p:nvSpPr>
          <p:cNvPr id="8" name="Footer Placeholder 7"/>
          <p:cNvSpPr>
            <a:spLocks noGrp="1"/>
          </p:cNvSpPr>
          <p:nvPr>
            <p:ph type="ftr" sz="quarter" idx="11"/>
          </p:nvPr>
        </p:nvSpPr>
        <p:spPr/>
        <p:txBody>
          <a:bodyPr/>
          <a:lstStyle/>
          <a:p>
            <a:endParaRPr lang="ko-KR" altLang="en-US"/>
          </a:p>
        </p:txBody>
      </p:sp>
      <p:sp>
        <p:nvSpPr>
          <p:cNvPr id="9" name="Slide Number Placeholder 8"/>
          <p:cNvSpPr>
            <a:spLocks noGrp="1"/>
          </p:cNvSpPr>
          <p:nvPr>
            <p:ph type="sldNum" sz="quarter" idx="12"/>
          </p:nvPr>
        </p:nvSpPr>
        <p:spPr/>
        <p:txBody>
          <a:bodyPr/>
          <a:lstStyle/>
          <a:p>
            <a:fld id="{A7AA09E4-EDB9-4D6A-8918-B1B0AEC6D61D}" type="slidenum">
              <a:rPr lang="ko-KR" altLang="en-US" smtClean="0"/>
              <a:t>‹#›</a:t>
            </a:fld>
            <a:endParaRPr lang="ko-KR"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ko-KR"/>
              <a:t>Click to edit Master title style</a:t>
            </a:r>
            <a:endParaRPr lang="en-US" dirty="0"/>
          </a:p>
        </p:txBody>
      </p:sp>
      <p:sp>
        <p:nvSpPr>
          <p:cNvPr id="3" name="Date Placeholder 2"/>
          <p:cNvSpPr>
            <a:spLocks noGrp="1"/>
          </p:cNvSpPr>
          <p:nvPr>
            <p:ph type="dt" sz="half" idx="10"/>
          </p:nvPr>
        </p:nvSpPr>
        <p:spPr/>
        <p:txBody>
          <a:bodyPr/>
          <a:lstStyle/>
          <a:p>
            <a:endParaRPr lang="ko-KR" altLang="en-US"/>
          </a:p>
        </p:txBody>
      </p:sp>
      <p:sp>
        <p:nvSpPr>
          <p:cNvPr id="4" name="Footer Placeholder 3"/>
          <p:cNvSpPr>
            <a:spLocks noGrp="1"/>
          </p:cNvSpPr>
          <p:nvPr>
            <p:ph type="ftr" sz="quarter" idx="11"/>
          </p:nvPr>
        </p:nvSpPr>
        <p:spPr/>
        <p:txBody>
          <a:bodyPr/>
          <a:lstStyle/>
          <a:p>
            <a:endParaRPr lang="ko-KR" altLang="en-US"/>
          </a:p>
        </p:txBody>
      </p:sp>
      <p:sp>
        <p:nvSpPr>
          <p:cNvPr id="5" name="Slide Number Placeholder 4"/>
          <p:cNvSpPr>
            <a:spLocks noGrp="1"/>
          </p:cNvSpPr>
          <p:nvPr>
            <p:ph type="sldNum" sz="quarter" idx="12"/>
          </p:nvPr>
        </p:nvSpPr>
        <p:spPr/>
        <p:txBody>
          <a:bodyPr/>
          <a:lstStyle/>
          <a:p>
            <a:fld id="{A7AA09E4-EDB9-4D6A-8918-B1B0AEC6D61D}" type="slidenum">
              <a:rPr lang="ko-KR" altLang="en-US" smtClean="0"/>
              <a:t>‹#›</a:t>
            </a:fld>
            <a:endParaRPr lang="ko-KR"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5" name="Slide Number Placeholder 5"/>
          <p:cNvSpPr>
            <a:spLocks noGrp="1"/>
          </p:cNvSpPr>
          <p:nvPr>
            <p:ph type="sldNum" sz="quarter" idx="12"/>
          </p:nvPr>
        </p:nvSpPr>
        <p:spPr>
          <a:xfrm>
            <a:off x="9448800" y="6492874"/>
            <a:ext cx="2743200" cy="365125"/>
          </a:xfrm>
        </p:spPr>
        <p:txBody>
          <a:bodyPr/>
          <a:lstStyle>
            <a:lvl1pPr>
              <a:defRPr sz="1400">
                <a:solidFill>
                  <a:schemeClr val="accent1"/>
                </a:solidFill>
                <a:latin typeface="+mn-lt"/>
              </a:defRPr>
            </a:lvl1pPr>
          </a:lstStyle>
          <a:p>
            <a:fld id="{A7AA09E4-EDB9-4D6A-8918-B1B0AEC6D61D}" type="slidenum">
              <a:rPr lang="ko-KR" altLang="en-US" smtClean="0"/>
              <a:t>‹#›</a:t>
            </a:fld>
            <a:endParaRPr lang="ko-KR" alt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ltLang="ko-KR"/>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ltLang="ko-KR"/>
              <a:t>Click to edit Master text styles</a:t>
            </a:r>
          </a:p>
          <a:p>
            <a:pPr lvl="1"/>
            <a:r>
              <a:rPr lang="en-US" altLang="ko-KR"/>
              <a:t>Second level</a:t>
            </a:r>
          </a:p>
          <a:p>
            <a:pPr lvl="2"/>
            <a:r>
              <a:rPr lang="en-US" altLang="ko-KR"/>
              <a:t>Third level</a:t>
            </a:r>
          </a:p>
          <a:p>
            <a:pPr lvl="3"/>
            <a:r>
              <a:rPr lang="en-US" altLang="ko-KR"/>
              <a:t>Fourth level</a:t>
            </a:r>
          </a:p>
          <a:p>
            <a:pPr lvl="4"/>
            <a:r>
              <a:rPr lang="en-US" altLang="ko-KR"/>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ltLang="ko-KR"/>
              <a:t>Click to edit Master text styles</a:t>
            </a:r>
          </a:p>
        </p:txBody>
      </p:sp>
      <p:sp>
        <p:nvSpPr>
          <p:cNvPr id="5" name="Date Placeholder 4"/>
          <p:cNvSpPr>
            <a:spLocks noGrp="1"/>
          </p:cNvSpPr>
          <p:nvPr>
            <p:ph type="dt" sz="half" idx="10"/>
          </p:nvPr>
        </p:nvSpPr>
        <p:spPr/>
        <p:txBody>
          <a:bodyPr/>
          <a:lstStyle/>
          <a:p>
            <a:endParaRPr lang="ko-KR" altLang="en-US"/>
          </a:p>
        </p:txBody>
      </p:sp>
      <p:sp>
        <p:nvSpPr>
          <p:cNvPr id="6" name="Footer Placeholder 5"/>
          <p:cNvSpPr>
            <a:spLocks noGrp="1"/>
          </p:cNvSpPr>
          <p:nvPr>
            <p:ph type="ftr" sz="quarter" idx="11"/>
          </p:nvPr>
        </p:nvSpPr>
        <p:spPr/>
        <p:txBody>
          <a:bodyPr/>
          <a:lstStyle/>
          <a:p>
            <a:endParaRPr lang="ko-KR" altLang="en-US"/>
          </a:p>
        </p:txBody>
      </p:sp>
      <p:sp>
        <p:nvSpPr>
          <p:cNvPr id="7" name="Slide Number Placeholder 6"/>
          <p:cNvSpPr>
            <a:spLocks noGrp="1"/>
          </p:cNvSpPr>
          <p:nvPr>
            <p:ph type="sldNum" sz="quarter" idx="12"/>
          </p:nvPr>
        </p:nvSpPr>
        <p:spPr/>
        <p:txBody>
          <a:bodyPr/>
          <a:lstStyle/>
          <a:p>
            <a:fld id="{A7AA09E4-EDB9-4D6A-8918-B1B0AEC6D61D}" type="slidenum">
              <a:rPr lang="ko-KR" altLang="en-US" smtClean="0"/>
              <a:t>‹#›</a:t>
            </a:fld>
            <a:endParaRPr lang="ko-KR"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ltLang="ko-KR"/>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ltLang="ko-KR"/>
              <a:t>Click to edit Master text styles</a:t>
            </a:r>
          </a:p>
        </p:txBody>
      </p:sp>
      <p:sp>
        <p:nvSpPr>
          <p:cNvPr id="5" name="Date Placeholder 4"/>
          <p:cNvSpPr>
            <a:spLocks noGrp="1"/>
          </p:cNvSpPr>
          <p:nvPr>
            <p:ph type="dt" sz="half" idx="10"/>
          </p:nvPr>
        </p:nvSpPr>
        <p:spPr/>
        <p:txBody>
          <a:bodyPr/>
          <a:lstStyle/>
          <a:p>
            <a:endParaRPr lang="ko-KR" altLang="en-US"/>
          </a:p>
        </p:txBody>
      </p:sp>
      <p:sp>
        <p:nvSpPr>
          <p:cNvPr id="6" name="Footer Placeholder 5"/>
          <p:cNvSpPr>
            <a:spLocks noGrp="1"/>
          </p:cNvSpPr>
          <p:nvPr>
            <p:ph type="ftr" sz="quarter" idx="11"/>
          </p:nvPr>
        </p:nvSpPr>
        <p:spPr/>
        <p:txBody>
          <a:bodyPr/>
          <a:lstStyle/>
          <a:p>
            <a:endParaRPr lang="ko-KR" altLang="en-US"/>
          </a:p>
        </p:txBody>
      </p:sp>
      <p:sp>
        <p:nvSpPr>
          <p:cNvPr id="7" name="Slide Number Placeholder 6"/>
          <p:cNvSpPr>
            <a:spLocks noGrp="1"/>
          </p:cNvSpPr>
          <p:nvPr>
            <p:ph type="sldNum" sz="quarter" idx="12"/>
          </p:nvPr>
        </p:nvSpPr>
        <p:spPr/>
        <p:txBody>
          <a:bodyPr/>
          <a:lstStyle/>
          <a:p>
            <a:fld id="{A7AA09E4-EDB9-4D6A-8918-B1B0AEC6D61D}" type="slidenum">
              <a:rPr lang="ko-KR" altLang="en-US" smtClean="0"/>
              <a:t>‹#›</a:t>
            </a:fld>
            <a:endParaRPr lang="ko-KR"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ko-KR"/>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ltLang="ko-KR"/>
              <a:t>Click to edit Master text styles</a:t>
            </a:r>
          </a:p>
          <a:p>
            <a:pPr lvl="1"/>
            <a:r>
              <a:rPr lang="en-US" altLang="ko-KR"/>
              <a:t>Second level</a:t>
            </a:r>
          </a:p>
          <a:p>
            <a:pPr lvl="2"/>
            <a:r>
              <a:rPr lang="en-US" altLang="ko-KR"/>
              <a:t>Third level</a:t>
            </a:r>
          </a:p>
          <a:p>
            <a:pPr lvl="3"/>
            <a:r>
              <a:rPr lang="en-US" altLang="ko-KR"/>
              <a:t>Fourth level</a:t>
            </a:r>
          </a:p>
          <a:p>
            <a:pPr lvl="4"/>
            <a:r>
              <a:rPr lang="en-US" altLang="ko-KR"/>
              <a:t>Fifth level</a:t>
            </a:r>
            <a:endParaRPr lang="en-US" dirty="0"/>
          </a:p>
        </p:txBody>
      </p:sp>
      <p:sp>
        <p:nvSpPr>
          <p:cNvPr id="4" name="Date Placeholder 3"/>
          <p:cNvSpPr>
            <a:spLocks noGrp="1"/>
          </p:cNvSpPr>
          <p:nvPr>
            <p:ph type="dt" sz="half" idx="10"/>
          </p:nvPr>
        </p:nvSpPr>
        <p:spPr/>
        <p:txBody>
          <a:bodyPr/>
          <a:lstStyle/>
          <a:p>
            <a:endParaRPr lang="ko-KR" altLang="en-US"/>
          </a:p>
        </p:txBody>
      </p:sp>
      <p:sp>
        <p:nvSpPr>
          <p:cNvPr id="5" name="Footer Placeholder 4"/>
          <p:cNvSpPr>
            <a:spLocks noGrp="1"/>
          </p:cNvSpPr>
          <p:nvPr>
            <p:ph type="ftr" sz="quarter" idx="11"/>
          </p:nvPr>
        </p:nvSpPr>
        <p:spPr/>
        <p:txBody>
          <a:bodyPr/>
          <a:lstStyle/>
          <a:p>
            <a:endParaRPr lang="ko-KR" altLang="en-US"/>
          </a:p>
        </p:txBody>
      </p:sp>
      <p:sp>
        <p:nvSpPr>
          <p:cNvPr id="6" name="Slide Number Placeholder 5"/>
          <p:cNvSpPr>
            <a:spLocks noGrp="1"/>
          </p:cNvSpPr>
          <p:nvPr>
            <p:ph type="sldNum" sz="quarter" idx="12"/>
          </p:nvPr>
        </p:nvSpPr>
        <p:spPr/>
        <p:txBody>
          <a:bodyPr/>
          <a:lstStyle/>
          <a:p>
            <a:fld id="{A7AA09E4-EDB9-4D6A-8918-B1B0AEC6D61D}" type="slidenum">
              <a:rPr lang="ko-KR" altLang="en-US" smtClean="0"/>
              <a:t>‹#›</a:t>
            </a:fld>
            <a:endParaRPr lang="ko-KR"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ltLang="ko-KR"/>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ltLang="ko-KR"/>
              <a:t>Click to edit Master text styles</a:t>
            </a:r>
          </a:p>
          <a:p>
            <a:pPr lvl="1"/>
            <a:r>
              <a:rPr lang="en-US" altLang="ko-KR"/>
              <a:t>Second level</a:t>
            </a:r>
          </a:p>
          <a:p>
            <a:pPr lvl="2"/>
            <a:r>
              <a:rPr lang="en-US" altLang="ko-KR"/>
              <a:t>Third level</a:t>
            </a:r>
          </a:p>
          <a:p>
            <a:pPr lvl="3"/>
            <a:r>
              <a:rPr lang="en-US" altLang="ko-KR"/>
              <a:t>Fourth level</a:t>
            </a:r>
          </a:p>
          <a:p>
            <a:pPr lvl="4"/>
            <a:r>
              <a:rPr lang="en-US" altLang="ko-KR"/>
              <a:t>Fifth level</a:t>
            </a:r>
            <a:endParaRPr lang="en-US" dirty="0"/>
          </a:p>
        </p:txBody>
      </p:sp>
      <p:sp>
        <p:nvSpPr>
          <p:cNvPr id="4" name="Date Placeholder 3"/>
          <p:cNvSpPr>
            <a:spLocks noGrp="1"/>
          </p:cNvSpPr>
          <p:nvPr>
            <p:ph type="dt" sz="half" idx="10"/>
          </p:nvPr>
        </p:nvSpPr>
        <p:spPr/>
        <p:txBody>
          <a:bodyPr/>
          <a:lstStyle/>
          <a:p>
            <a:endParaRPr lang="ko-KR" altLang="en-US"/>
          </a:p>
        </p:txBody>
      </p:sp>
      <p:sp>
        <p:nvSpPr>
          <p:cNvPr id="5" name="Footer Placeholder 4"/>
          <p:cNvSpPr>
            <a:spLocks noGrp="1"/>
          </p:cNvSpPr>
          <p:nvPr>
            <p:ph type="ftr" sz="quarter" idx="11"/>
          </p:nvPr>
        </p:nvSpPr>
        <p:spPr/>
        <p:txBody>
          <a:bodyPr/>
          <a:lstStyle/>
          <a:p>
            <a:endParaRPr lang="ko-KR" altLang="en-US"/>
          </a:p>
        </p:txBody>
      </p:sp>
      <p:sp>
        <p:nvSpPr>
          <p:cNvPr id="6" name="Slide Number Placeholder 5"/>
          <p:cNvSpPr>
            <a:spLocks noGrp="1"/>
          </p:cNvSpPr>
          <p:nvPr>
            <p:ph type="sldNum" sz="quarter" idx="12"/>
          </p:nvPr>
        </p:nvSpPr>
        <p:spPr/>
        <p:txBody>
          <a:bodyPr/>
          <a:lstStyle/>
          <a:p>
            <a:fld id="{A7AA09E4-EDB9-4D6A-8918-B1B0AEC6D61D}" type="slidenum">
              <a:rPr lang="ko-KR" altLang="en-US" smtClean="0"/>
              <a:t>‹#›</a:t>
            </a:fld>
            <a:endParaRPr lang="ko-KR"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ltLang="ko-KR"/>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ltLang="ko-KR"/>
              <a:t>Click to edit Master text styles</a:t>
            </a:r>
          </a:p>
          <a:p>
            <a:pPr lvl="1"/>
            <a:r>
              <a:rPr lang="en-US" altLang="ko-KR"/>
              <a:t>Second level</a:t>
            </a:r>
          </a:p>
          <a:p>
            <a:pPr lvl="2"/>
            <a:r>
              <a:rPr lang="en-US" altLang="ko-KR"/>
              <a:t>Third level</a:t>
            </a:r>
          </a:p>
          <a:p>
            <a:pPr lvl="3"/>
            <a:r>
              <a:rPr lang="en-US" altLang="ko-KR"/>
              <a:t>Fourth level</a:t>
            </a:r>
          </a:p>
          <a:p>
            <a:pPr lvl="4"/>
            <a:r>
              <a:rPr lang="en-US" altLang="ko-KR"/>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ko-KR" alt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ko-KR" alt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7AA09E4-EDB9-4D6A-8918-B1B0AEC6D61D}" type="slidenum">
              <a:rPr lang="ko-KR" altLang="en-US" smtClean="0"/>
              <a:t>‹#›</a:t>
            </a:fld>
            <a:endParaRPr lang="ko-KR"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1"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1"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1"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1"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8" Type="http://schemas.openxmlformats.org/officeDocument/2006/relationships/image" Target="../media/image8.jpeg"/><Relationship Id="rId13" Type="http://schemas.openxmlformats.org/officeDocument/2006/relationships/image" Target="../media/image13.png"/><Relationship Id="rId18" Type="http://schemas.openxmlformats.org/officeDocument/2006/relationships/image" Target="../media/image18.png"/><Relationship Id="rId3" Type="http://schemas.openxmlformats.org/officeDocument/2006/relationships/image" Target="../media/image3.png"/><Relationship Id="rId7" Type="http://schemas.openxmlformats.org/officeDocument/2006/relationships/image" Target="../media/image7.png"/><Relationship Id="rId12" Type="http://schemas.openxmlformats.org/officeDocument/2006/relationships/image" Target="../media/image12.jpeg"/><Relationship Id="rId17" Type="http://schemas.openxmlformats.org/officeDocument/2006/relationships/image" Target="../media/image17.png"/><Relationship Id="rId2" Type="http://schemas.openxmlformats.org/officeDocument/2006/relationships/image" Target="../media/image2.png"/><Relationship Id="rId16" Type="http://schemas.openxmlformats.org/officeDocument/2006/relationships/image" Target="../media/image16.jpeg"/><Relationship Id="rId20" Type="http://schemas.openxmlformats.org/officeDocument/2006/relationships/image" Target="../media/image20.jpeg"/><Relationship Id="rId1" Type="http://schemas.openxmlformats.org/officeDocument/2006/relationships/slideLayout" Target="../slideLayouts/slideLayout2.xml"/><Relationship Id="rId6" Type="http://schemas.openxmlformats.org/officeDocument/2006/relationships/image" Target="../media/image6.png"/><Relationship Id="rId11" Type="http://schemas.openxmlformats.org/officeDocument/2006/relationships/image" Target="../media/image11.png"/><Relationship Id="rId5" Type="http://schemas.openxmlformats.org/officeDocument/2006/relationships/image" Target="../media/image5.png"/><Relationship Id="rId15" Type="http://schemas.openxmlformats.org/officeDocument/2006/relationships/image" Target="../media/image15.png"/><Relationship Id="rId10" Type="http://schemas.openxmlformats.org/officeDocument/2006/relationships/image" Target="../media/image10.png"/><Relationship Id="rId19" Type="http://schemas.openxmlformats.org/officeDocument/2006/relationships/image" Target="../media/image19.png"/><Relationship Id="rId4" Type="http://schemas.openxmlformats.org/officeDocument/2006/relationships/image" Target="../media/image4.png"/><Relationship Id="rId9" Type="http://schemas.openxmlformats.org/officeDocument/2006/relationships/image" Target="../media/image9.png"/><Relationship Id="rId14" Type="http://schemas.openxmlformats.org/officeDocument/2006/relationships/image" Target="../media/image14.png"/></Relationships>
</file>

<file path=ppt/slides/_rels/slide4.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8" Type="http://schemas.openxmlformats.org/officeDocument/2006/relationships/image" Target="../media/image28.png"/><Relationship Id="rId3" Type="http://schemas.openxmlformats.org/officeDocument/2006/relationships/image" Target="../media/image23.png"/><Relationship Id="rId7" Type="http://schemas.openxmlformats.org/officeDocument/2006/relationships/image" Target="../media/image27.png"/><Relationship Id="rId2" Type="http://schemas.openxmlformats.org/officeDocument/2006/relationships/image" Target="../media/image22.jpeg"/><Relationship Id="rId1" Type="http://schemas.openxmlformats.org/officeDocument/2006/relationships/slideLayout" Target="../slideLayouts/slideLayout2.xml"/><Relationship Id="rId6" Type="http://schemas.openxmlformats.org/officeDocument/2006/relationships/image" Target="../media/image26.jpeg"/><Relationship Id="rId11" Type="http://schemas.openxmlformats.org/officeDocument/2006/relationships/image" Target="../media/image31.jpeg"/><Relationship Id="rId5" Type="http://schemas.openxmlformats.org/officeDocument/2006/relationships/image" Target="../media/image25.png"/><Relationship Id="rId10" Type="http://schemas.openxmlformats.org/officeDocument/2006/relationships/image" Target="../media/image30.png"/><Relationship Id="rId4" Type="http://schemas.openxmlformats.org/officeDocument/2006/relationships/image" Target="../media/image24.png"/><Relationship Id="rId9" Type="http://schemas.openxmlformats.org/officeDocument/2006/relationships/image" Target="../media/image29.jpeg"/></Relationships>
</file>

<file path=ppt/slides/_rels/slide7.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2.xml"/><Relationship Id="rId4" Type="http://schemas.openxmlformats.org/officeDocument/2006/relationships/image" Target="../media/image3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0" name="Table 3"/>
          <p:cNvGraphicFramePr>
            <a:graphicFrameLocks noGrp="1"/>
          </p:cNvGraphicFramePr>
          <p:nvPr/>
        </p:nvGraphicFramePr>
        <p:xfrm>
          <a:off x="231422" y="1284866"/>
          <a:ext cx="7569200" cy="5248516"/>
        </p:xfrm>
        <a:graphic>
          <a:graphicData uri="http://schemas.openxmlformats.org/drawingml/2006/table">
            <a:tbl>
              <a:tblPr firstRow="1" firstCol="1" bandRow="1">
                <a:tableStyleId>{5C22544A-7EE6-4342-B048-85BDC9FD1C3A}</a:tableStyleId>
              </a:tblPr>
              <a:tblGrid>
                <a:gridCol w="7569200">
                  <a:extLst>
                    <a:ext uri="{9D8B030D-6E8A-4147-A177-3AD203B41FA5}">
                      <a16:colId xmlns:a16="http://schemas.microsoft.com/office/drawing/2014/main" val="20000"/>
                    </a:ext>
                  </a:extLst>
                </a:gridCol>
              </a:tblGrid>
              <a:tr h="5014334">
                <a:tc>
                  <a:txBody>
                    <a:bodyPr/>
                    <a:lstStyle/>
                    <a:p>
                      <a:pPr marL="0" marR="0" indent="0" algn="just" defTabSz="914400" rtl="0" eaLnBrk="1" fontAlgn="auto" latinLnBrk="0" hangingPunct="1">
                        <a:lnSpc>
                          <a:spcPct val="200000"/>
                        </a:lnSpc>
                        <a:spcBef>
                          <a:spcPts val="0"/>
                        </a:spcBef>
                        <a:spcAft>
                          <a:spcPts val="0"/>
                        </a:spcAft>
                        <a:buClrTx/>
                        <a:buSzTx/>
                        <a:buFontTx/>
                        <a:buNone/>
                        <a:defRPr/>
                      </a:pPr>
                      <a:r>
                        <a:rPr lang="en-US" sz="4800" dirty="0">
                          <a:solidFill>
                            <a:schemeClr val="bg1"/>
                          </a:solidFill>
                          <a:effectLst/>
                          <a:latin typeface="+mn-ea"/>
                          <a:ea typeface="+mn-ea"/>
                        </a:rPr>
                        <a:t>ROS</a:t>
                      </a:r>
                      <a:r>
                        <a:rPr lang="en-US" sz="2800" dirty="0">
                          <a:solidFill>
                            <a:schemeClr val="bg1"/>
                          </a:solidFill>
                          <a:effectLst/>
                          <a:latin typeface="+mn-ea"/>
                          <a:ea typeface="+mn-ea"/>
                        </a:rPr>
                        <a:t> </a:t>
                      </a:r>
                      <a:r>
                        <a:rPr lang="zh-CN" altLang="en-US" sz="2400" b="1" kern="1200" dirty="0">
                          <a:solidFill>
                            <a:schemeClr val="bg1"/>
                          </a:solidFill>
                          <a:effectLst/>
                          <a:latin typeface="宋体" panose="02010600030101010101" pitchFamily="2" charset="-122"/>
                          <a:ea typeface="宋体" panose="02010600030101010101" pitchFamily="2" charset="-122"/>
                          <a:cs typeface="宋体" panose="02010600030101010101" pitchFamily="2" charset="-122"/>
                        </a:rPr>
                        <a:t>是一个开放源代码的机器人元操作系统。它提供了类操作系统的服务，包括硬件抽象、低级设备控制、常用功能的实现、进程之间 的消息传递以及功能包管理。它还提供了用于在多台计算机之间获取、构建、编写和运行 代码的工具和库。</a:t>
                      </a:r>
                      <a:endParaRPr lang="zh-CN" altLang="en-US" sz="2400" dirty="0">
                        <a:solidFill>
                          <a:schemeClr val="bg1"/>
                        </a:solidFill>
                        <a:latin typeface="宋体" panose="02010600030101010101" pitchFamily="2" charset="-122"/>
                        <a:ea typeface="宋体" panose="02010600030101010101" pitchFamily="2" charset="-122"/>
                        <a:cs typeface="宋体" panose="02010600030101010101" pitchFamily="2" charset="-122"/>
                      </a:endParaRPr>
                    </a:p>
                    <a:p>
                      <a:pPr algn="just" latinLnBrk="0">
                        <a:lnSpc>
                          <a:spcPct val="107000"/>
                        </a:lnSpc>
                        <a:spcAft>
                          <a:spcPts val="0"/>
                        </a:spcAft>
                      </a:pPr>
                      <a:endParaRPr lang="en-US" sz="2400" dirty="0">
                        <a:solidFill>
                          <a:schemeClr val="bg1"/>
                        </a:solidFill>
                        <a:effectLst/>
                        <a:latin typeface="+mn-ea"/>
                        <a:ea typeface="+mn-ea"/>
                        <a:cs typeface="Times New Roman" panose="02020603050405020304" pitchFamily="18" charset="0"/>
                      </a:endParaRPr>
                    </a:p>
                    <a:p>
                      <a:pPr algn="r" latinLnBrk="0">
                        <a:lnSpc>
                          <a:spcPct val="107000"/>
                        </a:lnSpc>
                        <a:spcAft>
                          <a:spcPts val="0"/>
                        </a:spcAft>
                      </a:pPr>
                      <a:r>
                        <a:rPr lang="en-US" sz="2400" b="1" kern="1200" dirty="0">
                          <a:solidFill>
                            <a:schemeClr val="bg1"/>
                          </a:solidFill>
                          <a:effectLst/>
                          <a:latin typeface="+mn-ea"/>
                          <a:ea typeface="+mn-ea"/>
                          <a:cs typeface="+mn-cs"/>
                        </a:rPr>
                        <a:t>http://www.ros.org/wiki/</a:t>
                      </a:r>
                      <a:endParaRPr lang="en-US" sz="2400" dirty="0">
                        <a:solidFill>
                          <a:schemeClr val="bg1"/>
                        </a:solidFill>
                        <a:effectLst/>
                        <a:latin typeface="+mn-ea"/>
                        <a:ea typeface="+mn-ea"/>
                        <a:cs typeface="Times New Roman" panose="02020603050405020304" pitchFamily="18" charset="0"/>
                      </a:endParaRPr>
                    </a:p>
                  </a:txBody>
                  <a:tcPr marL="180000" marR="180000" marT="54000" marB="54000"/>
                </a:tc>
                <a:extLst>
                  <a:ext uri="{0D108BD9-81ED-4DB2-BD59-A6C34878D82A}">
                    <a16:rowId xmlns:a16="http://schemas.microsoft.com/office/drawing/2014/main" val="10000"/>
                  </a:ext>
                </a:extLst>
              </a:tr>
            </a:tbl>
          </a:graphicData>
        </a:graphic>
      </p:graphicFrame>
      <p:pic>
        <p:nvPicPr>
          <p:cNvPr id="71" name="Picture 4" descr="http://cafeptthumb1.phinf.naver.net/20130906_216/passionvirus_1378426420275T2TlG_PNG/ros.png?type=w740"/>
          <p:cNvPicPr/>
          <p:nvPr/>
        </p:nvPicPr>
        <p:blipFill>
          <a:blip r:embed="rId2">
            <a:extLst>
              <a:ext uri="{BEBA8EAE-BF5A-486C-A8C5-ECC9F3942E4B}">
                <a14:imgProps xmlns:a14="http://schemas.microsoft.com/office/drawing/2010/main">
                  <a14:imgLayer r:embed="rId3">
                    <a14:imgEffect>
                      <a14:backgroundRemoval t="0" b="96216" l="0" r="100000">
                        <a14:foregroundMark x1="21084" y1="63243" x2="21084" y2="63243"/>
                        <a14:foregroundMark x1="24096" y1="61622" x2="24096" y2="61622"/>
                        <a14:foregroundMark x1="25301" y1="50811" x2="25301" y2="50811"/>
                        <a14:foregroundMark x1="27108" y1="51351" x2="27108" y2="51351"/>
                        <a14:foregroundMark x1="31325" y1="55676" x2="31325" y2="55676"/>
                        <a14:foregroundMark x1="32530" y1="56216" x2="34940" y2="61622"/>
                        <a14:foregroundMark x1="35542" y1="62703" x2="35542" y2="62703"/>
                        <a14:foregroundMark x1="36145" y1="65405" x2="36145" y2="65405"/>
                        <a14:foregroundMark x1="31325" y1="70270" x2="30120" y2="70811"/>
                        <a14:foregroundMark x1="28313" y1="71351" x2="24096" y2="74054"/>
                        <a14:foregroundMark x1="21687" y1="74054" x2="21687" y2="74054"/>
                        <a14:foregroundMark x1="16867" y1="74054" x2="15060" y2="74054"/>
                        <a14:foregroundMark x1="13855" y1="74054" x2="12651" y2="74054"/>
                        <a14:foregroundMark x1="12651" y1="74054" x2="12651" y2="74054"/>
                        <a14:foregroundMark x1="12048" y1="74054" x2="10241" y2="74054"/>
                        <a14:foregroundMark x1="10241" y1="74054" x2="10241" y2="74054"/>
                        <a14:foregroundMark x1="10241" y1="74595" x2="10241" y2="74595"/>
                        <a14:foregroundMark x1="9036" y1="74595" x2="9036" y2="74595"/>
                        <a14:foregroundMark x1="9036" y1="74595" x2="9036" y2="74595"/>
                        <a14:foregroundMark x1="14458" y1="69189" x2="14458" y2="69189"/>
                        <a14:foregroundMark x1="14458" y1="69189" x2="14458" y2="69189"/>
                        <a14:foregroundMark x1="15060" y1="67568" x2="15663" y2="65946"/>
                        <a14:foregroundMark x1="16265" y1="65405" x2="16265" y2="65405"/>
                        <a14:foregroundMark x1="15663" y1="64324" x2="14458" y2="64324"/>
                        <a14:foregroundMark x1="12048" y1="64324" x2="12048" y2="65946"/>
                        <a14:foregroundMark x1="12048" y1="65946" x2="12048" y2="65946"/>
                        <a14:foregroundMark x1="10241" y1="68108" x2="10241" y2="68108"/>
                        <a14:foregroundMark x1="10241" y1="68108" x2="10241" y2="68108"/>
                        <a14:foregroundMark x1="10241" y1="68108" x2="16265" y2="63243"/>
                        <a14:foregroundMark x1="19277" y1="58919" x2="18072" y2="55135"/>
                        <a14:foregroundMark x1="19277" y1="54054" x2="19277" y2="54054"/>
                        <a14:foregroundMark x1="18675" y1="51351" x2="18675" y2="49189"/>
                        <a14:foregroundMark x1="20482" y1="45405" x2="25301" y2="36757"/>
                        <a14:foregroundMark x1="28313" y1="33514" x2="28313" y2="33514"/>
                        <a14:foregroundMark x1="29518" y1="32973" x2="33735" y2="33514"/>
                        <a14:foregroundMark x1="37349" y1="33514" x2="38554" y2="32973"/>
                        <a14:foregroundMark x1="41566" y1="29730" x2="43373" y2="29189"/>
                        <a14:foregroundMark x1="43373" y1="29189" x2="45783" y2="28649"/>
                        <a14:foregroundMark x1="45783" y1="28649" x2="45783" y2="28649"/>
                        <a14:foregroundMark x1="46386" y1="28108" x2="46386" y2="28108"/>
                        <a14:foregroundMark x1="47590" y1="27027" x2="53614" y2="27027"/>
                        <a14:foregroundMark x1="53614" y1="18919" x2="49398" y2="16757"/>
                        <a14:foregroundMark x1="49398" y1="16216" x2="46386" y2="16216"/>
                        <a14:foregroundMark x1="46386" y1="16216" x2="54217" y2="23243"/>
                        <a14:foregroundMark x1="60843" y1="27027" x2="60843" y2="27027"/>
                        <a14:foregroundMark x1="60843" y1="28108" x2="60843" y2="28108"/>
                        <a14:foregroundMark x1="63855" y1="27568" x2="63855" y2="27568"/>
                        <a14:foregroundMark x1="63855" y1="28108" x2="63855" y2="28108"/>
                        <a14:foregroundMark x1="62048" y1="30270" x2="58434" y2="31351"/>
                        <a14:foregroundMark x1="53614" y1="35676" x2="53614" y2="35676"/>
                        <a14:foregroundMark x1="55422" y1="37838" x2="59639" y2="38378"/>
                        <a14:foregroundMark x1="60843" y1="38378" x2="60843" y2="38378"/>
                        <a14:foregroundMark x1="57229" y1="43243" x2="54819" y2="44324"/>
                        <a14:foregroundMark x1="52410" y1="45946" x2="52410" y2="45946"/>
                        <a14:foregroundMark x1="46386" y1="45946" x2="46386" y2="44324"/>
                        <a14:foregroundMark x1="50000" y1="41081" x2="45181" y2="37838"/>
                        <a14:foregroundMark x1="44578" y1="38378" x2="46386" y2="43784"/>
                        <a14:foregroundMark x1="48193" y1="49189" x2="48193" y2="49189"/>
                        <a14:foregroundMark x1="50602" y1="49730" x2="50602" y2="49730"/>
                        <a14:foregroundMark x1="51205" y1="50270" x2="58434" y2="53514"/>
                        <a14:foregroundMark x1="65060" y1="57297" x2="68072" y2="59459"/>
                        <a14:foregroundMark x1="68072" y1="59459" x2="68072" y2="59459"/>
                        <a14:foregroundMark x1="67470" y1="60000" x2="65663" y2="60000"/>
                        <a14:foregroundMark x1="64458" y1="61081" x2="52410" y2="58919"/>
                        <a14:foregroundMark x1="48193" y1="58919" x2="45783" y2="58919"/>
                        <a14:foregroundMark x1="45181" y1="58919" x2="45181" y2="58919"/>
                        <a14:foregroundMark x1="45181" y1="61622" x2="47590" y2="61622"/>
                        <a14:foregroundMark x1="60241" y1="60541" x2="66867" y2="62703"/>
                        <a14:foregroundMark x1="69880" y1="64324" x2="69880" y2="64324"/>
                        <a14:foregroundMark x1="69880" y1="65946" x2="69880" y2="65946"/>
                        <a14:foregroundMark x1="69880" y1="67568" x2="69880" y2="69189"/>
                        <a14:foregroundMark x1="69880" y1="69189" x2="69880" y2="69189"/>
                        <a14:foregroundMark x1="68675" y1="69730" x2="66867" y2="75676"/>
                        <a14:foregroundMark x1="66265" y1="75676" x2="64458" y2="76216"/>
                        <a14:foregroundMark x1="64458" y1="76216" x2="63253" y2="76216"/>
                        <a14:foregroundMark x1="60843" y1="75676" x2="59639" y2="74054"/>
                        <a14:foregroundMark x1="59639" y1="71351" x2="56627" y2="70270"/>
                        <a14:foregroundMark x1="55422" y1="69730" x2="55422" y2="69730"/>
                        <a14:foregroundMark x1="55422" y1="69730" x2="55422" y2="69730"/>
                        <a14:foregroundMark x1="47590" y1="67027" x2="43373" y2="67027"/>
                        <a14:foregroundMark x1="37952" y1="67027" x2="35542" y2="67568"/>
                        <a14:foregroundMark x1="35542" y1="65405" x2="40361" y2="67027"/>
                        <a14:foregroundMark x1="40361" y1="75135" x2="37349" y2="77838"/>
                        <a14:foregroundMark x1="32530" y1="77297" x2="31325" y2="76757"/>
                        <a14:foregroundMark x1="31325" y1="76757" x2="31325" y2="76757"/>
                        <a14:foregroundMark x1="28313" y1="77297" x2="28313" y2="77297"/>
                        <a14:foregroundMark x1="25301" y1="77838" x2="24096" y2="77838"/>
                        <a14:foregroundMark x1="23494" y1="80000" x2="20482" y2="80000"/>
                        <a14:foregroundMark x1="18675" y1="80000" x2="20482" y2="82162"/>
                        <a14:foregroundMark x1="20482" y1="82162" x2="22892" y2="83784"/>
                        <a14:foregroundMark x1="24699" y1="84865" x2="29518" y2="85946"/>
                        <a14:foregroundMark x1="31325" y1="85946" x2="31325" y2="85946"/>
                        <a14:foregroundMark x1="31928" y1="85946" x2="31928" y2="85946"/>
                        <a14:foregroundMark x1="36145" y1="85946" x2="37952" y2="85946"/>
                        <a14:foregroundMark x1="39759" y1="85946" x2="39759" y2="85946"/>
                        <a14:foregroundMark x1="40361" y1="85946" x2="42771" y2="85946"/>
                        <a14:foregroundMark x1="51807" y1="82703" x2="51807" y2="82703"/>
                        <a14:foregroundMark x1="50000" y1="84865" x2="48193" y2="84865"/>
                        <a14:foregroundMark x1="46988" y1="85946" x2="46386" y2="87027"/>
                        <a14:foregroundMark x1="45181" y1="89189" x2="43373" y2="89730"/>
                        <a14:foregroundMark x1="43373" y1="89730" x2="43373" y2="89730"/>
                        <a14:foregroundMark x1="43373" y1="90270" x2="43373" y2="90270"/>
                        <a14:foregroundMark x1="45783" y1="89730" x2="48795" y2="85946"/>
                        <a14:foregroundMark x1="53012" y1="84865" x2="56627" y2="83784"/>
                        <a14:foregroundMark x1="56627" y1="83784" x2="56627" y2="83784"/>
                        <a14:foregroundMark x1="56627" y1="83784" x2="60843" y2="82703"/>
                        <a14:foregroundMark x1="65663" y1="83784" x2="65663" y2="83784"/>
                        <a14:foregroundMark x1="68072" y1="83784" x2="68072" y2="83784"/>
                        <a14:foregroundMark x1="66867" y1="83784" x2="65663" y2="82703"/>
                        <a14:foregroundMark x1="65663" y1="81622" x2="56627" y2="78919"/>
                        <a14:foregroundMark x1="57831" y1="78378" x2="59639" y2="78378"/>
                        <a14:foregroundMark x1="63253" y1="78378" x2="63253" y2="78378"/>
                        <a14:foregroundMark x1="66867" y1="81081" x2="66867" y2="81081"/>
                        <a14:foregroundMark x1="68072" y1="81081" x2="68675" y2="80000"/>
                        <a14:foregroundMark x1="68675" y1="78378" x2="68675" y2="78378"/>
                        <a14:foregroundMark x1="68675" y1="77838" x2="68675" y2="77838"/>
                        <a14:foregroundMark x1="71084" y1="75676" x2="71084" y2="74054"/>
                        <a14:foregroundMark x1="71084" y1="74054" x2="71084" y2="74054"/>
                        <a14:foregroundMark x1="71687" y1="74054" x2="69880" y2="73514"/>
                        <a14:foregroundMark x1="64458" y1="73514" x2="58434" y2="73514"/>
                        <a14:foregroundMark x1="56627" y1="72973" x2="52410" y2="70270"/>
                        <a14:foregroundMark x1="52410" y1="69189" x2="52410" y2="67568"/>
                        <a14:foregroundMark x1="52410" y1="67568" x2="52410" y2="67568"/>
                        <a14:foregroundMark x1="60843" y1="60541" x2="60843" y2="60541"/>
                        <a14:foregroundMark x1="56627" y1="64865" x2="40361" y2="74054"/>
                        <a14:foregroundMark x1="40361" y1="74054" x2="40361" y2="74054"/>
                        <a14:foregroundMark x1="42169" y1="74054" x2="45783" y2="73514"/>
                        <a14:foregroundMark x1="47590" y1="72973" x2="47590" y2="72973"/>
                        <a14:foregroundMark x1="48193" y1="73514" x2="48193" y2="73514"/>
                        <a14:foregroundMark x1="48795" y1="74595" x2="51807" y2="74595"/>
                        <a14:foregroundMark x1="54819" y1="74595" x2="54819" y2="74595"/>
                        <a14:foregroundMark x1="56627" y1="72973" x2="54217" y2="78919"/>
                        <a14:foregroundMark x1="53614" y1="78919" x2="48193" y2="77297"/>
                        <a14:foregroundMark x1="50602" y1="75135" x2="58434" y2="70270"/>
                        <a14:foregroundMark x1="60843" y1="64324" x2="60843" y2="54595"/>
                        <a14:foregroundMark x1="60843" y1="54595" x2="60843" y2="54595"/>
                        <a14:foregroundMark x1="62651" y1="47568" x2="60843" y2="45405"/>
                        <a14:foregroundMark x1="57831" y1="43243" x2="57831" y2="43243"/>
                        <a14:foregroundMark x1="59639" y1="42703" x2="60241" y2="38919"/>
                        <a14:foregroundMark x1="57229" y1="35135" x2="50000" y2="32432"/>
                        <a14:foregroundMark x1="48795" y1="34054" x2="56627" y2="37297"/>
                        <a14:foregroundMark x1="57831" y1="37297" x2="57831" y2="37838"/>
                        <a14:foregroundMark x1="53614" y1="48649" x2="36145" y2="61081"/>
                        <a14:foregroundMark x1="22289" y1="64865" x2="19880" y2="64865"/>
                        <a14:foregroundMark x1="18072" y1="62162" x2="19880" y2="61622"/>
                        <a14:foregroundMark x1="19880" y1="61622" x2="19880" y2="61622"/>
                        <a14:foregroundMark x1="19277" y1="61622" x2="22289" y2="69189"/>
                        <a14:foregroundMark x1="21084" y1="70270" x2="21084" y2="71351"/>
                        <a14:foregroundMark x1="26506" y1="75676" x2="27711" y2="75676"/>
                        <a14:foregroundMark x1="28313" y1="78378" x2="34940" y2="90811"/>
                        <a14:foregroundMark x1="34940" y1="90811" x2="31325" y2="90270"/>
                        <a14:foregroundMark x1="27711" y1="87027" x2="27108" y2="85946"/>
                        <a14:foregroundMark x1="21084" y1="85405" x2="18072" y2="84865"/>
                        <a14:foregroundMark x1="17470" y1="84865" x2="17470" y2="84865"/>
                        <a14:foregroundMark x1="16265" y1="83784" x2="16265" y2="83784"/>
                        <a14:foregroundMark x1="12048" y1="82703" x2="8434" y2="81081"/>
                        <a14:foregroundMark x1="8434" y1="81081" x2="6024" y2="80000"/>
                        <a14:foregroundMark x1="6024" y1="80000" x2="6024" y2="80000"/>
                        <a14:foregroundMark x1="4819" y1="80000" x2="4819" y2="80000"/>
                        <a14:foregroundMark x1="4819" y1="79459" x2="25904" y2="88649"/>
                        <a14:foregroundMark x1="25904" y1="88649" x2="24699" y2="89189"/>
                        <a14:foregroundMark x1="22892" y1="89189" x2="22892" y2="89189"/>
                        <a14:foregroundMark x1="22289" y1="89189" x2="22289" y2="89189"/>
                        <a14:foregroundMark x1="25301" y1="89730" x2="27108" y2="90811"/>
                        <a14:foregroundMark x1="27108" y1="91351" x2="33735" y2="92432"/>
                        <a14:foregroundMark x1="34337" y1="92432" x2="37349" y2="92432"/>
                        <a14:foregroundMark x1="37349" y1="92432" x2="39759" y2="92432"/>
                        <a14:foregroundMark x1="40964" y1="91892" x2="43373" y2="89730"/>
                        <a14:foregroundMark x1="45181" y1="89730" x2="46988" y2="89189"/>
                        <a14:foregroundMark x1="46988" y1="89189" x2="49398" y2="89730"/>
                        <a14:foregroundMark x1="50602" y1="89730" x2="50602" y2="89730"/>
                        <a14:foregroundMark x1="51205" y1="89730" x2="51205" y2="89730"/>
                        <a14:foregroundMark x1="53614" y1="88649" x2="53614" y2="88649"/>
                        <a14:foregroundMark x1="57831" y1="86486" x2="57831" y2="86486"/>
                        <a14:foregroundMark x1="59639" y1="85946" x2="60843" y2="85946"/>
                        <a14:foregroundMark x1="60843" y1="85946" x2="62651" y2="85946"/>
                        <a14:foregroundMark x1="63855" y1="85946" x2="63855" y2="85946"/>
                        <a14:foregroundMark x1="64458" y1="85405" x2="43373" y2="76757"/>
                        <a14:foregroundMark x1="32530" y1="74054" x2="32530" y2="74054"/>
                        <a14:foregroundMark x1="31928" y1="74054" x2="47590" y2="80000"/>
                        <a14:foregroundMark x1="47590" y1="80000" x2="51205" y2="64865"/>
                        <a14:foregroundMark x1="53012" y1="62703" x2="54217" y2="55676"/>
                        <a14:foregroundMark x1="54217" y1="55676" x2="54217" y2="55676"/>
                        <a14:foregroundMark x1="53614" y1="54595" x2="55422" y2="59459"/>
                        <a14:foregroundMark x1="54819" y1="60541" x2="54819" y2="63243"/>
                        <a14:foregroundMark x1="54819" y1="63243" x2="54819" y2="63243"/>
                        <a14:foregroundMark x1="55422" y1="63784" x2="55422" y2="63784"/>
                        <a14:foregroundMark x1="55422" y1="64324" x2="55422" y2="64324"/>
                        <a14:foregroundMark x1="57831" y1="65405" x2="57831" y2="65405"/>
                        <a14:foregroundMark x1="57831" y1="57838" x2="55422" y2="53514"/>
                        <a14:foregroundMark x1="51205" y1="51892" x2="41566" y2="55135"/>
                        <a14:foregroundMark x1="36747" y1="60541" x2="33133" y2="60000"/>
                        <a14:foregroundMark x1="33133" y1="53514" x2="34337" y2="52432"/>
                        <a14:foregroundMark x1="37349" y1="49730" x2="37349" y2="49730"/>
                        <a14:foregroundMark x1="35542" y1="49730" x2="29518" y2="37838"/>
                        <a14:foregroundMark x1="46386" y1="30270" x2="53614" y2="32973"/>
                        <a14:foregroundMark x1="53614" y1="32973" x2="53614" y2="30811"/>
                        <a14:foregroundMark x1="54217" y1="29730" x2="55422" y2="27568"/>
                        <a14:foregroundMark x1="55422" y1="27027" x2="55422" y2="27027"/>
                        <a14:foregroundMark x1="55422" y1="25946" x2="55422" y2="25946"/>
                        <a14:foregroundMark x1="56627" y1="24324" x2="56627" y2="24324"/>
                        <a14:foregroundMark x1="57229" y1="23243" x2="57229" y2="23243"/>
                        <a14:foregroundMark x1="59639" y1="23243" x2="65060" y2="26486"/>
                        <a14:foregroundMark x1="65060" y1="28108" x2="58434" y2="37838"/>
                        <a14:foregroundMark x1="58434" y1="37838" x2="53614" y2="59459"/>
                        <a14:foregroundMark x1="55422" y1="59459" x2="46988" y2="64324"/>
                        <a14:foregroundMark x1="41566" y1="65405" x2="38554" y2="65946"/>
                      </a14:backgroundRemoval>
                    </a14:imgEffect>
                  </a14:imgLayer>
                </a14:imgProps>
              </a:ext>
              <a:ext uri="{28A0092B-C50C-407E-A947-70E740481C1C}">
                <a14:useLocalDpi xmlns:a14="http://schemas.microsoft.com/office/drawing/2010/main" val="0"/>
              </a:ext>
            </a:extLst>
          </a:blip>
          <a:srcRect/>
          <a:stretch>
            <a:fillRect/>
          </a:stretch>
        </p:blipFill>
        <p:spPr bwMode="auto">
          <a:xfrm>
            <a:off x="8469985" y="1904976"/>
            <a:ext cx="2928473" cy="3895396"/>
          </a:xfrm>
          <a:prstGeom prst="rect">
            <a:avLst/>
          </a:prstGeom>
          <a:noFill/>
          <a:ln>
            <a:noFill/>
          </a:ln>
        </p:spPr>
      </p:pic>
      <p:sp>
        <p:nvSpPr>
          <p:cNvPr id="73" name="제목 1"/>
          <p:cNvSpPr>
            <a:spLocks noGrp="1"/>
          </p:cNvSpPr>
          <p:nvPr>
            <p:ph type="title"/>
          </p:nvPr>
        </p:nvSpPr>
        <p:spPr>
          <a:xfrm>
            <a:off x="382555" y="234494"/>
            <a:ext cx="11290041" cy="679903"/>
          </a:xfrm>
        </p:spPr>
        <p:txBody>
          <a:bodyPr>
            <a:normAutofit/>
          </a:bodyPr>
          <a:lstStyle/>
          <a:p>
            <a:r>
              <a:rPr lang="en-US" altLang="en-US" dirty="0"/>
              <a:t>What is ROS?</a:t>
            </a:r>
            <a:endParaRPr lang="ko-KR" altLang="en-US" dirty="0"/>
          </a:p>
        </p:txBody>
      </p:sp>
      <p:sp>
        <p:nvSpPr>
          <p:cNvPr id="74" name="Slide Number Placeholder 5"/>
          <p:cNvSpPr>
            <a:spLocks noGrp="1"/>
          </p:cNvSpPr>
          <p:nvPr>
            <p:ph type="sldNum" sz="quarter" idx="12"/>
          </p:nvPr>
        </p:nvSpPr>
        <p:spPr>
          <a:xfrm>
            <a:off x="9448800" y="6492874"/>
            <a:ext cx="2743200" cy="365125"/>
          </a:xfrm>
        </p:spPr>
        <p:txBody>
          <a:bodyPr/>
          <a:lstStyle/>
          <a:p>
            <a:fld id="{F19DD69B-5B93-40AA-9F86-65D820C689CC}" type="slidenum">
              <a:rPr lang="ko-KR" altLang="en-US" smtClean="0"/>
              <a:t>1</a:t>
            </a:fld>
            <a:endParaRPr lang="ko-KR" alt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2555" y="234494"/>
            <a:ext cx="11290041" cy="679903"/>
          </a:xfrm>
        </p:spPr>
        <p:txBody>
          <a:bodyPr>
            <a:normAutofit/>
          </a:bodyPr>
          <a:lstStyle/>
          <a:p>
            <a:r>
              <a:rPr lang="zh-CN" altLang="en-US" b="1" dirty="0">
                <a:latin typeface="宋体" panose="02010600030101010101" pitchFamily="2" charset="-122"/>
                <a:ea typeface="宋体" panose="02010600030101010101" pitchFamily="2" charset="-122"/>
                <a:cs typeface="宋体" panose="02010600030101010101" pitchFamily="2" charset="-122"/>
              </a:rPr>
              <a:t>元操作系统</a:t>
            </a:r>
            <a:endParaRPr lang="ko-KR" altLang="en-US" b="1" dirty="0">
              <a:latin typeface="宋体" panose="02010600030101010101" pitchFamily="2" charset="-122"/>
              <a:ea typeface="宋体" panose="02010600030101010101" pitchFamily="2" charset="-122"/>
              <a:cs typeface="宋体" panose="02010600030101010101" pitchFamily="2" charset="-122"/>
            </a:endParaRPr>
          </a:p>
        </p:txBody>
      </p:sp>
      <p:sp>
        <p:nvSpPr>
          <p:cNvPr id="3" name="Content Placeholder 2"/>
          <p:cNvSpPr>
            <a:spLocks noGrp="1"/>
          </p:cNvSpPr>
          <p:nvPr>
            <p:ph idx="1"/>
          </p:nvPr>
        </p:nvSpPr>
        <p:spPr>
          <a:xfrm>
            <a:off x="382555" y="950149"/>
            <a:ext cx="11453845" cy="5673357"/>
          </a:xfrm>
        </p:spPr>
        <p:txBody>
          <a:bodyPr>
            <a:normAutofit fontScale="85000" lnSpcReduction="20000"/>
          </a:bodyPr>
          <a:lstStyle/>
          <a:p>
            <a:pPr algn="just">
              <a:lnSpc>
                <a:spcPct val="160000"/>
              </a:lnSpc>
            </a:pPr>
            <a:r>
              <a:rPr lang="zh-CN" altLang="en-US" b="1" dirty="0">
                <a:solidFill>
                  <a:srgbClr val="FF0000"/>
                </a:solidFill>
                <a:latin typeface="宋体" panose="02010600030101010101" pitchFamily="2" charset="-122"/>
                <a:ea typeface="宋体" panose="02010600030101010101" pitchFamily="2" charset="-122"/>
                <a:cs typeface="宋体" panose="02010600030101010101" pitchFamily="2" charset="-122"/>
              </a:rPr>
              <a:t>元操作系统（</a:t>
            </a:r>
            <a:r>
              <a:rPr lang="en-US" altLang="zh-CN" b="1" dirty="0">
                <a:solidFill>
                  <a:srgbClr val="FF0000"/>
                </a:solidFill>
                <a:latin typeface="宋体" panose="02010600030101010101" pitchFamily="2" charset="-122"/>
                <a:ea typeface="宋体" panose="02010600030101010101" pitchFamily="2" charset="-122"/>
                <a:cs typeface="宋体" panose="02010600030101010101" pitchFamily="2" charset="-122"/>
              </a:rPr>
              <a:t>Meta Operating System</a:t>
            </a:r>
            <a:r>
              <a:rPr lang="zh-CN" altLang="en-US" b="1" dirty="0">
                <a:solidFill>
                  <a:srgbClr val="FF0000"/>
                </a:solidFill>
                <a:latin typeface="宋体" panose="02010600030101010101" pitchFamily="2" charset="-122"/>
                <a:ea typeface="宋体" panose="02010600030101010101" pitchFamily="2" charset="-122"/>
                <a:cs typeface="宋体" panose="02010600030101010101" pitchFamily="2" charset="-122"/>
              </a:rPr>
              <a:t>）：</a:t>
            </a:r>
            <a:r>
              <a:rPr lang="en-US" altLang="zh-CN" dirty="0">
                <a:latin typeface="宋体" panose="02010600030101010101" pitchFamily="2" charset="-122"/>
                <a:ea typeface="宋体" panose="02010600030101010101" pitchFamily="2" charset="-122"/>
                <a:cs typeface="宋体" panose="02010600030101010101" pitchFamily="2" charset="-122"/>
              </a:rPr>
              <a:t>ROS</a:t>
            </a:r>
            <a:r>
              <a:rPr lang="zh-CN" altLang="en-US" dirty="0">
                <a:latin typeface="宋体" panose="02010600030101010101" pitchFamily="2" charset="-122"/>
                <a:ea typeface="宋体" panose="02010600030101010101" pitchFamily="2" charset="-122"/>
                <a:cs typeface="宋体" panose="02010600030101010101" pitchFamily="2" charset="-122"/>
              </a:rPr>
              <a:t>可以被视为一个元操作系统，它是一个利用应用程序和分布式计算资源之间的虚拟化层来运用分布式计算资源，来执行调度、加载、监视、错误处理等任务的系统。</a:t>
            </a:r>
            <a:endParaRPr lang="en-US" altLang="ko-KR" dirty="0">
              <a:latin typeface="宋体" panose="02010600030101010101" pitchFamily="2" charset="-122"/>
              <a:ea typeface="宋体" panose="02010600030101010101" pitchFamily="2" charset="-122"/>
              <a:cs typeface="宋体" panose="02010600030101010101" pitchFamily="2" charset="-122"/>
            </a:endParaRPr>
          </a:p>
          <a:p>
            <a:pPr algn="just">
              <a:lnSpc>
                <a:spcPct val="160000"/>
              </a:lnSpc>
            </a:pPr>
            <a:r>
              <a:rPr lang="ko-KR" altLang="en-US" dirty="0">
                <a:solidFill>
                  <a:srgbClr val="5B9BD5"/>
                </a:solidFill>
                <a:latin typeface="宋体" panose="02010600030101010101" pitchFamily="2" charset="-122"/>
                <a:ea typeface="宋体" panose="02010600030101010101" pitchFamily="2" charset="-122"/>
                <a:cs typeface="宋体" panose="02010600030101010101" pitchFamily="2" charset="-122"/>
              </a:rPr>
              <a:t>它不像</a:t>
            </a:r>
            <a:r>
              <a:rPr lang="en-US" altLang="ko-KR" dirty="0">
                <a:solidFill>
                  <a:srgbClr val="5B9BD5"/>
                </a:solidFill>
                <a:latin typeface="宋体" panose="02010600030101010101" pitchFamily="2" charset="-122"/>
                <a:ea typeface="宋体" panose="02010600030101010101" pitchFamily="2" charset="-122"/>
                <a:cs typeface="宋体" panose="02010600030101010101" pitchFamily="2" charset="-122"/>
              </a:rPr>
              <a:t>Windows</a:t>
            </a:r>
            <a:r>
              <a:rPr lang="ko-KR" altLang="en-US" dirty="0">
                <a:solidFill>
                  <a:srgbClr val="5B9BD5"/>
                </a:solidFill>
                <a:latin typeface="宋体" panose="02010600030101010101" pitchFamily="2" charset="-122"/>
                <a:ea typeface="宋体" panose="02010600030101010101" pitchFamily="2" charset="-122"/>
                <a:cs typeface="宋体" panose="02010600030101010101" pitchFamily="2" charset="-122"/>
              </a:rPr>
              <a:t>、</a:t>
            </a:r>
            <a:r>
              <a:rPr lang="en-US" altLang="ko-KR" dirty="0">
                <a:solidFill>
                  <a:srgbClr val="5B9BD5"/>
                </a:solidFill>
                <a:latin typeface="宋体" panose="02010600030101010101" pitchFamily="2" charset="-122"/>
                <a:ea typeface="宋体" panose="02010600030101010101" pitchFamily="2" charset="-122"/>
                <a:cs typeface="宋体" panose="02010600030101010101" pitchFamily="2" charset="-122"/>
              </a:rPr>
              <a:t>Linux</a:t>
            </a:r>
            <a:r>
              <a:rPr lang="ko-KR" altLang="en-US" dirty="0">
                <a:solidFill>
                  <a:srgbClr val="5B9BD5"/>
                </a:solidFill>
                <a:latin typeface="宋体" panose="02010600030101010101" pitchFamily="2" charset="-122"/>
                <a:ea typeface="宋体" panose="02010600030101010101" pitchFamily="2" charset="-122"/>
                <a:cs typeface="宋体" panose="02010600030101010101" pitchFamily="2" charset="-122"/>
              </a:rPr>
              <a:t>和</a:t>
            </a:r>
            <a:r>
              <a:rPr lang="en-US" altLang="ko-KR" dirty="0">
                <a:solidFill>
                  <a:srgbClr val="5B9BD5"/>
                </a:solidFill>
                <a:latin typeface="宋体" panose="02010600030101010101" pitchFamily="2" charset="-122"/>
                <a:ea typeface="宋体" panose="02010600030101010101" pitchFamily="2" charset="-122"/>
                <a:cs typeface="宋体" panose="02010600030101010101" pitchFamily="2" charset="-122"/>
              </a:rPr>
              <a:t>Android</a:t>
            </a:r>
            <a:r>
              <a:rPr lang="ko-KR" altLang="en-US" dirty="0">
                <a:solidFill>
                  <a:srgbClr val="5B9BD5"/>
                </a:solidFill>
                <a:latin typeface="宋体" panose="02010600030101010101" pitchFamily="2" charset="-122"/>
                <a:ea typeface="宋体" panose="02010600030101010101" pitchFamily="2" charset="-122"/>
                <a:cs typeface="宋体" panose="02010600030101010101" pitchFamily="2" charset="-122"/>
              </a:rPr>
              <a:t>那样是一个传统的操作系统</a:t>
            </a:r>
            <a:r>
              <a:rPr lang="ko-KR" altLang="en-US" dirty="0">
                <a:latin typeface="宋体" panose="02010600030101010101" pitchFamily="2" charset="-122"/>
                <a:ea typeface="宋体" panose="02010600030101010101" pitchFamily="2" charset="-122"/>
                <a:cs typeface="宋体" panose="02010600030101010101" pitchFamily="2" charset="-122"/>
              </a:rPr>
              <a:t>。相反，</a:t>
            </a:r>
            <a:r>
              <a:rPr lang="en-US" altLang="ko-KR" b="1" dirty="0">
                <a:solidFill>
                  <a:srgbClr val="FF0000"/>
                </a:solidFill>
                <a:latin typeface="宋体" panose="02010600030101010101" pitchFamily="2" charset="-122"/>
                <a:ea typeface="宋体" panose="02010600030101010101" pitchFamily="2" charset="-122"/>
                <a:cs typeface="宋体" panose="02010600030101010101" pitchFamily="2" charset="-122"/>
              </a:rPr>
              <a:t>ROS</a:t>
            </a:r>
            <a:r>
              <a:rPr lang="ko-KR" altLang="en-US" b="1" dirty="0">
                <a:solidFill>
                  <a:srgbClr val="FF0000"/>
                </a:solidFill>
                <a:latin typeface="宋体" panose="02010600030101010101" pitchFamily="2" charset="-122"/>
                <a:ea typeface="宋体" panose="02010600030101010101" pitchFamily="2" charset="-122"/>
                <a:cs typeface="宋体" panose="02010600030101010101" pitchFamily="2" charset="-122"/>
              </a:rPr>
              <a:t>使用</a:t>
            </a:r>
            <a:r>
              <a:rPr lang="zh-CN" altLang="en-US" b="1" dirty="0">
                <a:solidFill>
                  <a:srgbClr val="FF0000"/>
                </a:solidFill>
                <a:latin typeface="宋体" panose="02010600030101010101" pitchFamily="2" charset="-122"/>
                <a:ea typeface="宋体" panose="02010600030101010101" pitchFamily="2" charset="-122"/>
                <a:cs typeface="宋体" panose="02010600030101010101" pitchFamily="2" charset="-122"/>
              </a:rPr>
              <a:t>现有</a:t>
            </a:r>
            <a:r>
              <a:rPr lang="ko-KR" altLang="en-US" b="1" dirty="0">
                <a:solidFill>
                  <a:srgbClr val="FF0000"/>
                </a:solidFill>
                <a:latin typeface="宋体" panose="02010600030101010101" pitchFamily="2" charset="-122"/>
                <a:ea typeface="宋体" panose="02010600030101010101" pitchFamily="2" charset="-122"/>
                <a:cs typeface="宋体" panose="02010600030101010101" pitchFamily="2" charset="-122"/>
              </a:rPr>
              <a:t>的操作系统（</a:t>
            </a:r>
            <a:r>
              <a:rPr lang="en-US" altLang="ko-KR" b="1" dirty="0">
                <a:solidFill>
                  <a:srgbClr val="FF0000"/>
                </a:solidFill>
                <a:latin typeface="宋体" panose="02010600030101010101" pitchFamily="2" charset="-122"/>
                <a:ea typeface="宋体" panose="02010600030101010101" pitchFamily="2" charset="-122"/>
                <a:cs typeface="宋体" panose="02010600030101010101" pitchFamily="2" charset="-122"/>
              </a:rPr>
              <a:t>Linux</a:t>
            </a:r>
            <a:r>
              <a:rPr lang="ko-KR" altLang="en-US" b="1" dirty="0">
                <a:solidFill>
                  <a:srgbClr val="FF0000"/>
                </a:solidFill>
                <a:latin typeface="宋体" panose="02010600030101010101" pitchFamily="2" charset="-122"/>
                <a:ea typeface="宋体" panose="02010600030101010101" pitchFamily="2" charset="-122"/>
                <a:cs typeface="宋体" panose="02010600030101010101" pitchFamily="2" charset="-122"/>
              </a:rPr>
              <a:t>、</a:t>
            </a:r>
            <a:r>
              <a:rPr lang="en-US" altLang="ko-KR" b="1" dirty="0">
                <a:solidFill>
                  <a:srgbClr val="FF0000"/>
                </a:solidFill>
                <a:latin typeface="宋体" panose="02010600030101010101" pitchFamily="2" charset="-122"/>
                <a:ea typeface="宋体" panose="02010600030101010101" pitchFamily="2" charset="-122"/>
                <a:cs typeface="宋体" panose="02010600030101010101" pitchFamily="2" charset="-122"/>
              </a:rPr>
              <a:t>Windows</a:t>
            </a:r>
            <a:r>
              <a:rPr lang="ko-KR" altLang="en-US" b="1" dirty="0">
                <a:solidFill>
                  <a:srgbClr val="FF0000"/>
                </a:solidFill>
                <a:latin typeface="宋体" panose="02010600030101010101" pitchFamily="2" charset="-122"/>
                <a:ea typeface="宋体" panose="02010600030101010101" pitchFamily="2" charset="-122"/>
                <a:cs typeface="宋体" panose="02010600030101010101" pitchFamily="2" charset="-122"/>
              </a:rPr>
              <a:t>、</a:t>
            </a:r>
            <a:r>
              <a:rPr lang="en-US" altLang="ko-KR" b="1" dirty="0" err="1">
                <a:solidFill>
                  <a:srgbClr val="FF0000"/>
                </a:solidFill>
                <a:latin typeface="宋体" panose="02010600030101010101" pitchFamily="2" charset="-122"/>
                <a:ea typeface="宋体" panose="02010600030101010101" pitchFamily="2" charset="-122"/>
                <a:cs typeface="宋体" panose="02010600030101010101" pitchFamily="2" charset="-122"/>
              </a:rPr>
              <a:t>macOS</a:t>
            </a:r>
            <a:r>
              <a:rPr lang="ko-KR" altLang="en-US" b="1" dirty="0">
                <a:solidFill>
                  <a:srgbClr val="FF0000"/>
                </a:solidFill>
                <a:latin typeface="宋体" panose="02010600030101010101" pitchFamily="2" charset="-122"/>
                <a:ea typeface="宋体" panose="02010600030101010101" pitchFamily="2" charset="-122"/>
                <a:cs typeface="宋体" panose="02010600030101010101" pitchFamily="2" charset="-122"/>
              </a:rPr>
              <a:t>和</a:t>
            </a:r>
            <a:r>
              <a:rPr lang="en-US" altLang="ko-KR" b="1" dirty="0">
                <a:solidFill>
                  <a:srgbClr val="FF0000"/>
                </a:solidFill>
                <a:latin typeface="宋体" panose="02010600030101010101" pitchFamily="2" charset="-122"/>
                <a:ea typeface="宋体" panose="02010600030101010101" pitchFamily="2" charset="-122"/>
                <a:cs typeface="宋体" panose="02010600030101010101" pitchFamily="2" charset="-122"/>
              </a:rPr>
              <a:t>Android</a:t>
            </a:r>
            <a:r>
              <a:rPr lang="ko-KR" altLang="en-US" b="1" dirty="0">
                <a:solidFill>
                  <a:srgbClr val="FF0000"/>
                </a:solidFill>
                <a:latin typeface="宋体" panose="02010600030101010101" pitchFamily="2" charset="-122"/>
                <a:ea typeface="宋体" panose="02010600030101010101" pitchFamily="2" charset="-122"/>
                <a:cs typeface="宋体" panose="02010600030101010101" pitchFamily="2" charset="-122"/>
              </a:rPr>
              <a:t>）。</a:t>
            </a:r>
            <a:endParaRPr lang="en-US" altLang="ko-KR" b="1" dirty="0">
              <a:solidFill>
                <a:srgbClr val="FF0000"/>
              </a:solidFill>
              <a:latin typeface="宋体" panose="02010600030101010101" pitchFamily="2" charset="-122"/>
              <a:ea typeface="宋体" panose="02010600030101010101" pitchFamily="2" charset="-122"/>
              <a:cs typeface="宋体" panose="02010600030101010101" pitchFamily="2" charset="-122"/>
            </a:endParaRPr>
          </a:p>
          <a:p>
            <a:pPr lvl="1" algn="just">
              <a:lnSpc>
                <a:spcPct val="160000"/>
              </a:lnSpc>
            </a:pPr>
            <a:r>
              <a:rPr lang="zh-CN" altLang="en-US" dirty="0">
                <a:latin typeface="宋体" panose="02010600030101010101" pitchFamily="2" charset="-122"/>
                <a:ea typeface="宋体" panose="02010600030101010101" pitchFamily="2" charset="-122"/>
                <a:cs typeface="宋体" panose="02010600030101010101" pitchFamily="2" charset="-122"/>
              </a:rPr>
              <a:t>使用现有操作系统的进程管理系统、文件系统、用户界面、程序实用程序（编译器、线程模型等）。</a:t>
            </a:r>
            <a:endParaRPr lang="en-US" altLang="zh-CN" dirty="0">
              <a:latin typeface="宋体" panose="02010600030101010101" pitchFamily="2" charset="-122"/>
              <a:ea typeface="宋体" panose="02010600030101010101" pitchFamily="2" charset="-122"/>
              <a:cs typeface="宋体" panose="02010600030101010101" pitchFamily="2" charset="-122"/>
            </a:endParaRPr>
          </a:p>
          <a:p>
            <a:pPr lvl="1" algn="just">
              <a:lnSpc>
                <a:spcPct val="160000"/>
              </a:lnSpc>
            </a:pPr>
            <a:r>
              <a:rPr lang="zh-CN" altLang="en-US" dirty="0">
                <a:solidFill>
                  <a:srgbClr val="FF0000"/>
                </a:solidFill>
                <a:latin typeface="宋体" panose="02010600030101010101" pitchFamily="2" charset="-122"/>
                <a:ea typeface="宋体" panose="02010600030101010101" pitchFamily="2" charset="-122"/>
                <a:cs typeface="宋体" panose="02010600030101010101" pitchFamily="2" charset="-122"/>
              </a:rPr>
              <a:t>它还为开发机器人应用软件提供了必要的功能</a:t>
            </a:r>
            <a:r>
              <a:rPr lang="zh-CN" altLang="en-US" dirty="0">
                <a:latin typeface="宋体" panose="02010600030101010101" pitchFamily="2" charset="-122"/>
                <a:ea typeface="宋体" panose="02010600030101010101" pitchFamily="2" charset="-122"/>
                <a:cs typeface="宋体" panose="02010600030101010101" pitchFamily="2" charset="-122"/>
              </a:rPr>
              <a:t>，例如以库的形式在多种不同类型的硬件之间进行数据传输</a:t>
            </a:r>
            <a:r>
              <a:rPr lang="en-US" altLang="zh-CN" dirty="0">
                <a:latin typeface="宋体" panose="02010600030101010101" pitchFamily="2" charset="-122"/>
                <a:ea typeface="宋体" panose="02010600030101010101" pitchFamily="2" charset="-122"/>
                <a:cs typeface="宋体" panose="02010600030101010101" pitchFamily="2" charset="-122"/>
              </a:rPr>
              <a:t>/</a:t>
            </a:r>
            <a:r>
              <a:rPr lang="zh-CN" altLang="en-US" dirty="0">
                <a:latin typeface="宋体" panose="02010600030101010101" pitchFamily="2" charset="-122"/>
                <a:ea typeface="宋体" panose="02010600030101010101" pitchFamily="2" charset="-122"/>
                <a:cs typeface="宋体" panose="02010600030101010101" pitchFamily="2" charset="-122"/>
              </a:rPr>
              <a:t>接收、调度和错误处理。</a:t>
            </a:r>
            <a:endParaRPr lang="en-US" altLang="zh-CN" dirty="0">
              <a:latin typeface="宋体" panose="02010600030101010101" pitchFamily="2" charset="-122"/>
              <a:ea typeface="宋体" panose="02010600030101010101" pitchFamily="2" charset="-122"/>
              <a:cs typeface="宋体" panose="02010600030101010101" pitchFamily="2" charset="-122"/>
            </a:endParaRPr>
          </a:p>
          <a:p>
            <a:pPr lvl="1" algn="just">
              <a:lnSpc>
                <a:spcPct val="160000"/>
              </a:lnSpc>
            </a:pPr>
            <a:r>
              <a:rPr lang="zh-CN" altLang="en-US" dirty="0">
                <a:latin typeface="宋体" panose="02010600030101010101" pitchFamily="2" charset="-122"/>
                <a:ea typeface="宋体" panose="02010600030101010101" pitchFamily="2" charset="-122"/>
                <a:cs typeface="宋体" panose="02010600030101010101" pitchFamily="2" charset="-122"/>
              </a:rPr>
              <a:t>基于</a:t>
            </a:r>
            <a:r>
              <a:rPr lang="zh-CN" altLang="en-US" dirty="0">
                <a:solidFill>
                  <a:srgbClr val="FF0000"/>
                </a:solidFill>
                <a:latin typeface="宋体" panose="02010600030101010101" pitchFamily="2" charset="-122"/>
                <a:ea typeface="宋体" panose="02010600030101010101" pitchFamily="2" charset="-122"/>
                <a:cs typeface="宋体" panose="02010600030101010101" pitchFamily="2" charset="-122"/>
              </a:rPr>
              <a:t>机器人软件框架</a:t>
            </a:r>
            <a:r>
              <a:rPr lang="zh-CN" altLang="en-US" dirty="0">
                <a:latin typeface="宋体" panose="02010600030101010101" pitchFamily="2" charset="-122"/>
                <a:ea typeface="宋体" panose="02010600030101010101" pitchFamily="2" charset="-122"/>
                <a:cs typeface="宋体" panose="02010600030101010101" pitchFamily="2" charset="-122"/>
              </a:rPr>
              <a:t>开发、管理和提供各种应用程序，并拥有一个负责分享用户所开发的功能包的</a:t>
            </a:r>
            <a:r>
              <a:rPr lang="zh-CN" altLang="en-US" dirty="0">
                <a:solidFill>
                  <a:srgbClr val="FF0000"/>
                </a:solidFill>
                <a:latin typeface="宋体" panose="02010600030101010101" pitchFamily="2" charset="-122"/>
                <a:ea typeface="宋体" panose="02010600030101010101" pitchFamily="2" charset="-122"/>
                <a:cs typeface="宋体" panose="02010600030101010101" pitchFamily="2" charset="-122"/>
              </a:rPr>
              <a:t>生态系统</a:t>
            </a:r>
            <a:r>
              <a:rPr lang="zh-CN" altLang="en-US" dirty="0">
                <a:latin typeface="宋体" panose="02010600030101010101" pitchFamily="2" charset="-122"/>
                <a:ea typeface="宋体" panose="02010600030101010101" pitchFamily="2" charset="-122"/>
                <a:cs typeface="宋体" panose="02010600030101010101" pitchFamily="2" charset="-122"/>
              </a:rPr>
              <a:t>。</a:t>
            </a:r>
            <a:endParaRPr lang="en-US" altLang="ko-KR" dirty="0">
              <a:latin typeface="宋体" panose="02010600030101010101" pitchFamily="2" charset="-122"/>
              <a:ea typeface="宋体" panose="02010600030101010101" pitchFamily="2" charset="-122"/>
              <a:cs typeface="宋体" panose="02010600030101010101" pitchFamily="2" charset="-122"/>
            </a:endParaRPr>
          </a:p>
        </p:txBody>
      </p:sp>
      <p:sp>
        <p:nvSpPr>
          <p:cNvPr id="4" name="Slide Number Placeholder 3"/>
          <p:cNvSpPr>
            <a:spLocks noGrp="1"/>
          </p:cNvSpPr>
          <p:nvPr>
            <p:ph type="sldNum" sz="quarter" idx="12"/>
          </p:nvPr>
        </p:nvSpPr>
        <p:spPr>
          <a:xfrm>
            <a:off x="9448800" y="6492874"/>
            <a:ext cx="2743200" cy="365125"/>
          </a:xfrm>
        </p:spPr>
        <p:txBody>
          <a:bodyPr/>
          <a:lstStyle/>
          <a:p>
            <a:fld id="{A7AA09E4-EDB9-4D6A-8918-B1B0AEC6D61D}" type="slidenum">
              <a:rPr lang="ko-KR" altLang="en-US" smtClean="0"/>
              <a:t>2</a:t>
            </a:fld>
            <a:endParaRPr lang="ko-KR" alt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2555" y="234494"/>
            <a:ext cx="11290041" cy="679903"/>
          </a:xfrm>
        </p:spPr>
        <p:txBody>
          <a:bodyPr/>
          <a:lstStyle/>
          <a:p>
            <a:r>
              <a:rPr lang="zh-CN" altLang="en-US" dirty="0">
                <a:latin typeface="宋体" panose="02010600030101010101" pitchFamily="2" charset="-122"/>
                <a:ea typeface="宋体" panose="02010600030101010101" pitchFamily="2" charset="-122"/>
                <a:cs typeface="宋体" panose="02010600030101010101" pitchFamily="2" charset="-122"/>
              </a:rPr>
              <a:t>元操作系统</a:t>
            </a:r>
            <a:endParaRPr lang="ko-KR" altLang="en-US" dirty="0">
              <a:latin typeface="宋体" panose="02010600030101010101" pitchFamily="2" charset="-122"/>
              <a:ea typeface="宋体" panose="02010600030101010101" pitchFamily="2" charset="-122"/>
              <a:cs typeface="宋体" panose="02010600030101010101" pitchFamily="2" charset="-122"/>
            </a:endParaRPr>
          </a:p>
        </p:txBody>
      </p:sp>
      <p:sp>
        <p:nvSpPr>
          <p:cNvPr id="3" name="Slide Number Placeholder 3"/>
          <p:cNvSpPr>
            <a:spLocks noGrp="1"/>
          </p:cNvSpPr>
          <p:nvPr>
            <p:ph type="sldNum" sz="quarter" idx="12"/>
          </p:nvPr>
        </p:nvSpPr>
        <p:spPr>
          <a:xfrm>
            <a:off x="9448800" y="6492874"/>
            <a:ext cx="2743200" cy="365125"/>
          </a:xfrm>
        </p:spPr>
        <p:txBody>
          <a:bodyPr/>
          <a:lstStyle/>
          <a:p>
            <a:fld id="{A7AA09E4-EDB9-4D6A-8918-B1B0AEC6D61D}" type="slidenum">
              <a:rPr lang="ko-KR" altLang="en-US" smtClean="0"/>
              <a:t>3</a:t>
            </a:fld>
            <a:endParaRPr lang="ko-KR" altLang="en-US" dirty="0"/>
          </a:p>
        </p:txBody>
      </p:sp>
      <p:pic>
        <p:nvPicPr>
          <p:cNvPr id="4" name="Picture 4" descr="http://blog.bhaalu.com/wp-content/uploads/2014/07/logo-linux.png"/>
          <p:cNvPicPr>
            <a:picLocks noChangeAspect="1" noChangeArrowheads="1"/>
          </p:cNvPicPr>
          <p:nvPr/>
        </p:nvPicPr>
        <p:blipFill rotWithShape="1">
          <a:blip r:embed="rId2">
            <a:extLst>
              <a:ext uri="{28A0092B-C50C-407E-A947-70E740481C1C}">
                <a14:useLocalDpi xmlns:a14="http://schemas.microsoft.com/office/drawing/2010/main" val="0"/>
              </a:ext>
            </a:extLst>
          </a:blip>
          <a:srcRect r="59499"/>
          <a:stretch>
            <a:fillRect/>
          </a:stretch>
        </p:blipFill>
        <p:spPr bwMode="auto">
          <a:xfrm>
            <a:off x="3133384" y="1753767"/>
            <a:ext cx="1389864" cy="1698863"/>
          </a:xfrm>
          <a:prstGeom prst="rect">
            <a:avLst/>
          </a:prstGeom>
          <a:noFill/>
        </p:spPr>
      </p:pic>
      <p:pic>
        <p:nvPicPr>
          <p:cNvPr id="5" name="Picture 4" descr="http://blog.bhaalu.com/wp-content/uploads/2014/07/logo-linux.png"/>
          <p:cNvPicPr>
            <a:picLocks noChangeAspect="1" noChangeArrowheads="1"/>
          </p:cNvPicPr>
          <p:nvPr/>
        </p:nvPicPr>
        <p:blipFill rotWithShape="1">
          <a:blip r:embed="rId2">
            <a:extLst>
              <a:ext uri="{28A0092B-C50C-407E-A947-70E740481C1C}">
                <a14:useLocalDpi xmlns:a14="http://schemas.microsoft.com/office/drawing/2010/main" val="0"/>
              </a:ext>
            </a:extLst>
          </a:blip>
          <a:srcRect l="41134" t="28061" b="29554"/>
          <a:stretch>
            <a:fillRect/>
          </a:stretch>
        </p:blipFill>
        <p:spPr bwMode="auto">
          <a:xfrm>
            <a:off x="2730080" y="3160389"/>
            <a:ext cx="2020126" cy="720081"/>
          </a:xfrm>
          <a:prstGeom prst="rect">
            <a:avLst/>
          </a:prstGeom>
          <a:noFill/>
        </p:spPr>
      </p:pic>
      <p:pic>
        <p:nvPicPr>
          <p:cNvPr id="6" name="Picture 20" descr="https://www.google.com/help/hc/images/android/android_logo_520.png"/>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l="3504" t="41880" r="9266" b="29043"/>
          <a:stretch>
            <a:fillRect/>
          </a:stretch>
        </p:blipFill>
        <p:spPr bwMode="auto">
          <a:xfrm>
            <a:off x="6412874" y="3283018"/>
            <a:ext cx="1368152" cy="250828"/>
          </a:xfrm>
          <a:prstGeom prst="rect">
            <a:avLst/>
          </a:prstGeom>
          <a:noFill/>
        </p:spPr>
      </p:pic>
      <p:pic>
        <p:nvPicPr>
          <p:cNvPr id="7" name="Picture 26" descr="http://design.ubuntu.com/wp-content/uploads/logo-ubuntu_st_no%C2%AE-black_orange-hex.png"/>
          <p:cNvPicPr>
            <a:picLocks noChangeAspect="1" noChangeArrowheads="1"/>
          </p:cNvPicPr>
          <p:nvPr/>
        </p:nvPicPr>
        <p:blipFill rotWithShape="1">
          <a:blip r:embed="rId4" cstate="print">
            <a:extLst>
              <a:ext uri="{28A0092B-C50C-407E-A947-70E740481C1C}">
                <a14:useLocalDpi xmlns:a14="http://schemas.microsoft.com/office/drawing/2010/main" val="0"/>
              </a:ext>
            </a:extLst>
          </a:blip>
          <a:srcRect l="19377" t="12390" r="20518" b="16763"/>
          <a:stretch>
            <a:fillRect/>
          </a:stretch>
        </p:blipFill>
        <p:spPr bwMode="auto">
          <a:xfrm>
            <a:off x="2549465" y="1928556"/>
            <a:ext cx="864096" cy="720080"/>
          </a:xfrm>
          <a:prstGeom prst="rect">
            <a:avLst/>
          </a:prstGeom>
          <a:noFill/>
        </p:spPr>
      </p:pic>
      <p:pic>
        <p:nvPicPr>
          <p:cNvPr id="8" name="Picture 34" descr="File:Mint-logo.svg"/>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2775646" y="2744553"/>
            <a:ext cx="483006" cy="362254"/>
          </a:xfrm>
          <a:prstGeom prst="rect">
            <a:avLst/>
          </a:prstGeom>
          <a:noFill/>
        </p:spPr>
      </p:pic>
      <p:pic>
        <p:nvPicPr>
          <p:cNvPr id="9" name="Picture 36" descr="https://d11xdyzr0div58.cloudfront.net/static/logos/archlinux-logo-dark-1200dpi.b42bd35d5916.png"/>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1820780" y="2962729"/>
            <a:ext cx="1189479" cy="395353"/>
          </a:xfrm>
          <a:prstGeom prst="rect">
            <a:avLst/>
          </a:prstGeom>
          <a:noFill/>
        </p:spPr>
      </p:pic>
      <p:pic>
        <p:nvPicPr>
          <p:cNvPr id="10" name="Picture 38" descr="http://digitizor.com/wp-content/uploads/2011/07/cent63.png"/>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1587749" y="3419839"/>
            <a:ext cx="1187897" cy="320023"/>
          </a:xfrm>
          <a:prstGeom prst="rect">
            <a:avLst/>
          </a:prstGeom>
          <a:noFill/>
        </p:spPr>
      </p:pic>
      <p:pic>
        <p:nvPicPr>
          <p:cNvPr id="11" name="Picture 42" descr="http://www.hands.com/~phil/debian/logo/offVertColor-phil2.eps.jpg"/>
          <p:cNvPicPr>
            <a:picLocks noChangeAspect="1" noChangeArrowheads="1"/>
          </p:cNvPicPr>
          <p:nvPr/>
        </p:nvPicPr>
        <p:blipFill>
          <a:blip r:embed="rId8" cstate="print">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2086605" y="2100726"/>
            <a:ext cx="624660" cy="817166"/>
          </a:xfrm>
          <a:prstGeom prst="rect">
            <a:avLst/>
          </a:prstGeom>
          <a:noFill/>
        </p:spPr>
      </p:pic>
      <p:pic>
        <p:nvPicPr>
          <p:cNvPr id="12" name="Picture 44" descr="http://fedoraproject.org/w/uploads/2/2d/Logo_fedoralogo.png"/>
          <p:cNvPicPr>
            <a:picLocks noChangeAspect="1" noChangeArrowheads="1"/>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2492586" y="1347523"/>
            <a:ext cx="1466092" cy="444715"/>
          </a:xfrm>
          <a:prstGeom prst="rect">
            <a:avLst/>
          </a:prstGeom>
          <a:noFill/>
        </p:spPr>
      </p:pic>
      <p:sp>
        <p:nvSpPr>
          <p:cNvPr id="13" name="Left Brace 15"/>
          <p:cNvSpPr/>
          <p:nvPr/>
        </p:nvSpPr>
        <p:spPr>
          <a:xfrm rot="16200000">
            <a:off x="5567937" y="730300"/>
            <a:ext cx="610632" cy="6649384"/>
          </a:xfrm>
          <a:prstGeom prst="leftBrace">
            <a:avLst/>
          </a:prstGeom>
          <a:ln w="28575"/>
        </p:spPr>
        <p:style>
          <a:lnRef idx="3">
            <a:schemeClr val="accent1"/>
          </a:lnRef>
          <a:fillRef idx="0">
            <a:schemeClr val="accent1"/>
          </a:fillRef>
          <a:effectRef idx="2">
            <a:schemeClr val="accent1"/>
          </a:effectRef>
          <a:fontRef idx="minor">
            <a:schemeClr val="tx1"/>
          </a:fontRef>
        </p:style>
        <p:txBody>
          <a:bodyPr rtlCol="0" anchor="ctr"/>
          <a:lstStyle/>
          <a:p>
            <a:pPr algn="ctr"/>
            <a:endParaRPr lang="en-US"/>
          </a:p>
        </p:txBody>
      </p:sp>
      <p:sp>
        <p:nvSpPr>
          <p:cNvPr id="14" name="TextBox 16"/>
          <p:cNvSpPr txBox="1"/>
          <p:nvPr/>
        </p:nvSpPr>
        <p:spPr>
          <a:xfrm>
            <a:off x="8240919" y="5055783"/>
            <a:ext cx="1757212" cy="584775"/>
          </a:xfrm>
          <a:prstGeom prst="rect">
            <a:avLst/>
          </a:prstGeom>
          <a:noFill/>
        </p:spPr>
        <p:txBody>
          <a:bodyPr wrap="none" rtlCol="0">
            <a:spAutoFit/>
          </a:bodyPr>
          <a:lstStyle/>
          <a:p>
            <a:r>
              <a:rPr lang="en-US" sz="3200" dirty="0">
                <a:ln w="0"/>
                <a:gradFill>
                  <a:gsLst>
                    <a:gs pos="0">
                      <a:schemeClr val="accent5">
                        <a:lumMod val="50000"/>
                      </a:schemeClr>
                    </a:gs>
                    <a:gs pos="50000">
                      <a:schemeClr val="accent5"/>
                    </a:gs>
                    <a:gs pos="100000">
                      <a:schemeClr val="accent5">
                        <a:lumMod val="60000"/>
                        <a:lumOff val="40000"/>
                      </a:schemeClr>
                    </a:gs>
                  </a:gsLst>
                  <a:lin ang="5400000"/>
                </a:gradFill>
                <a:effectLst/>
                <a:latin typeface="+mj-lt"/>
              </a:rPr>
              <a:t>SENSOR</a:t>
            </a:r>
          </a:p>
        </p:txBody>
      </p:sp>
      <p:sp>
        <p:nvSpPr>
          <p:cNvPr id="15" name="TextBox 17"/>
          <p:cNvSpPr txBox="1"/>
          <p:nvPr/>
        </p:nvSpPr>
        <p:spPr>
          <a:xfrm>
            <a:off x="1792816" y="5055783"/>
            <a:ext cx="1613070" cy="584775"/>
          </a:xfrm>
          <a:prstGeom prst="rect">
            <a:avLst/>
          </a:prstGeom>
          <a:noFill/>
        </p:spPr>
        <p:txBody>
          <a:bodyPr wrap="none" rtlCol="0">
            <a:spAutoFit/>
          </a:bodyPr>
          <a:lstStyle/>
          <a:p>
            <a:r>
              <a:rPr lang="en-US" sz="3200" dirty="0">
                <a:ln w="0"/>
                <a:gradFill>
                  <a:gsLst>
                    <a:gs pos="0">
                      <a:schemeClr val="accent5">
                        <a:lumMod val="50000"/>
                      </a:schemeClr>
                    </a:gs>
                    <a:gs pos="50000">
                      <a:schemeClr val="accent5"/>
                    </a:gs>
                    <a:gs pos="100000">
                      <a:schemeClr val="accent5">
                        <a:lumMod val="60000"/>
                        <a:lumOff val="40000"/>
                      </a:schemeClr>
                    </a:gs>
                  </a:gsLst>
                  <a:lin ang="5400000"/>
                </a:gradFill>
                <a:effectLst/>
                <a:latin typeface="+mj-lt"/>
              </a:rPr>
              <a:t>ROBOT</a:t>
            </a:r>
          </a:p>
        </p:txBody>
      </p:sp>
      <p:sp>
        <p:nvSpPr>
          <p:cNvPr id="16" name="TextBox 18"/>
          <p:cNvSpPr txBox="1"/>
          <p:nvPr/>
        </p:nvSpPr>
        <p:spPr>
          <a:xfrm>
            <a:off x="5467259" y="6267617"/>
            <a:ext cx="936475" cy="584775"/>
          </a:xfrm>
          <a:prstGeom prst="rect">
            <a:avLst/>
          </a:prstGeom>
          <a:noFill/>
        </p:spPr>
        <p:txBody>
          <a:bodyPr wrap="none" rtlCol="0">
            <a:spAutoFit/>
          </a:bodyPr>
          <a:lstStyle/>
          <a:p>
            <a:r>
              <a:rPr lang="en-US" sz="3200" dirty="0">
                <a:ln w="0"/>
                <a:gradFill>
                  <a:gsLst>
                    <a:gs pos="0">
                      <a:schemeClr val="accent5">
                        <a:lumMod val="50000"/>
                      </a:schemeClr>
                    </a:gs>
                    <a:gs pos="50000">
                      <a:schemeClr val="accent5"/>
                    </a:gs>
                    <a:gs pos="100000">
                      <a:schemeClr val="accent5">
                        <a:lumMod val="60000"/>
                        <a:lumOff val="40000"/>
                      </a:schemeClr>
                    </a:gs>
                  </a:gsLst>
                  <a:lin ang="5400000"/>
                </a:gradFill>
                <a:effectLst/>
                <a:latin typeface="+mj-lt"/>
              </a:rPr>
              <a:t>APP</a:t>
            </a:r>
          </a:p>
        </p:txBody>
      </p:sp>
      <p:cxnSp>
        <p:nvCxnSpPr>
          <p:cNvPr id="17" name="Straight Arrow Connector 19"/>
          <p:cNvCxnSpPr/>
          <p:nvPr/>
        </p:nvCxnSpPr>
        <p:spPr>
          <a:xfrm>
            <a:off x="3557020" y="5348170"/>
            <a:ext cx="818877" cy="0"/>
          </a:xfrm>
          <a:prstGeom prst="straightConnector1">
            <a:avLst/>
          </a:prstGeom>
          <a:ln w="76200">
            <a:headEnd type="triangle"/>
            <a:tailEnd type="triangle"/>
          </a:ln>
        </p:spPr>
        <p:style>
          <a:lnRef idx="3">
            <a:schemeClr val="dk1"/>
          </a:lnRef>
          <a:fillRef idx="0">
            <a:schemeClr val="dk1"/>
          </a:fillRef>
          <a:effectRef idx="2">
            <a:schemeClr val="dk1"/>
          </a:effectRef>
          <a:fontRef idx="minor">
            <a:schemeClr val="tx1"/>
          </a:fontRef>
        </p:style>
      </p:cxnSp>
      <p:cxnSp>
        <p:nvCxnSpPr>
          <p:cNvPr id="18" name="Straight Arrow Connector 20"/>
          <p:cNvCxnSpPr/>
          <p:nvPr/>
        </p:nvCxnSpPr>
        <p:spPr>
          <a:xfrm>
            <a:off x="7275564" y="5348170"/>
            <a:ext cx="818877" cy="0"/>
          </a:xfrm>
          <a:prstGeom prst="straightConnector1">
            <a:avLst/>
          </a:prstGeom>
          <a:ln w="76200">
            <a:headEnd type="triangle"/>
            <a:tailEnd type="triangle"/>
          </a:ln>
        </p:spPr>
        <p:style>
          <a:lnRef idx="3">
            <a:schemeClr val="dk1"/>
          </a:lnRef>
          <a:fillRef idx="0">
            <a:schemeClr val="dk1"/>
          </a:fillRef>
          <a:effectRef idx="2">
            <a:schemeClr val="dk1"/>
          </a:effectRef>
          <a:fontRef idx="minor">
            <a:schemeClr val="tx1"/>
          </a:fontRef>
        </p:style>
      </p:cxnSp>
      <p:cxnSp>
        <p:nvCxnSpPr>
          <p:cNvPr id="19" name="Straight Arrow Connector 21"/>
          <p:cNvCxnSpPr/>
          <p:nvPr/>
        </p:nvCxnSpPr>
        <p:spPr>
          <a:xfrm>
            <a:off x="5873252" y="5628256"/>
            <a:ext cx="0" cy="684992"/>
          </a:xfrm>
          <a:prstGeom prst="straightConnector1">
            <a:avLst/>
          </a:prstGeom>
          <a:ln w="76200">
            <a:headEnd type="triangle"/>
            <a:tailEnd type="triangle"/>
          </a:ln>
        </p:spPr>
        <p:style>
          <a:lnRef idx="3">
            <a:schemeClr val="dk1"/>
          </a:lnRef>
          <a:fillRef idx="0">
            <a:schemeClr val="dk1"/>
          </a:fillRef>
          <a:effectRef idx="2">
            <a:schemeClr val="dk1"/>
          </a:effectRef>
          <a:fontRef idx="minor">
            <a:schemeClr val="tx1"/>
          </a:fontRef>
        </p:style>
      </p:cxnSp>
      <p:pic>
        <p:nvPicPr>
          <p:cNvPr id="20" name="Picture 2" descr="http://www.berryreview.com/wp-content/uploads/2012/07/QNX-Logo.png"/>
          <p:cNvPicPr>
            <a:picLocks noChangeAspect="1" noChangeArrowheads="1"/>
          </p:cNvPicPr>
          <p:nvPr/>
        </p:nvPicPr>
        <p:blipFill>
          <a:blip r:embed="rId10" cstate="print">
            <a:extLst>
              <a:ext uri="{28A0092B-C50C-407E-A947-70E740481C1C}">
                <a14:useLocalDpi xmlns:a14="http://schemas.microsoft.com/office/drawing/2010/main" val="0"/>
              </a:ext>
            </a:extLst>
          </a:blip>
          <a:srcRect/>
          <a:stretch>
            <a:fillRect/>
          </a:stretch>
        </p:blipFill>
        <p:spPr bwMode="auto">
          <a:xfrm>
            <a:off x="8221101" y="1641033"/>
            <a:ext cx="1078458" cy="459693"/>
          </a:xfrm>
          <a:prstGeom prst="rect">
            <a:avLst/>
          </a:prstGeom>
          <a:noFill/>
        </p:spPr>
      </p:pic>
      <p:pic>
        <p:nvPicPr>
          <p:cNvPr id="21" name="Picture 4" descr="http://mazcanproject.sourceforge.net/blog/wp-content/uploads/2011/05/FreeRTOS_logo.png"/>
          <p:cNvPicPr>
            <a:picLocks noChangeAspect="1" noChangeArrowheads="1"/>
          </p:cNvPicPr>
          <p:nvPr/>
        </p:nvPicPr>
        <p:blipFill>
          <a:blip r:embed="rId11" cstate="print">
            <a:extLst>
              <a:ext uri="{28A0092B-C50C-407E-A947-70E740481C1C}">
                <a14:useLocalDpi xmlns:a14="http://schemas.microsoft.com/office/drawing/2010/main" val="0"/>
              </a:ext>
            </a:extLst>
          </a:blip>
          <a:srcRect/>
          <a:stretch>
            <a:fillRect/>
          </a:stretch>
        </p:blipFill>
        <p:spPr bwMode="auto">
          <a:xfrm>
            <a:off x="7986376" y="1154983"/>
            <a:ext cx="1031461" cy="385079"/>
          </a:xfrm>
          <a:prstGeom prst="rect">
            <a:avLst/>
          </a:prstGeom>
          <a:noFill/>
        </p:spPr>
      </p:pic>
      <p:pic>
        <p:nvPicPr>
          <p:cNvPr id="22" name="Picture 6" descr="http://www.acq.nl/images/VXWORKS_logo.jpg"/>
          <p:cNvPicPr>
            <a:picLocks noChangeAspect="1" noChangeArrowheads="1"/>
          </p:cNvPicPr>
          <p:nvPr/>
        </p:nvPicPr>
        <p:blipFill>
          <a:blip r:embed="rId12" cstate="print">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9035379" y="2870407"/>
            <a:ext cx="1337346" cy="712576"/>
          </a:xfrm>
          <a:prstGeom prst="rect">
            <a:avLst/>
          </a:prstGeom>
          <a:noFill/>
        </p:spPr>
      </p:pic>
      <p:sp>
        <p:nvSpPr>
          <p:cNvPr id="23" name="TextBox 25"/>
          <p:cNvSpPr txBox="1"/>
          <p:nvPr/>
        </p:nvSpPr>
        <p:spPr>
          <a:xfrm>
            <a:off x="1105783" y="4449294"/>
            <a:ext cx="9534983" cy="369332"/>
          </a:xfrm>
          <a:prstGeom prst="rect">
            <a:avLst/>
          </a:prstGeom>
          <a:noFill/>
        </p:spPr>
        <p:txBody>
          <a:bodyPr wrap="none" rtlCol="0">
            <a:spAutoFit/>
          </a:bodyPr>
          <a:lstStyle/>
          <a:p>
            <a:pPr algn="ctr"/>
            <a:r>
              <a:rPr lang="zh-CN" altLang="en-US" b="1" dirty="0">
                <a:latin typeface="宋体" panose="02010600030101010101" pitchFamily="2" charset="-122"/>
                <a:ea typeface="宋体" panose="02010600030101010101" pitchFamily="2" charset="-122"/>
                <a:cs typeface="宋体" panose="02010600030101010101" pitchFamily="2" charset="-122"/>
              </a:rPr>
              <a:t>设备驱动、库、调试工具、消息通信运行工具、编译工具、安装工具、功能包的创建及发布</a:t>
            </a:r>
            <a:endParaRPr lang="ko-KR" altLang="en-US" b="1" dirty="0">
              <a:latin typeface="宋体" panose="02010600030101010101" pitchFamily="2" charset="-122"/>
              <a:ea typeface="宋体" panose="02010600030101010101" pitchFamily="2" charset="-122"/>
              <a:cs typeface="宋体" panose="02010600030101010101" pitchFamily="2" charset="-122"/>
            </a:endParaRPr>
          </a:p>
        </p:txBody>
      </p:sp>
      <p:pic>
        <p:nvPicPr>
          <p:cNvPr id="24" name="Picture 8" descr="http://www.yoctoproject.org/docs/current/yocto-project-qs/figures/yocto-project-transp.png"/>
          <p:cNvPicPr>
            <a:picLocks noChangeAspect="1" noChangeArrowheads="1"/>
          </p:cNvPicPr>
          <p:nvPr/>
        </p:nvPicPr>
        <p:blipFill>
          <a:blip r:embed="rId13" cstate="print">
            <a:extLst>
              <a:ext uri="{28A0092B-C50C-407E-A947-70E740481C1C}">
                <a14:useLocalDpi xmlns:a14="http://schemas.microsoft.com/office/drawing/2010/main" val="0"/>
              </a:ext>
            </a:extLst>
          </a:blip>
          <a:srcRect/>
          <a:stretch>
            <a:fillRect/>
          </a:stretch>
        </p:blipFill>
        <p:spPr bwMode="auto">
          <a:xfrm>
            <a:off x="8940528" y="2320333"/>
            <a:ext cx="1073269" cy="406964"/>
          </a:xfrm>
          <a:prstGeom prst="rect">
            <a:avLst/>
          </a:prstGeom>
          <a:noFill/>
        </p:spPr>
      </p:pic>
      <p:pic>
        <p:nvPicPr>
          <p:cNvPr id="25" name="Picture 2" descr="https://lh3.googleusercontent.com/-XW1x_JT1g24/AAAAAAAAAAI/AAAAAAAAACs/BO3Un-dNcq0/photo.jpg"/>
          <p:cNvPicPr>
            <a:picLocks noChangeAspect="1" noChangeArrowheads="1"/>
          </p:cNvPicPr>
          <p:nvPr/>
        </p:nvPicPr>
        <p:blipFill>
          <a:blip r:embed="rId14" cstate="print">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9465379" y="1589435"/>
            <a:ext cx="619314" cy="617916"/>
          </a:xfrm>
          <a:prstGeom prst="rect">
            <a:avLst/>
          </a:prstGeom>
          <a:noFill/>
        </p:spPr>
      </p:pic>
      <p:pic>
        <p:nvPicPr>
          <p:cNvPr id="26" name="Picture 4" descr="http://community.arm.com/servlet/JiveServlet/showImage/38-3320-8496/mbed-logo.png"/>
          <p:cNvPicPr>
            <a:picLocks noChangeAspect="1" noChangeArrowheads="1"/>
          </p:cNvPicPr>
          <p:nvPr/>
        </p:nvPicPr>
        <p:blipFill>
          <a:blip r:embed="rId15" cstate="print">
            <a:extLst>
              <a:ext uri="{28A0092B-C50C-407E-A947-70E740481C1C}">
                <a14:useLocalDpi xmlns:a14="http://schemas.microsoft.com/office/drawing/2010/main" val="0"/>
              </a:ext>
            </a:extLst>
          </a:blip>
          <a:srcRect/>
          <a:stretch>
            <a:fillRect/>
          </a:stretch>
        </p:blipFill>
        <p:spPr bwMode="auto">
          <a:xfrm>
            <a:off x="9280360" y="1373411"/>
            <a:ext cx="660317" cy="210852"/>
          </a:xfrm>
          <a:prstGeom prst="rect">
            <a:avLst/>
          </a:prstGeom>
          <a:noFill/>
        </p:spPr>
      </p:pic>
      <p:pic>
        <p:nvPicPr>
          <p:cNvPr id="27" name="Picture 2" descr="http://o.aolcdn.com/hss/storage/midas/965fc84051391e2ed53ce19881178931/202486815/10+am+Official+Announce_G_FB+copy.jpg"/>
          <p:cNvPicPr>
            <a:picLocks noChangeAspect="1" noChangeArrowheads="1"/>
          </p:cNvPicPr>
          <p:nvPr/>
        </p:nvPicPr>
        <p:blipFill rotWithShape="1">
          <a:blip r:embed="rId16" cstate="print">
            <a:clrChange>
              <a:clrFrom>
                <a:srgbClr val="FFFFFF"/>
              </a:clrFrom>
              <a:clrTo>
                <a:srgbClr val="FFFFFF">
                  <a:alpha val="0"/>
                </a:srgbClr>
              </a:clrTo>
            </a:clrChange>
            <a:extLst>
              <a:ext uri="{28A0092B-C50C-407E-A947-70E740481C1C}">
                <a14:useLocalDpi xmlns:a14="http://schemas.microsoft.com/office/drawing/2010/main" val="0"/>
              </a:ext>
            </a:extLst>
          </a:blip>
          <a:srcRect l="29379" r="22668"/>
          <a:stretch>
            <a:fillRect/>
          </a:stretch>
        </p:blipFill>
        <p:spPr bwMode="auto">
          <a:xfrm>
            <a:off x="6493245" y="1778490"/>
            <a:ext cx="1117147" cy="1465526"/>
          </a:xfrm>
          <a:prstGeom prst="rect">
            <a:avLst/>
          </a:prstGeom>
          <a:noFill/>
        </p:spPr>
      </p:pic>
      <p:pic>
        <p:nvPicPr>
          <p:cNvPr id="28" name="Picture 30"/>
          <p:cNvPicPr>
            <a:picLocks noChangeAspect="1"/>
          </p:cNvPicPr>
          <p:nvPr/>
        </p:nvPicPr>
        <p:blipFill>
          <a:blip r:embed="rId17"/>
          <a:stretch>
            <a:fillRect/>
          </a:stretch>
        </p:blipFill>
        <p:spPr>
          <a:xfrm>
            <a:off x="4821547" y="2055529"/>
            <a:ext cx="1548112" cy="1771203"/>
          </a:xfrm>
          <a:prstGeom prst="rect">
            <a:avLst/>
          </a:prstGeom>
        </p:spPr>
      </p:pic>
      <p:pic>
        <p:nvPicPr>
          <p:cNvPr id="29" name="Picture 6" descr="http://iphonesimple.com/wp-content/uploads/2015/07/windows-10-logo-white.png"/>
          <p:cNvPicPr>
            <a:picLocks noChangeAspect="1" noChangeArrowheads="1"/>
          </p:cNvPicPr>
          <p:nvPr/>
        </p:nvPicPr>
        <p:blipFill rotWithShape="1">
          <a:blip r:embed="rId18" cstate="print">
            <a:extLst>
              <a:ext uri="{28A0092B-C50C-407E-A947-70E740481C1C}">
                <a14:useLocalDpi xmlns:a14="http://schemas.microsoft.com/office/drawing/2010/main" val="0"/>
              </a:ext>
            </a:extLst>
          </a:blip>
          <a:srcRect l="5372" t="33377" r="5114" b="32493"/>
          <a:stretch>
            <a:fillRect/>
          </a:stretch>
        </p:blipFill>
        <p:spPr bwMode="auto">
          <a:xfrm>
            <a:off x="4312549" y="1184118"/>
            <a:ext cx="2739269" cy="545208"/>
          </a:xfrm>
          <a:prstGeom prst="rect">
            <a:avLst/>
          </a:prstGeom>
          <a:noFill/>
        </p:spPr>
      </p:pic>
      <p:sp>
        <p:nvSpPr>
          <p:cNvPr id="30" name="TextBox 33"/>
          <p:cNvSpPr txBox="1"/>
          <p:nvPr/>
        </p:nvSpPr>
        <p:spPr>
          <a:xfrm>
            <a:off x="4658816" y="5105036"/>
            <a:ext cx="2612091" cy="369332"/>
          </a:xfrm>
          <a:prstGeom prst="rect">
            <a:avLst/>
          </a:prstGeom>
          <a:noFill/>
        </p:spPr>
        <p:txBody>
          <a:bodyPr wrap="square" rtlCol="0">
            <a:spAutoFit/>
          </a:bodyPr>
          <a:lstStyle/>
          <a:p>
            <a:pPr algn="ctr"/>
            <a:r>
              <a:rPr lang="zh-CN" altLang="en-US" b="1" dirty="0">
                <a:latin typeface="宋体" panose="02010600030101010101" pitchFamily="2" charset="-122"/>
                <a:ea typeface="宋体" panose="02010600030101010101" pitchFamily="2" charset="-122"/>
                <a:cs typeface="宋体" panose="02010600030101010101" pitchFamily="2" charset="-122"/>
              </a:rPr>
              <a:t>元操作系统</a:t>
            </a:r>
            <a:endParaRPr lang="ko-KR" altLang="en-US" b="1" dirty="0">
              <a:latin typeface="宋体" panose="02010600030101010101" pitchFamily="2" charset="-122"/>
              <a:ea typeface="宋体" panose="02010600030101010101" pitchFamily="2" charset="-122"/>
              <a:cs typeface="宋体" panose="02010600030101010101" pitchFamily="2" charset="-122"/>
            </a:endParaRPr>
          </a:p>
        </p:txBody>
      </p:sp>
      <p:pic>
        <p:nvPicPr>
          <p:cNvPr id="31" name="Picture 2" descr="http://netil.github.io/slides/ios9/img/IOS9.png"/>
          <p:cNvPicPr>
            <a:picLocks noChangeAspect="1" noChangeArrowheads="1"/>
          </p:cNvPicPr>
          <p:nvPr/>
        </p:nvPicPr>
        <p:blipFill>
          <a:blip r:embed="rId19" cstate="print">
            <a:extLst>
              <a:ext uri="{28A0092B-C50C-407E-A947-70E740481C1C}">
                <a14:useLocalDpi xmlns:a14="http://schemas.microsoft.com/office/drawing/2010/main" val="0"/>
              </a:ext>
            </a:extLst>
          </a:blip>
          <a:srcRect/>
          <a:stretch>
            <a:fillRect/>
          </a:stretch>
        </p:blipFill>
        <p:spPr bwMode="auto">
          <a:xfrm>
            <a:off x="7969735" y="2348696"/>
            <a:ext cx="895010" cy="895010"/>
          </a:xfrm>
          <a:prstGeom prst="rect">
            <a:avLst/>
          </a:prstGeom>
          <a:noFill/>
        </p:spPr>
      </p:pic>
      <p:pic>
        <p:nvPicPr>
          <p:cNvPr id="32" name="Picture 6" descr="http://static1.squarespace.com/static/54fa4aaae4b04430414130c7/54fa50fee4b088ebdd72a6b5/55fb5a66e4b0c8599268af57/1450536578389/?format=1000w"/>
          <p:cNvPicPr>
            <a:picLocks noChangeAspect="1" noChangeArrowheads="1"/>
          </p:cNvPicPr>
          <p:nvPr/>
        </p:nvPicPr>
        <p:blipFill>
          <a:blip r:embed="rId20" cstate="print">
            <a:extLst>
              <a:ext uri="{28A0092B-C50C-407E-A947-70E740481C1C}">
                <a14:useLocalDpi xmlns:a14="http://schemas.microsoft.com/office/drawing/2010/main" val="0"/>
              </a:ext>
            </a:extLst>
          </a:blip>
          <a:srcRect/>
          <a:stretch>
            <a:fillRect/>
          </a:stretch>
        </p:blipFill>
        <p:spPr bwMode="auto">
          <a:xfrm>
            <a:off x="8098212" y="3239364"/>
            <a:ext cx="638055" cy="379300"/>
          </a:xfrm>
          <a:prstGeom prst="rect">
            <a:avLst/>
          </a:prstGeom>
          <a:noFill/>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 name="제목 3"/>
          <p:cNvSpPr>
            <a:spLocks noGrp="1"/>
          </p:cNvSpPr>
          <p:nvPr>
            <p:ph type="title"/>
          </p:nvPr>
        </p:nvSpPr>
        <p:spPr>
          <a:xfrm>
            <a:off x="382555" y="234494"/>
            <a:ext cx="11290041" cy="679903"/>
          </a:xfrm>
        </p:spPr>
        <p:txBody>
          <a:bodyPr>
            <a:normAutofit/>
          </a:bodyPr>
          <a:lstStyle/>
          <a:p>
            <a:r>
              <a:rPr lang="zh-CN" altLang="en-US" dirty="0">
                <a:latin typeface="宋体" panose="02010600030101010101" pitchFamily="2" charset="-122"/>
                <a:ea typeface="宋体" panose="02010600030101010101" pitchFamily="2" charset="-122"/>
                <a:cs typeface="宋体" panose="02010600030101010101" pitchFamily="2" charset="-122"/>
              </a:rPr>
              <a:t>软件框架</a:t>
            </a:r>
            <a:endParaRPr lang="ko-KR" altLang="en-US" dirty="0">
              <a:latin typeface="宋体" panose="02010600030101010101" pitchFamily="2" charset="-122"/>
              <a:ea typeface="宋体" panose="02010600030101010101" pitchFamily="2" charset="-122"/>
              <a:cs typeface="宋体" panose="02010600030101010101" pitchFamily="2" charset="-122"/>
            </a:endParaRPr>
          </a:p>
        </p:txBody>
      </p:sp>
      <p:sp>
        <p:nvSpPr>
          <p:cNvPr id="71" name="Text Placeholder 2"/>
          <p:cNvSpPr>
            <a:spLocks noGrp="1"/>
          </p:cNvSpPr>
          <p:nvPr>
            <p:ph idx="1"/>
          </p:nvPr>
        </p:nvSpPr>
        <p:spPr>
          <a:xfrm>
            <a:off x="382555" y="998376"/>
            <a:ext cx="11620557" cy="5859624"/>
          </a:xfrm>
        </p:spPr>
        <p:txBody>
          <a:bodyPr>
            <a:normAutofit/>
          </a:bodyPr>
          <a:lstStyle/>
          <a:p>
            <a:pPr>
              <a:buSzPct val="100000"/>
              <a:buFont typeface="Wingdings" panose="05000000000000000000" pitchFamily="2" charset="2"/>
              <a:buChar char="§"/>
            </a:pPr>
            <a:endParaRPr lang="en-US" altLang="ko-KR" sz="2400" dirty="0"/>
          </a:p>
          <a:p>
            <a:pPr>
              <a:buSzPct val="100000"/>
              <a:buFont typeface="Wingdings" panose="05000000000000000000" pitchFamily="2" charset="2"/>
              <a:buChar char="§"/>
            </a:pPr>
            <a:endParaRPr lang="en-US" altLang="ko-KR" sz="2400" dirty="0"/>
          </a:p>
          <a:p>
            <a:pPr>
              <a:buSzPct val="100000"/>
              <a:buFont typeface="Wingdings" panose="05000000000000000000" pitchFamily="2" charset="2"/>
              <a:buChar char="§"/>
            </a:pPr>
            <a:endParaRPr lang="en-US" altLang="ko-KR" sz="2400" dirty="0"/>
          </a:p>
          <a:p>
            <a:pPr>
              <a:buSzPct val="100000"/>
              <a:buFont typeface="Wingdings" panose="05000000000000000000" pitchFamily="2" charset="2"/>
              <a:buChar char="§"/>
            </a:pPr>
            <a:endParaRPr lang="en-US" altLang="ko-KR" sz="2400" dirty="0"/>
          </a:p>
          <a:p>
            <a:pPr>
              <a:buSzPct val="100000"/>
              <a:buFont typeface="Wingdings" panose="05000000000000000000" pitchFamily="2" charset="2"/>
              <a:buChar char="§"/>
            </a:pPr>
            <a:endParaRPr lang="en-US" altLang="ko-KR" dirty="0"/>
          </a:p>
          <a:p>
            <a:pPr>
              <a:lnSpc>
                <a:spcPct val="140000"/>
              </a:lnSpc>
              <a:buSzPct val="100000"/>
              <a:buFont typeface="Wingdings" panose="05000000000000000000" pitchFamily="2" charset="2"/>
              <a:buChar char="§"/>
            </a:pPr>
            <a:r>
              <a:rPr lang="zh-CN" altLang="en-US" dirty="0">
                <a:latin typeface="宋体" panose="02010600030101010101" pitchFamily="2" charset="-122"/>
                <a:ea typeface="宋体" panose="02010600030101010101" pitchFamily="2" charset="-122"/>
                <a:cs typeface="宋体" panose="02010600030101010101" pitchFamily="2" charset="-122"/>
              </a:rPr>
              <a:t>机器人软件开发的软件框架</a:t>
            </a:r>
            <a:endParaRPr lang="en-US" altLang="ko-KR" dirty="0">
              <a:latin typeface="宋体" panose="02010600030101010101" pitchFamily="2" charset="-122"/>
              <a:ea typeface="宋体" panose="02010600030101010101" pitchFamily="2" charset="-122"/>
              <a:cs typeface="宋体" panose="02010600030101010101" pitchFamily="2" charset="-122"/>
            </a:endParaRPr>
          </a:p>
          <a:p>
            <a:pPr lvl="1">
              <a:lnSpc>
                <a:spcPct val="140000"/>
              </a:lnSpc>
              <a:buSzPct val="100000"/>
              <a:buFont typeface="Wingdings" panose="05000000000000000000" pitchFamily="2" charset="2"/>
              <a:buChar char="§"/>
            </a:pPr>
            <a:r>
              <a:rPr lang="zh-CN" altLang="en-US" dirty="0">
                <a:latin typeface="宋体" panose="02010600030101010101" pitchFamily="2" charset="-122"/>
                <a:ea typeface="宋体" panose="02010600030101010101" pitchFamily="2" charset="-122"/>
                <a:cs typeface="宋体" panose="02010600030101010101" pitchFamily="2" charset="-122"/>
              </a:rPr>
              <a:t>采用节点间消息交换的方法，对复杂程序进行精细划分，可以共同开发复杂程序</a:t>
            </a:r>
            <a:endParaRPr lang="en-US" altLang="zh-CN" dirty="0">
              <a:latin typeface="宋体" panose="02010600030101010101" pitchFamily="2" charset="-122"/>
              <a:ea typeface="宋体" panose="02010600030101010101" pitchFamily="2" charset="-122"/>
              <a:cs typeface="宋体" panose="02010600030101010101" pitchFamily="2" charset="-122"/>
            </a:endParaRPr>
          </a:p>
          <a:p>
            <a:pPr lvl="1">
              <a:lnSpc>
                <a:spcPct val="140000"/>
              </a:lnSpc>
              <a:buSzPct val="100000"/>
              <a:buFont typeface="Wingdings" panose="05000000000000000000" pitchFamily="2" charset="2"/>
              <a:buChar char="§"/>
            </a:pPr>
            <a:r>
              <a:rPr lang="zh-CN" altLang="en-US" dirty="0">
                <a:latin typeface="宋体" panose="02010600030101010101" pitchFamily="2" charset="-122"/>
                <a:ea typeface="宋体" panose="02010600030101010101" pitchFamily="2" charset="-122"/>
                <a:cs typeface="宋体" panose="02010600030101010101" pitchFamily="2" charset="-122"/>
              </a:rPr>
              <a:t>命令工具，可视化工具（</a:t>
            </a:r>
            <a:r>
              <a:rPr lang="en-US" altLang="zh-CN" dirty="0" err="1">
                <a:latin typeface="宋体" panose="02010600030101010101" pitchFamily="2" charset="-122"/>
                <a:ea typeface="宋体" panose="02010600030101010101" pitchFamily="2" charset="-122"/>
                <a:cs typeface="宋体" panose="02010600030101010101" pitchFamily="2" charset="-122"/>
              </a:rPr>
              <a:t>Rviz</a:t>
            </a:r>
            <a:r>
              <a:rPr lang="zh-CN" altLang="en-US" dirty="0">
                <a:latin typeface="宋体" panose="02010600030101010101" pitchFamily="2" charset="-122"/>
                <a:ea typeface="宋体" panose="02010600030101010101" pitchFamily="2" charset="-122"/>
                <a:cs typeface="宋体" panose="02010600030101010101" pitchFamily="2" charset="-122"/>
              </a:rPr>
              <a:t>），</a:t>
            </a:r>
            <a:r>
              <a:rPr lang="en-US" altLang="zh-CN" dirty="0">
                <a:latin typeface="宋体" panose="02010600030101010101" pitchFamily="2" charset="-122"/>
                <a:ea typeface="宋体" panose="02010600030101010101" pitchFamily="2" charset="-122"/>
                <a:cs typeface="宋体" panose="02010600030101010101" pitchFamily="2" charset="-122"/>
              </a:rPr>
              <a:t>GUI</a:t>
            </a:r>
            <a:r>
              <a:rPr lang="zh-CN" altLang="en-US" dirty="0">
                <a:latin typeface="宋体" panose="02010600030101010101" pitchFamily="2" charset="-122"/>
                <a:ea typeface="宋体" panose="02010600030101010101" pitchFamily="2" charset="-122"/>
                <a:cs typeface="宋体" panose="02010600030101010101" pitchFamily="2" charset="-122"/>
              </a:rPr>
              <a:t>工具栏（</a:t>
            </a:r>
            <a:r>
              <a:rPr lang="en-US" altLang="zh-CN" dirty="0" err="1">
                <a:latin typeface="宋体" panose="02010600030101010101" pitchFamily="2" charset="-122"/>
                <a:ea typeface="宋体" panose="02010600030101010101" pitchFamily="2" charset="-122"/>
                <a:cs typeface="宋体" panose="02010600030101010101" pitchFamily="2" charset="-122"/>
              </a:rPr>
              <a:t>rqt</a:t>
            </a:r>
            <a:r>
              <a:rPr lang="zh-CN" altLang="en-US" dirty="0">
                <a:latin typeface="宋体" panose="02010600030101010101" pitchFamily="2" charset="-122"/>
                <a:ea typeface="宋体" panose="02010600030101010101" pitchFamily="2" charset="-122"/>
                <a:cs typeface="宋体" panose="02010600030101010101" pitchFamily="2" charset="-122"/>
              </a:rPr>
              <a:t>），</a:t>
            </a:r>
            <a:r>
              <a:rPr lang="en-US" altLang="zh-CN" dirty="0">
                <a:latin typeface="宋体" panose="02010600030101010101" pitchFamily="2" charset="-122"/>
                <a:ea typeface="宋体" panose="02010600030101010101" pitchFamily="2" charset="-122"/>
                <a:cs typeface="宋体" panose="02010600030101010101" pitchFamily="2" charset="-122"/>
              </a:rPr>
              <a:t>3D</a:t>
            </a:r>
            <a:r>
              <a:rPr lang="zh-CN" altLang="en-US" dirty="0">
                <a:latin typeface="宋体" panose="02010600030101010101" pitchFamily="2" charset="-122"/>
                <a:ea typeface="宋体" panose="02010600030101010101" pitchFamily="2" charset="-122"/>
                <a:cs typeface="宋体" panose="02010600030101010101" pitchFamily="2" charset="-122"/>
              </a:rPr>
              <a:t>模拟器（</a:t>
            </a:r>
            <a:r>
              <a:rPr lang="en-US" altLang="zh-CN" dirty="0">
                <a:latin typeface="宋体" panose="02010600030101010101" pitchFamily="2" charset="-122"/>
                <a:ea typeface="宋体" panose="02010600030101010101" pitchFamily="2" charset="-122"/>
                <a:cs typeface="宋体" panose="02010600030101010101" pitchFamily="2" charset="-122"/>
              </a:rPr>
              <a:t>Gazebo</a:t>
            </a:r>
            <a:r>
              <a:rPr lang="zh-CN" altLang="en-US" dirty="0">
                <a:latin typeface="宋体" panose="02010600030101010101" pitchFamily="2" charset="-122"/>
                <a:ea typeface="宋体" panose="02010600030101010101" pitchFamily="2" charset="-122"/>
                <a:cs typeface="宋体" panose="02010600030101010101" pitchFamily="2" charset="-122"/>
              </a:rPr>
              <a:t>）</a:t>
            </a:r>
            <a:endParaRPr lang="en-US" altLang="zh-CN" dirty="0">
              <a:latin typeface="宋体" panose="02010600030101010101" pitchFamily="2" charset="-122"/>
              <a:ea typeface="宋体" panose="02010600030101010101" pitchFamily="2" charset="-122"/>
              <a:cs typeface="宋体" panose="02010600030101010101" pitchFamily="2" charset="-122"/>
            </a:endParaRPr>
          </a:p>
          <a:p>
            <a:pPr lvl="1">
              <a:lnSpc>
                <a:spcPct val="140000"/>
              </a:lnSpc>
              <a:buSzPct val="100000"/>
              <a:buFont typeface="Wingdings" panose="05000000000000000000" pitchFamily="2" charset="2"/>
              <a:buChar char="§"/>
            </a:pPr>
            <a:r>
              <a:rPr lang="zh-CN" altLang="en-US" dirty="0">
                <a:latin typeface="宋体" panose="02010600030101010101" pitchFamily="2" charset="-122"/>
                <a:ea typeface="宋体" panose="02010600030101010101" pitchFamily="2" charset="-122"/>
                <a:cs typeface="宋体" panose="02010600030101010101" pitchFamily="2" charset="-122"/>
              </a:rPr>
              <a:t>支持机器人学中常用的建模、传感、识别、导航和操作功能</a:t>
            </a:r>
            <a:endParaRPr lang="en-US" altLang="zh-CN" dirty="0">
              <a:latin typeface="宋体" panose="02010600030101010101" pitchFamily="2" charset="-122"/>
              <a:ea typeface="宋体" panose="02010600030101010101" pitchFamily="2" charset="-122"/>
              <a:cs typeface="宋体" panose="02010600030101010101" pitchFamily="2" charset="-122"/>
            </a:endParaRPr>
          </a:p>
          <a:p>
            <a:pPr lvl="1">
              <a:lnSpc>
                <a:spcPct val="140000"/>
              </a:lnSpc>
              <a:buSzPct val="100000"/>
              <a:buFont typeface="Wingdings" panose="05000000000000000000" pitchFamily="2" charset="2"/>
              <a:buChar char="§"/>
            </a:pPr>
            <a:r>
              <a:rPr lang="zh-CN" altLang="en-US" dirty="0">
                <a:latin typeface="宋体" panose="02010600030101010101" pitchFamily="2" charset="-122"/>
                <a:ea typeface="宋体" panose="02010600030101010101" pitchFamily="2" charset="-122"/>
                <a:cs typeface="宋体" panose="02010600030101010101" pitchFamily="2" charset="-122"/>
              </a:rPr>
              <a:t>创建机器人生态系统</a:t>
            </a:r>
            <a:r>
              <a:rPr lang="en-US" altLang="ko-KR" dirty="0">
                <a:latin typeface="宋体" panose="02010600030101010101" pitchFamily="2" charset="-122"/>
                <a:ea typeface="宋体" panose="02010600030101010101" pitchFamily="2" charset="-122"/>
                <a:cs typeface="宋体" panose="02010600030101010101" pitchFamily="2" charset="-122"/>
              </a:rPr>
              <a:t>!</a:t>
            </a:r>
          </a:p>
        </p:txBody>
      </p:sp>
      <p:sp>
        <p:nvSpPr>
          <p:cNvPr id="72" name="Slide Number Placeholder 5"/>
          <p:cNvSpPr>
            <a:spLocks noGrp="1"/>
          </p:cNvSpPr>
          <p:nvPr>
            <p:ph type="sldNum" sz="quarter" idx="12"/>
          </p:nvPr>
        </p:nvSpPr>
        <p:spPr>
          <a:xfrm>
            <a:off x="9448800" y="6492874"/>
            <a:ext cx="2743200" cy="365125"/>
          </a:xfrm>
        </p:spPr>
        <p:txBody>
          <a:bodyPr/>
          <a:lstStyle/>
          <a:p>
            <a:fld id="{F19DD69B-5B93-40AA-9F86-65D820C689CC}" type="slidenum">
              <a:rPr lang="ko-KR" altLang="en-US" smtClean="0"/>
              <a:t>4</a:t>
            </a:fld>
            <a:endParaRPr lang="ko-KR" altLang="en-US" dirty="0"/>
          </a:p>
        </p:txBody>
      </p:sp>
      <p:sp>
        <p:nvSpPr>
          <p:cNvPr id="74" name="TextBox 4"/>
          <p:cNvSpPr txBox="1"/>
          <p:nvPr/>
        </p:nvSpPr>
        <p:spPr>
          <a:xfrm>
            <a:off x="0" y="6576853"/>
            <a:ext cx="2117347" cy="276999"/>
          </a:xfrm>
          <a:prstGeom prst="rect">
            <a:avLst/>
          </a:prstGeom>
          <a:noFill/>
        </p:spPr>
        <p:txBody>
          <a:bodyPr wrap="square" rtlCol="0">
            <a:spAutoFit/>
          </a:bodyPr>
          <a:lstStyle/>
          <a:p>
            <a:r>
              <a:rPr lang="en-US" sz="1200" dirty="0">
                <a:ea typeface="NanumGothic" panose="020D0604000000000000" pitchFamily="34" charset="-127"/>
                <a:cs typeface="Times New Roman" panose="02020603050405020304" pitchFamily="18" charset="0"/>
              </a:rPr>
              <a:t>http://www.ros.org/about-ros/</a:t>
            </a:r>
          </a:p>
        </p:txBody>
      </p:sp>
      <p:pic>
        <p:nvPicPr>
          <p:cNvPr id="4" name="图片 3"/>
          <p:cNvPicPr>
            <a:picLocks noChangeAspect="1"/>
          </p:cNvPicPr>
          <p:nvPr/>
        </p:nvPicPr>
        <p:blipFill>
          <a:blip r:embed="rId2"/>
          <a:stretch>
            <a:fillRect/>
          </a:stretch>
        </p:blipFill>
        <p:spPr>
          <a:xfrm>
            <a:off x="103032" y="972834"/>
            <a:ext cx="11900080" cy="2635839"/>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2"/>
          <p:cNvSpPr>
            <a:spLocks noGrp="1"/>
          </p:cNvSpPr>
          <p:nvPr>
            <p:ph type="title"/>
          </p:nvPr>
        </p:nvSpPr>
        <p:spPr>
          <a:xfrm>
            <a:off x="382555" y="234494"/>
            <a:ext cx="11290041" cy="679903"/>
          </a:xfrm>
        </p:spPr>
        <p:txBody>
          <a:bodyPr/>
          <a:lstStyle/>
          <a:p>
            <a:r>
              <a:rPr lang="en-US" altLang="ko-KR" dirty="0"/>
              <a:t>ROS1</a:t>
            </a:r>
            <a:r>
              <a:rPr lang="zh-CN" altLang="en-US" dirty="0">
                <a:latin typeface="宋体" panose="02010600030101010101" pitchFamily="2" charset="-122"/>
                <a:ea typeface="宋体" panose="02010600030101010101" pitchFamily="2" charset="-122"/>
                <a:cs typeface="宋体" panose="02010600030101010101" pitchFamily="2" charset="-122"/>
              </a:rPr>
              <a:t>组件</a:t>
            </a:r>
            <a:endParaRPr lang="ko-KR" altLang="en-US" dirty="0">
              <a:latin typeface="宋体" panose="02010600030101010101" pitchFamily="2" charset="-122"/>
              <a:ea typeface="宋体" panose="02010600030101010101" pitchFamily="2" charset="-122"/>
              <a:cs typeface="宋体" panose="02010600030101010101" pitchFamily="2" charset="-122"/>
            </a:endParaRPr>
          </a:p>
        </p:txBody>
      </p:sp>
      <p:sp>
        <p:nvSpPr>
          <p:cNvPr id="3" name="슬라이드 번호 개체 틀 1"/>
          <p:cNvSpPr>
            <a:spLocks noGrp="1"/>
          </p:cNvSpPr>
          <p:nvPr>
            <p:ph type="sldNum" sz="quarter" idx="12"/>
          </p:nvPr>
        </p:nvSpPr>
        <p:spPr>
          <a:xfrm>
            <a:off x="9448800" y="6492874"/>
            <a:ext cx="2743200" cy="365125"/>
          </a:xfrm>
        </p:spPr>
        <p:txBody>
          <a:bodyPr/>
          <a:lstStyle/>
          <a:p>
            <a:fld id="{A7AA09E4-EDB9-4D6A-8918-B1B0AEC6D61D}" type="slidenum">
              <a:rPr lang="ko-KR" altLang="en-US" smtClean="0"/>
              <a:t>5</a:t>
            </a:fld>
            <a:endParaRPr lang="ko-KR" altLang="en-US" dirty="0"/>
          </a:p>
        </p:txBody>
      </p:sp>
      <p:sp>
        <p:nvSpPr>
          <p:cNvPr id="4" name="모서리가 둥근 직사각형 5"/>
          <p:cNvSpPr/>
          <p:nvPr/>
        </p:nvSpPr>
        <p:spPr>
          <a:xfrm>
            <a:off x="3765314" y="5132984"/>
            <a:ext cx="1121372" cy="280016"/>
          </a:xfrm>
          <a:prstGeom prst="roundRect">
            <a:avLst/>
          </a:prstGeom>
          <a:solidFill>
            <a:schemeClr val="bg1">
              <a:lumMod val="85000"/>
            </a:schemeClr>
          </a:solidFill>
        </p:spPr>
        <p:style>
          <a:lnRef idx="2">
            <a:schemeClr val="accent3">
              <a:shade val="50000"/>
            </a:schemeClr>
          </a:lnRef>
          <a:fillRef idx="1">
            <a:schemeClr val="accent3"/>
          </a:fillRef>
          <a:effectRef idx="0">
            <a:schemeClr val="accent3"/>
          </a:effectRef>
          <a:fontRef idx="minor">
            <a:schemeClr val="lt1"/>
          </a:fontRef>
        </p:style>
        <p:txBody>
          <a:bodyPr lIns="0" tIns="0" rIns="0" bIns="0" rtlCol="0" anchor="ctr"/>
          <a:lstStyle/>
          <a:p>
            <a:pPr algn="ctr">
              <a:lnSpc>
                <a:spcPts val="1100"/>
              </a:lnSpc>
            </a:pPr>
            <a:r>
              <a:rPr lang="en-US" altLang="ko-KR" sz="1200" b="1" dirty="0">
                <a:solidFill>
                  <a:schemeClr val="tx1"/>
                </a:solidFill>
              </a:rPr>
              <a:t>force/torque</a:t>
            </a:r>
          </a:p>
          <a:p>
            <a:pPr algn="ctr">
              <a:lnSpc>
                <a:spcPts val="1100"/>
              </a:lnSpc>
            </a:pPr>
            <a:r>
              <a:rPr lang="en-US" altLang="ko-KR" sz="1200" b="1" dirty="0">
                <a:solidFill>
                  <a:schemeClr val="tx1"/>
                </a:solidFill>
              </a:rPr>
              <a:t>sensor drivers</a:t>
            </a:r>
            <a:endParaRPr lang="ko-KR" altLang="en-US" sz="1200" b="1" dirty="0">
              <a:solidFill>
                <a:schemeClr val="tx1"/>
              </a:solidFill>
            </a:endParaRPr>
          </a:p>
        </p:txBody>
      </p:sp>
      <p:sp>
        <p:nvSpPr>
          <p:cNvPr id="5" name="모서리가 둥근 직사각형 6"/>
          <p:cNvSpPr/>
          <p:nvPr/>
        </p:nvSpPr>
        <p:spPr>
          <a:xfrm>
            <a:off x="2475707" y="1118104"/>
            <a:ext cx="1121372" cy="280016"/>
          </a:xfrm>
          <a:prstGeom prst="roundRect">
            <a:avLst/>
          </a:prstGeom>
          <a:solidFill>
            <a:schemeClr val="bg1">
              <a:lumMod val="85000"/>
            </a:schemeClr>
          </a:solidFill>
        </p:spPr>
        <p:style>
          <a:lnRef idx="2">
            <a:schemeClr val="accent3">
              <a:shade val="50000"/>
            </a:schemeClr>
          </a:lnRef>
          <a:fillRef idx="1">
            <a:schemeClr val="accent3"/>
          </a:fillRef>
          <a:effectRef idx="0">
            <a:schemeClr val="accent3"/>
          </a:effectRef>
          <a:fontRef idx="minor">
            <a:schemeClr val="lt1"/>
          </a:fontRef>
        </p:style>
        <p:txBody>
          <a:bodyPr lIns="0" tIns="0" rIns="0" bIns="0" rtlCol="0" anchor="ctr"/>
          <a:lstStyle/>
          <a:p>
            <a:pPr algn="ctr">
              <a:lnSpc>
                <a:spcPts val="1100"/>
              </a:lnSpc>
            </a:pPr>
            <a:r>
              <a:rPr lang="en-US" altLang="ko-KR" sz="1200" b="1" dirty="0" err="1">
                <a:solidFill>
                  <a:schemeClr val="tx1"/>
                </a:solidFill>
              </a:rPr>
              <a:t>roscpp</a:t>
            </a:r>
            <a:endParaRPr lang="ko-KR" altLang="en-US" sz="1200" b="1" dirty="0">
              <a:solidFill>
                <a:schemeClr val="tx1"/>
              </a:solidFill>
            </a:endParaRPr>
          </a:p>
        </p:txBody>
      </p:sp>
      <p:sp>
        <p:nvSpPr>
          <p:cNvPr id="6" name="모서리가 둥근 직사각형 7"/>
          <p:cNvSpPr/>
          <p:nvPr/>
        </p:nvSpPr>
        <p:spPr>
          <a:xfrm>
            <a:off x="3765314" y="1118104"/>
            <a:ext cx="1121372" cy="280016"/>
          </a:xfrm>
          <a:prstGeom prst="roundRect">
            <a:avLst/>
          </a:prstGeom>
          <a:solidFill>
            <a:schemeClr val="bg1">
              <a:lumMod val="85000"/>
            </a:schemeClr>
          </a:solidFill>
        </p:spPr>
        <p:style>
          <a:lnRef idx="2">
            <a:schemeClr val="accent3">
              <a:shade val="50000"/>
            </a:schemeClr>
          </a:lnRef>
          <a:fillRef idx="1">
            <a:schemeClr val="accent3"/>
          </a:fillRef>
          <a:effectRef idx="0">
            <a:schemeClr val="accent3"/>
          </a:effectRef>
          <a:fontRef idx="minor">
            <a:schemeClr val="lt1"/>
          </a:fontRef>
        </p:style>
        <p:txBody>
          <a:bodyPr lIns="0" tIns="0" rIns="0" bIns="0" rtlCol="0" anchor="ctr"/>
          <a:lstStyle/>
          <a:p>
            <a:pPr algn="ctr">
              <a:lnSpc>
                <a:spcPts val="1100"/>
              </a:lnSpc>
            </a:pPr>
            <a:r>
              <a:rPr lang="en-US" altLang="ko-KR" sz="1200" b="1" dirty="0" err="1">
                <a:solidFill>
                  <a:schemeClr val="tx1"/>
                </a:solidFill>
              </a:rPr>
              <a:t>rospy</a:t>
            </a:r>
            <a:endParaRPr lang="ko-KR" altLang="en-US" sz="1200" b="1" dirty="0">
              <a:solidFill>
                <a:schemeClr val="tx1"/>
              </a:solidFill>
            </a:endParaRPr>
          </a:p>
        </p:txBody>
      </p:sp>
      <p:sp>
        <p:nvSpPr>
          <p:cNvPr id="7" name="모서리가 둥근 직사각형 8"/>
          <p:cNvSpPr/>
          <p:nvPr/>
        </p:nvSpPr>
        <p:spPr>
          <a:xfrm>
            <a:off x="5047913" y="1118104"/>
            <a:ext cx="1121372" cy="280016"/>
          </a:xfrm>
          <a:prstGeom prst="roundRect">
            <a:avLst/>
          </a:prstGeom>
          <a:solidFill>
            <a:schemeClr val="bg1">
              <a:lumMod val="85000"/>
            </a:schemeClr>
          </a:solidFill>
        </p:spPr>
        <p:style>
          <a:lnRef idx="2">
            <a:schemeClr val="accent3">
              <a:shade val="50000"/>
            </a:schemeClr>
          </a:lnRef>
          <a:fillRef idx="1">
            <a:schemeClr val="accent3"/>
          </a:fillRef>
          <a:effectRef idx="0">
            <a:schemeClr val="accent3"/>
          </a:effectRef>
          <a:fontRef idx="minor">
            <a:schemeClr val="lt1"/>
          </a:fontRef>
        </p:style>
        <p:txBody>
          <a:bodyPr lIns="0" tIns="0" rIns="0" bIns="0" rtlCol="0" anchor="ctr"/>
          <a:lstStyle/>
          <a:p>
            <a:pPr algn="ctr">
              <a:lnSpc>
                <a:spcPts val="1100"/>
              </a:lnSpc>
            </a:pPr>
            <a:r>
              <a:rPr lang="en-US" altLang="ko-KR" sz="1200" b="1" dirty="0" err="1">
                <a:solidFill>
                  <a:schemeClr val="tx1"/>
                </a:solidFill>
              </a:rPr>
              <a:t>roslisp</a:t>
            </a:r>
            <a:endParaRPr lang="ko-KR" altLang="en-US" sz="1200" b="1" dirty="0">
              <a:solidFill>
                <a:schemeClr val="tx1"/>
              </a:solidFill>
            </a:endParaRPr>
          </a:p>
        </p:txBody>
      </p:sp>
      <p:sp>
        <p:nvSpPr>
          <p:cNvPr id="8" name="모서리가 둥근 직사각형 9"/>
          <p:cNvSpPr/>
          <p:nvPr/>
        </p:nvSpPr>
        <p:spPr>
          <a:xfrm>
            <a:off x="6336866" y="1118104"/>
            <a:ext cx="1121372" cy="280016"/>
          </a:xfrm>
          <a:prstGeom prst="roundRect">
            <a:avLst/>
          </a:prstGeom>
          <a:solidFill>
            <a:schemeClr val="bg1">
              <a:lumMod val="85000"/>
            </a:schemeClr>
          </a:solidFill>
        </p:spPr>
        <p:style>
          <a:lnRef idx="2">
            <a:schemeClr val="accent3">
              <a:shade val="50000"/>
            </a:schemeClr>
          </a:lnRef>
          <a:fillRef idx="1">
            <a:schemeClr val="accent3"/>
          </a:fillRef>
          <a:effectRef idx="0">
            <a:schemeClr val="accent3"/>
          </a:effectRef>
          <a:fontRef idx="minor">
            <a:schemeClr val="lt1"/>
          </a:fontRef>
        </p:style>
        <p:txBody>
          <a:bodyPr lIns="0" tIns="0" rIns="0" bIns="0" rtlCol="0" anchor="ctr"/>
          <a:lstStyle/>
          <a:p>
            <a:pPr algn="ctr">
              <a:lnSpc>
                <a:spcPts val="1100"/>
              </a:lnSpc>
            </a:pPr>
            <a:r>
              <a:rPr lang="en-US" altLang="ko-KR" sz="1200" b="1" dirty="0" err="1">
                <a:solidFill>
                  <a:schemeClr val="tx1"/>
                </a:solidFill>
              </a:rPr>
              <a:t>rosjava</a:t>
            </a:r>
            <a:endParaRPr lang="ko-KR" altLang="en-US" sz="1200" b="1" dirty="0">
              <a:solidFill>
                <a:schemeClr val="tx1"/>
              </a:solidFill>
            </a:endParaRPr>
          </a:p>
        </p:txBody>
      </p:sp>
      <p:sp>
        <p:nvSpPr>
          <p:cNvPr id="9" name="모서리가 둥근 직사각형 10"/>
          <p:cNvSpPr/>
          <p:nvPr/>
        </p:nvSpPr>
        <p:spPr>
          <a:xfrm>
            <a:off x="7625819" y="1118104"/>
            <a:ext cx="1121372" cy="280016"/>
          </a:xfrm>
          <a:prstGeom prst="roundRect">
            <a:avLst/>
          </a:prstGeom>
          <a:solidFill>
            <a:schemeClr val="bg1">
              <a:lumMod val="85000"/>
            </a:schemeClr>
          </a:solidFill>
        </p:spPr>
        <p:style>
          <a:lnRef idx="2">
            <a:schemeClr val="accent3">
              <a:shade val="50000"/>
            </a:schemeClr>
          </a:lnRef>
          <a:fillRef idx="1">
            <a:schemeClr val="accent3"/>
          </a:fillRef>
          <a:effectRef idx="0">
            <a:schemeClr val="accent3"/>
          </a:effectRef>
          <a:fontRef idx="minor">
            <a:schemeClr val="lt1"/>
          </a:fontRef>
        </p:style>
        <p:txBody>
          <a:bodyPr lIns="0" tIns="0" rIns="0" bIns="0" rtlCol="0" anchor="ctr"/>
          <a:lstStyle/>
          <a:p>
            <a:pPr algn="ctr">
              <a:lnSpc>
                <a:spcPts val="1100"/>
              </a:lnSpc>
            </a:pPr>
            <a:r>
              <a:rPr lang="en-US" altLang="ko-KR" sz="1200" b="1" dirty="0" err="1">
                <a:solidFill>
                  <a:schemeClr val="tx1"/>
                </a:solidFill>
              </a:rPr>
              <a:t>roslibjs</a:t>
            </a:r>
            <a:endParaRPr lang="ko-KR" altLang="en-US" sz="1200" b="1" dirty="0">
              <a:solidFill>
                <a:schemeClr val="tx1"/>
              </a:solidFill>
            </a:endParaRPr>
          </a:p>
        </p:txBody>
      </p:sp>
      <p:sp>
        <p:nvSpPr>
          <p:cNvPr id="10" name="모서리가 둥근 직사각형 11"/>
          <p:cNvSpPr/>
          <p:nvPr/>
        </p:nvSpPr>
        <p:spPr>
          <a:xfrm>
            <a:off x="2475707" y="6471360"/>
            <a:ext cx="1121372" cy="280016"/>
          </a:xfrm>
          <a:prstGeom prst="roundRect">
            <a:avLst/>
          </a:prstGeom>
          <a:solidFill>
            <a:schemeClr val="bg1">
              <a:lumMod val="85000"/>
            </a:schemeClr>
          </a:solidFill>
        </p:spPr>
        <p:style>
          <a:lnRef idx="2">
            <a:schemeClr val="accent3">
              <a:shade val="50000"/>
            </a:schemeClr>
          </a:lnRef>
          <a:fillRef idx="1">
            <a:schemeClr val="accent3"/>
          </a:fillRef>
          <a:effectRef idx="0">
            <a:schemeClr val="accent3"/>
          </a:effectRef>
          <a:fontRef idx="minor">
            <a:schemeClr val="lt1"/>
          </a:fontRef>
        </p:style>
        <p:txBody>
          <a:bodyPr lIns="0" tIns="0" rIns="0" bIns="0" rtlCol="0" anchor="ctr"/>
          <a:lstStyle/>
          <a:p>
            <a:pPr algn="ctr">
              <a:lnSpc>
                <a:spcPts val="1100"/>
              </a:lnSpc>
            </a:pPr>
            <a:r>
              <a:rPr lang="en-US" altLang="ko-KR" sz="1200" b="1" dirty="0">
                <a:solidFill>
                  <a:schemeClr val="tx1"/>
                </a:solidFill>
              </a:rPr>
              <a:t>gazebo </a:t>
            </a:r>
            <a:r>
              <a:rPr lang="en-US" altLang="ko-KR" sz="1200" b="1" dirty="0" err="1">
                <a:solidFill>
                  <a:schemeClr val="tx1"/>
                </a:solidFill>
              </a:rPr>
              <a:t>ros</a:t>
            </a:r>
            <a:r>
              <a:rPr lang="en-US" altLang="ko-KR" sz="1200" b="1" dirty="0">
                <a:solidFill>
                  <a:schemeClr val="tx1"/>
                </a:solidFill>
              </a:rPr>
              <a:t> </a:t>
            </a:r>
            <a:r>
              <a:rPr lang="en-US" altLang="ko-KR" sz="1200" b="1" dirty="0" err="1">
                <a:solidFill>
                  <a:schemeClr val="tx1"/>
                </a:solidFill>
              </a:rPr>
              <a:t>pkgs</a:t>
            </a:r>
            <a:endParaRPr lang="ko-KR" altLang="en-US" sz="1200" b="1" dirty="0">
              <a:solidFill>
                <a:schemeClr val="tx1"/>
              </a:solidFill>
            </a:endParaRPr>
          </a:p>
        </p:txBody>
      </p:sp>
      <p:sp>
        <p:nvSpPr>
          <p:cNvPr id="11" name="모서리가 둥근 직사각형 12"/>
          <p:cNvSpPr/>
          <p:nvPr/>
        </p:nvSpPr>
        <p:spPr>
          <a:xfrm>
            <a:off x="3765314" y="6471359"/>
            <a:ext cx="1121372" cy="280016"/>
          </a:xfrm>
          <a:prstGeom prst="roundRect">
            <a:avLst/>
          </a:prstGeom>
          <a:solidFill>
            <a:schemeClr val="bg1">
              <a:lumMod val="85000"/>
            </a:schemeClr>
          </a:solidFill>
        </p:spPr>
        <p:style>
          <a:lnRef idx="2">
            <a:schemeClr val="accent3">
              <a:shade val="50000"/>
            </a:schemeClr>
          </a:lnRef>
          <a:fillRef idx="1">
            <a:schemeClr val="accent3"/>
          </a:fillRef>
          <a:effectRef idx="0">
            <a:schemeClr val="accent3"/>
          </a:effectRef>
          <a:fontRef idx="minor">
            <a:schemeClr val="lt1"/>
          </a:fontRef>
        </p:style>
        <p:txBody>
          <a:bodyPr lIns="0" tIns="0" rIns="0" bIns="0" rtlCol="0" anchor="ctr"/>
          <a:lstStyle/>
          <a:p>
            <a:pPr algn="ctr">
              <a:lnSpc>
                <a:spcPts val="1100"/>
              </a:lnSpc>
            </a:pPr>
            <a:r>
              <a:rPr lang="en-US" altLang="ko-KR" sz="1200" b="1" dirty="0">
                <a:solidFill>
                  <a:schemeClr val="tx1"/>
                </a:solidFill>
              </a:rPr>
              <a:t>stage </a:t>
            </a:r>
            <a:r>
              <a:rPr lang="en-US" altLang="ko-KR" sz="1200" b="1" dirty="0" err="1">
                <a:solidFill>
                  <a:schemeClr val="tx1"/>
                </a:solidFill>
              </a:rPr>
              <a:t>ros</a:t>
            </a:r>
            <a:endParaRPr lang="ko-KR" altLang="en-US" sz="1200" b="1" dirty="0">
              <a:solidFill>
                <a:schemeClr val="tx1"/>
              </a:solidFill>
            </a:endParaRPr>
          </a:p>
        </p:txBody>
      </p:sp>
      <p:sp>
        <p:nvSpPr>
          <p:cNvPr id="12" name="모서리가 둥근 직사각형 13"/>
          <p:cNvSpPr/>
          <p:nvPr/>
        </p:nvSpPr>
        <p:spPr>
          <a:xfrm>
            <a:off x="2475707" y="1663559"/>
            <a:ext cx="1121372" cy="280016"/>
          </a:xfrm>
          <a:prstGeom prst="roundRect">
            <a:avLst/>
          </a:prstGeom>
          <a:solidFill>
            <a:schemeClr val="bg1">
              <a:lumMod val="85000"/>
            </a:schemeClr>
          </a:solidFill>
        </p:spPr>
        <p:style>
          <a:lnRef idx="2">
            <a:schemeClr val="accent3">
              <a:shade val="50000"/>
            </a:schemeClr>
          </a:lnRef>
          <a:fillRef idx="1">
            <a:schemeClr val="accent3"/>
          </a:fillRef>
          <a:effectRef idx="0">
            <a:schemeClr val="accent3"/>
          </a:effectRef>
          <a:fontRef idx="minor">
            <a:schemeClr val="lt1"/>
          </a:fontRef>
        </p:style>
        <p:txBody>
          <a:bodyPr lIns="0" tIns="0" rIns="0" bIns="0" rtlCol="0" anchor="ctr"/>
          <a:lstStyle/>
          <a:p>
            <a:pPr algn="ctr">
              <a:lnSpc>
                <a:spcPts val="1100"/>
              </a:lnSpc>
            </a:pPr>
            <a:r>
              <a:rPr lang="en-US" altLang="ko-KR" sz="1200" b="1" dirty="0" err="1">
                <a:solidFill>
                  <a:schemeClr val="tx1"/>
                </a:solidFill>
              </a:rPr>
              <a:t>MoveIt</a:t>
            </a:r>
            <a:r>
              <a:rPr lang="en-US" altLang="ko-KR" sz="1200" b="1" dirty="0">
                <a:solidFill>
                  <a:schemeClr val="tx1"/>
                </a:solidFill>
              </a:rPr>
              <a:t>!</a:t>
            </a:r>
            <a:endParaRPr lang="ko-KR" altLang="en-US" sz="1200" b="1" dirty="0">
              <a:solidFill>
                <a:schemeClr val="tx1"/>
              </a:solidFill>
            </a:endParaRPr>
          </a:p>
        </p:txBody>
      </p:sp>
      <p:sp>
        <p:nvSpPr>
          <p:cNvPr id="13" name="모서리가 둥근 직사각형 14"/>
          <p:cNvSpPr/>
          <p:nvPr/>
        </p:nvSpPr>
        <p:spPr>
          <a:xfrm>
            <a:off x="3765314" y="1663559"/>
            <a:ext cx="1121372" cy="280016"/>
          </a:xfrm>
          <a:prstGeom prst="roundRect">
            <a:avLst/>
          </a:prstGeom>
          <a:solidFill>
            <a:schemeClr val="bg1">
              <a:lumMod val="85000"/>
            </a:schemeClr>
          </a:solidFill>
        </p:spPr>
        <p:style>
          <a:lnRef idx="2">
            <a:schemeClr val="accent3">
              <a:shade val="50000"/>
            </a:schemeClr>
          </a:lnRef>
          <a:fillRef idx="1">
            <a:schemeClr val="accent3"/>
          </a:fillRef>
          <a:effectRef idx="0">
            <a:schemeClr val="accent3"/>
          </a:effectRef>
          <a:fontRef idx="minor">
            <a:schemeClr val="lt1"/>
          </a:fontRef>
        </p:style>
        <p:txBody>
          <a:bodyPr lIns="0" tIns="0" rIns="0" bIns="0" rtlCol="0" anchor="ctr"/>
          <a:lstStyle/>
          <a:p>
            <a:pPr algn="ctr">
              <a:lnSpc>
                <a:spcPts val="1100"/>
              </a:lnSpc>
            </a:pPr>
            <a:r>
              <a:rPr lang="en-US" altLang="ko-KR" sz="1200" b="1" dirty="0" err="1">
                <a:solidFill>
                  <a:schemeClr val="tx1"/>
                </a:solidFill>
              </a:rPr>
              <a:t>navigatioin</a:t>
            </a:r>
            <a:endParaRPr lang="ko-KR" altLang="en-US" sz="1200" b="1" dirty="0">
              <a:solidFill>
                <a:schemeClr val="tx1"/>
              </a:solidFill>
            </a:endParaRPr>
          </a:p>
        </p:txBody>
      </p:sp>
      <p:sp>
        <p:nvSpPr>
          <p:cNvPr id="14" name="모서리가 둥근 직사각형 15"/>
          <p:cNvSpPr/>
          <p:nvPr/>
        </p:nvSpPr>
        <p:spPr>
          <a:xfrm>
            <a:off x="5047913" y="1663559"/>
            <a:ext cx="1121372" cy="280016"/>
          </a:xfrm>
          <a:prstGeom prst="roundRect">
            <a:avLst/>
          </a:prstGeom>
          <a:solidFill>
            <a:schemeClr val="bg1">
              <a:lumMod val="85000"/>
            </a:schemeClr>
          </a:solidFill>
        </p:spPr>
        <p:style>
          <a:lnRef idx="2">
            <a:schemeClr val="accent3">
              <a:shade val="50000"/>
            </a:schemeClr>
          </a:lnRef>
          <a:fillRef idx="1">
            <a:schemeClr val="accent3"/>
          </a:fillRef>
          <a:effectRef idx="0">
            <a:schemeClr val="accent3"/>
          </a:effectRef>
          <a:fontRef idx="minor">
            <a:schemeClr val="lt1"/>
          </a:fontRef>
        </p:style>
        <p:txBody>
          <a:bodyPr lIns="0" tIns="0" rIns="0" bIns="0" rtlCol="0" anchor="ctr"/>
          <a:lstStyle/>
          <a:p>
            <a:pPr algn="ctr">
              <a:lnSpc>
                <a:spcPts val="1100"/>
              </a:lnSpc>
            </a:pPr>
            <a:r>
              <a:rPr lang="en-US" altLang="ko-KR" sz="1200" b="1" dirty="0">
                <a:solidFill>
                  <a:schemeClr val="tx1"/>
                </a:solidFill>
              </a:rPr>
              <a:t>executive </a:t>
            </a:r>
            <a:r>
              <a:rPr lang="en-US" altLang="ko-KR" sz="1200" b="1" dirty="0" err="1">
                <a:solidFill>
                  <a:schemeClr val="tx1"/>
                </a:solidFill>
              </a:rPr>
              <a:t>smach</a:t>
            </a:r>
            <a:endParaRPr lang="ko-KR" altLang="en-US" sz="1200" b="1" dirty="0">
              <a:solidFill>
                <a:schemeClr val="tx1"/>
              </a:solidFill>
            </a:endParaRPr>
          </a:p>
        </p:txBody>
      </p:sp>
      <p:sp>
        <p:nvSpPr>
          <p:cNvPr id="15" name="모서리가 둥근 직사각형 16"/>
          <p:cNvSpPr/>
          <p:nvPr/>
        </p:nvSpPr>
        <p:spPr>
          <a:xfrm>
            <a:off x="6336866" y="1663559"/>
            <a:ext cx="1121372" cy="280016"/>
          </a:xfrm>
          <a:prstGeom prst="roundRect">
            <a:avLst/>
          </a:prstGeom>
          <a:solidFill>
            <a:schemeClr val="bg1">
              <a:lumMod val="85000"/>
            </a:schemeClr>
          </a:solidFill>
        </p:spPr>
        <p:style>
          <a:lnRef idx="2">
            <a:schemeClr val="accent3">
              <a:shade val="50000"/>
            </a:schemeClr>
          </a:lnRef>
          <a:fillRef idx="1">
            <a:schemeClr val="accent3"/>
          </a:fillRef>
          <a:effectRef idx="0">
            <a:schemeClr val="accent3"/>
          </a:effectRef>
          <a:fontRef idx="minor">
            <a:schemeClr val="lt1"/>
          </a:fontRef>
        </p:style>
        <p:txBody>
          <a:bodyPr lIns="0" tIns="0" rIns="0" bIns="0" rtlCol="0" anchor="ctr"/>
          <a:lstStyle/>
          <a:p>
            <a:pPr algn="ctr">
              <a:lnSpc>
                <a:spcPts val="1100"/>
              </a:lnSpc>
            </a:pPr>
            <a:r>
              <a:rPr lang="en-US" altLang="ko-KR" sz="1200" b="1" dirty="0" err="1">
                <a:solidFill>
                  <a:schemeClr val="tx1"/>
                </a:solidFill>
              </a:rPr>
              <a:t>descartes</a:t>
            </a:r>
            <a:endParaRPr lang="ko-KR" altLang="en-US" sz="1200" b="1" dirty="0">
              <a:solidFill>
                <a:schemeClr val="tx1"/>
              </a:solidFill>
            </a:endParaRPr>
          </a:p>
        </p:txBody>
      </p:sp>
      <p:sp>
        <p:nvSpPr>
          <p:cNvPr id="16" name="모서리가 둥근 직사각형 17"/>
          <p:cNvSpPr/>
          <p:nvPr/>
        </p:nvSpPr>
        <p:spPr>
          <a:xfrm>
            <a:off x="7625819" y="1663559"/>
            <a:ext cx="1121372" cy="280016"/>
          </a:xfrm>
          <a:prstGeom prst="roundRect">
            <a:avLst/>
          </a:prstGeom>
          <a:solidFill>
            <a:schemeClr val="bg1">
              <a:lumMod val="85000"/>
            </a:schemeClr>
          </a:solidFill>
        </p:spPr>
        <p:style>
          <a:lnRef idx="2">
            <a:schemeClr val="accent3">
              <a:shade val="50000"/>
            </a:schemeClr>
          </a:lnRef>
          <a:fillRef idx="1">
            <a:schemeClr val="accent3"/>
          </a:fillRef>
          <a:effectRef idx="0">
            <a:schemeClr val="accent3"/>
          </a:effectRef>
          <a:fontRef idx="minor">
            <a:schemeClr val="lt1"/>
          </a:fontRef>
        </p:style>
        <p:txBody>
          <a:bodyPr lIns="0" tIns="0" rIns="0" bIns="0" rtlCol="0" anchor="ctr"/>
          <a:lstStyle/>
          <a:p>
            <a:pPr algn="ctr">
              <a:lnSpc>
                <a:spcPts val="1100"/>
              </a:lnSpc>
            </a:pPr>
            <a:r>
              <a:rPr lang="en-US" altLang="ko-KR" sz="1200" b="1" dirty="0" err="1">
                <a:solidFill>
                  <a:schemeClr val="tx1"/>
                </a:solidFill>
              </a:rPr>
              <a:t>rospeex</a:t>
            </a:r>
            <a:endParaRPr lang="ko-KR" altLang="en-US" sz="1200" b="1" dirty="0">
              <a:solidFill>
                <a:schemeClr val="tx1"/>
              </a:solidFill>
            </a:endParaRPr>
          </a:p>
        </p:txBody>
      </p:sp>
      <p:sp>
        <p:nvSpPr>
          <p:cNvPr id="17" name="모서리가 둥근 직사각형 18"/>
          <p:cNvSpPr/>
          <p:nvPr/>
        </p:nvSpPr>
        <p:spPr>
          <a:xfrm>
            <a:off x="7625819" y="2043356"/>
            <a:ext cx="1121372" cy="280016"/>
          </a:xfrm>
          <a:prstGeom prst="roundRect">
            <a:avLst/>
          </a:prstGeom>
          <a:solidFill>
            <a:schemeClr val="bg1">
              <a:lumMod val="85000"/>
            </a:schemeClr>
          </a:solidFill>
        </p:spPr>
        <p:style>
          <a:lnRef idx="2">
            <a:schemeClr val="accent3">
              <a:shade val="50000"/>
            </a:schemeClr>
          </a:lnRef>
          <a:fillRef idx="1">
            <a:schemeClr val="accent3"/>
          </a:fillRef>
          <a:effectRef idx="0">
            <a:schemeClr val="accent3"/>
          </a:effectRef>
          <a:fontRef idx="minor">
            <a:schemeClr val="lt1"/>
          </a:fontRef>
        </p:style>
        <p:txBody>
          <a:bodyPr lIns="0" tIns="0" rIns="0" bIns="0" rtlCol="0" anchor="ctr"/>
          <a:lstStyle/>
          <a:p>
            <a:pPr algn="ctr">
              <a:lnSpc>
                <a:spcPts val="1100"/>
              </a:lnSpc>
            </a:pPr>
            <a:r>
              <a:rPr lang="en-US" altLang="ko-KR" sz="1200" b="1" dirty="0" err="1">
                <a:solidFill>
                  <a:schemeClr val="tx1"/>
                </a:solidFill>
              </a:rPr>
              <a:t>ar</a:t>
            </a:r>
            <a:r>
              <a:rPr lang="en-US" altLang="ko-KR" sz="1200" b="1" dirty="0">
                <a:solidFill>
                  <a:schemeClr val="tx1"/>
                </a:solidFill>
              </a:rPr>
              <a:t> track</a:t>
            </a:r>
            <a:endParaRPr lang="ko-KR" altLang="en-US" sz="1200" b="1" dirty="0">
              <a:solidFill>
                <a:schemeClr val="tx1"/>
              </a:solidFill>
            </a:endParaRPr>
          </a:p>
        </p:txBody>
      </p:sp>
      <p:sp>
        <p:nvSpPr>
          <p:cNvPr id="18" name="모서리가 둥근 직사각형 19"/>
          <p:cNvSpPr/>
          <p:nvPr/>
        </p:nvSpPr>
        <p:spPr>
          <a:xfrm>
            <a:off x="2475707" y="2043356"/>
            <a:ext cx="1121372" cy="280016"/>
          </a:xfrm>
          <a:prstGeom prst="roundRect">
            <a:avLst/>
          </a:prstGeom>
          <a:solidFill>
            <a:schemeClr val="bg1">
              <a:lumMod val="85000"/>
            </a:schemeClr>
          </a:solidFill>
        </p:spPr>
        <p:style>
          <a:lnRef idx="2">
            <a:schemeClr val="accent3">
              <a:shade val="50000"/>
            </a:schemeClr>
          </a:lnRef>
          <a:fillRef idx="1">
            <a:schemeClr val="accent3"/>
          </a:fillRef>
          <a:effectRef idx="0">
            <a:schemeClr val="accent3"/>
          </a:effectRef>
          <a:fontRef idx="minor">
            <a:schemeClr val="lt1"/>
          </a:fontRef>
        </p:style>
        <p:txBody>
          <a:bodyPr lIns="0" tIns="0" rIns="0" bIns="0" rtlCol="0" anchor="ctr"/>
          <a:lstStyle/>
          <a:p>
            <a:pPr algn="ctr">
              <a:lnSpc>
                <a:spcPts val="1100"/>
              </a:lnSpc>
            </a:pPr>
            <a:r>
              <a:rPr lang="en-US" altLang="ko-KR" sz="1200" b="1" dirty="0" err="1">
                <a:solidFill>
                  <a:schemeClr val="tx1"/>
                </a:solidFill>
              </a:rPr>
              <a:t>teleop</a:t>
            </a:r>
            <a:r>
              <a:rPr lang="en-US" altLang="ko-KR" sz="1200" b="1" dirty="0">
                <a:solidFill>
                  <a:schemeClr val="tx1"/>
                </a:solidFill>
              </a:rPr>
              <a:t> </a:t>
            </a:r>
            <a:r>
              <a:rPr lang="en-US" altLang="ko-KR" sz="1200" b="1" dirty="0" err="1">
                <a:solidFill>
                  <a:schemeClr val="tx1"/>
                </a:solidFill>
              </a:rPr>
              <a:t>pkgs</a:t>
            </a:r>
            <a:endParaRPr lang="ko-KR" altLang="en-US" sz="1200" b="1" dirty="0">
              <a:solidFill>
                <a:schemeClr val="tx1"/>
              </a:solidFill>
            </a:endParaRPr>
          </a:p>
        </p:txBody>
      </p:sp>
      <p:sp>
        <p:nvSpPr>
          <p:cNvPr id="19" name="모서리가 둥근 직사각형 20"/>
          <p:cNvSpPr/>
          <p:nvPr/>
        </p:nvSpPr>
        <p:spPr>
          <a:xfrm>
            <a:off x="3765314" y="2043356"/>
            <a:ext cx="1121372" cy="280016"/>
          </a:xfrm>
          <a:prstGeom prst="roundRect">
            <a:avLst/>
          </a:prstGeom>
          <a:solidFill>
            <a:schemeClr val="bg1">
              <a:lumMod val="85000"/>
            </a:schemeClr>
          </a:solidFill>
        </p:spPr>
        <p:style>
          <a:lnRef idx="2">
            <a:schemeClr val="accent3">
              <a:shade val="50000"/>
            </a:schemeClr>
          </a:lnRef>
          <a:fillRef idx="1">
            <a:schemeClr val="accent3"/>
          </a:fillRef>
          <a:effectRef idx="0">
            <a:schemeClr val="accent3"/>
          </a:effectRef>
          <a:fontRef idx="minor">
            <a:schemeClr val="lt1"/>
          </a:fontRef>
        </p:style>
        <p:txBody>
          <a:bodyPr lIns="0" tIns="0" rIns="0" bIns="0" rtlCol="0" anchor="ctr"/>
          <a:lstStyle/>
          <a:p>
            <a:pPr algn="ctr">
              <a:lnSpc>
                <a:spcPts val="1100"/>
              </a:lnSpc>
            </a:pPr>
            <a:r>
              <a:rPr lang="en-US" altLang="ko-KR" sz="1200" b="1" dirty="0" err="1">
                <a:solidFill>
                  <a:schemeClr val="tx1"/>
                </a:solidFill>
              </a:rPr>
              <a:t>rocon</a:t>
            </a:r>
            <a:endParaRPr lang="ko-KR" altLang="en-US" sz="1200" b="1" dirty="0">
              <a:solidFill>
                <a:schemeClr val="tx1"/>
              </a:solidFill>
            </a:endParaRPr>
          </a:p>
        </p:txBody>
      </p:sp>
      <p:sp>
        <p:nvSpPr>
          <p:cNvPr id="20" name="모서리가 둥근 직사각형 21"/>
          <p:cNvSpPr/>
          <p:nvPr/>
        </p:nvSpPr>
        <p:spPr>
          <a:xfrm>
            <a:off x="5047913" y="2043356"/>
            <a:ext cx="1121372" cy="280016"/>
          </a:xfrm>
          <a:prstGeom prst="roundRect">
            <a:avLst/>
          </a:prstGeom>
          <a:solidFill>
            <a:schemeClr val="bg1">
              <a:lumMod val="85000"/>
            </a:schemeClr>
          </a:solidFill>
        </p:spPr>
        <p:style>
          <a:lnRef idx="2">
            <a:schemeClr val="accent3">
              <a:shade val="50000"/>
            </a:schemeClr>
          </a:lnRef>
          <a:fillRef idx="1">
            <a:schemeClr val="accent3"/>
          </a:fillRef>
          <a:effectRef idx="0">
            <a:schemeClr val="accent3"/>
          </a:effectRef>
          <a:fontRef idx="minor">
            <a:schemeClr val="lt1"/>
          </a:fontRef>
        </p:style>
        <p:txBody>
          <a:bodyPr lIns="0" tIns="0" rIns="0" bIns="0" rtlCol="0" anchor="ctr"/>
          <a:lstStyle/>
          <a:p>
            <a:pPr algn="ctr">
              <a:lnSpc>
                <a:spcPts val="1100"/>
              </a:lnSpc>
            </a:pPr>
            <a:r>
              <a:rPr lang="en-US" altLang="ko-KR" sz="1200" b="1" dirty="0" err="1">
                <a:solidFill>
                  <a:schemeClr val="tx1"/>
                </a:solidFill>
              </a:rPr>
              <a:t>mapviz</a:t>
            </a:r>
            <a:endParaRPr lang="ko-KR" altLang="en-US" sz="1200" b="1" dirty="0">
              <a:solidFill>
                <a:schemeClr val="tx1"/>
              </a:solidFill>
            </a:endParaRPr>
          </a:p>
        </p:txBody>
      </p:sp>
      <p:sp>
        <p:nvSpPr>
          <p:cNvPr id="21" name="모서리가 둥근 직사각형 22"/>
          <p:cNvSpPr/>
          <p:nvPr/>
        </p:nvSpPr>
        <p:spPr>
          <a:xfrm>
            <a:off x="6336866" y="2043356"/>
            <a:ext cx="1121372" cy="280016"/>
          </a:xfrm>
          <a:prstGeom prst="roundRect">
            <a:avLst/>
          </a:prstGeom>
          <a:solidFill>
            <a:schemeClr val="bg1">
              <a:lumMod val="85000"/>
            </a:schemeClr>
          </a:solidFill>
        </p:spPr>
        <p:style>
          <a:lnRef idx="2">
            <a:schemeClr val="accent3">
              <a:shade val="50000"/>
            </a:schemeClr>
          </a:lnRef>
          <a:fillRef idx="1">
            <a:schemeClr val="accent3"/>
          </a:fillRef>
          <a:effectRef idx="0">
            <a:schemeClr val="accent3"/>
          </a:effectRef>
          <a:fontRef idx="minor">
            <a:schemeClr val="lt1"/>
          </a:fontRef>
        </p:style>
        <p:txBody>
          <a:bodyPr lIns="0" tIns="0" rIns="0" bIns="0" rtlCol="0" anchor="ctr"/>
          <a:lstStyle/>
          <a:p>
            <a:pPr algn="ctr">
              <a:lnSpc>
                <a:spcPts val="1100"/>
              </a:lnSpc>
            </a:pPr>
            <a:r>
              <a:rPr lang="en-US" altLang="ko-KR" sz="1200" b="1" dirty="0">
                <a:solidFill>
                  <a:schemeClr val="tx1"/>
                </a:solidFill>
              </a:rPr>
              <a:t>people</a:t>
            </a:r>
            <a:endParaRPr lang="ko-KR" altLang="en-US" sz="1200" b="1" dirty="0">
              <a:solidFill>
                <a:schemeClr val="tx1"/>
              </a:solidFill>
            </a:endParaRPr>
          </a:p>
        </p:txBody>
      </p:sp>
      <p:sp>
        <p:nvSpPr>
          <p:cNvPr id="22" name="모서리가 둥근 직사각형 23"/>
          <p:cNvSpPr/>
          <p:nvPr/>
        </p:nvSpPr>
        <p:spPr>
          <a:xfrm>
            <a:off x="2475707" y="2576331"/>
            <a:ext cx="1121372" cy="280016"/>
          </a:xfrm>
          <a:prstGeom prst="roundRect">
            <a:avLst/>
          </a:prstGeom>
          <a:solidFill>
            <a:schemeClr val="bg1">
              <a:lumMod val="85000"/>
            </a:schemeClr>
          </a:solidFill>
        </p:spPr>
        <p:style>
          <a:lnRef idx="2">
            <a:schemeClr val="accent3">
              <a:shade val="50000"/>
            </a:schemeClr>
          </a:lnRef>
          <a:fillRef idx="1">
            <a:schemeClr val="accent3"/>
          </a:fillRef>
          <a:effectRef idx="0">
            <a:schemeClr val="accent3"/>
          </a:effectRef>
          <a:fontRef idx="minor">
            <a:schemeClr val="lt1"/>
          </a:fontRef>
        </p:style>
        <p:txBody>
          <a:bodyPr lIns="0" tIns="0" rIns="0" bIns="0" rtlCol="0" anchor="ctr"/>
          <a:lstStyle/>
          <a:p>
            <a:pPr algn="ctr">
              <a:lnSpc>
                <a:spcPts val="1100"/>
              </a:lnSpc>
            </a:pPr>
            <a:r>
              <a:rPr lang="en-US" altLang="ko-KR" sz="1100" b="1" dirty="0">
                <a:solidFill>
                  <a:schemeClr val="tx1"/>
                </a:solidFill>
              </a:rPr>
              <a:t>dynamic reconfigure</a:t>
            </a:r>
            <a:endParaRPr lang="ko-KR" altLang="en-US" sz="1100" b="1" dirty="0">
              <a:solidFill>
                <a:schemeClr val="tx1"/>
              </a:solidFill>
            </a:endParaRPr>
          </a:p>
        </p:txBody>
      </p:sp>
      <p:sp>
        <p:nvSpPr>
          <p:cNvPr id="23" name="모서리가 둥근 직사각형 24"/>
          <p:cNvSpPr/>
          <p:nvPr/>
        </p:nvSpPr>
        <p:spPr>
          <a:xfrm>
            <a:off x="5047913" y="2576331"/>
            <a:ext cx="1121372" cy="280016"/>
          </a:xfrm>
          <a:prstGeom prst="roundRect">
            <a:avLst/>
          </a:prstGeom>
          <a:solidFill>
            <a:schemeClr val="bg1">
              <a:lumMod val="85000"/>
            </a:schemeClr>
          </a:solidFill>
        </p:spPr>
        <p:style>
          <a:lnRef idx="2">
            <a:schemeClr val="accent3">
              <a:shade val="50000"/>
            </a:schemeClr>
          </a:lnRef>
          <a:fillRef idx="1">
            <a:schemeClr val="accent3"/>
          </a:fillRef>
          <a:effectRef idx="0">
            <a:schemeClr val="accent3"/>
          </a:effectRef>
          <a:fontRef idx="minor">
            <a:schemeClr val="lt1"/>
          </a:fontRef>
        </p:style>
        <p:txBody>
          <a:bodyPr lIns="0" tIns="0" rIns="0" bIns="0" rtlCol="0" anchor="ctr"/>
          <a:lstStyle/>
          <a:p>
            <a:pPr algn="ctr">
              <a:lnSpc>
                <a:spcPts val="1100"/>
              </a:lnSpc>
            </a:pPr>
            <a:r>
              <a:rPr lang="en-US" altLang="ko-KR" sz="1100" b="1" dirty="0">
                <a:solidFill>
                  <a:schemeClr val="tx1"/>
                </a:solidFill>
              </a:rPr>
              <a:t>robot pose </a:t>
            </a:r>
            <a:r>
              <a:rPr lang="en-US" altLang="ko-KR" sz="1100" b="1" dirty="0" err="1">
                <a:solidFill>
                  <a:schemeClr val="tx1"/>
                </a:solidFill>
              </a:rPr>
              <a:t>ekf</a:t>
            </a:r>
            <a:endParaRPr lang="ko-KR" altLang="en-US" sz="1100" b="1" dirty="0">
              <a:solidFill>
                <a:schemeClr val="tx1"/>
              </a:solidFill>
            </a:endParaRPr>
          </a:p>
        </p:txBody>
      </p:sp>
      <p:sp>
        <p:nvSpPr>
          <p:cNvPr id="24" name="모서리가 둥근 직사각형 25"/>
          <p:cNvSpPr/>
          <p:nvPr/>
        </p:nvSpPr>
        <p:spPr>
          <a:xfrm>
            <a:off x="6336866" y="2576331"/>
            <a:ext cx="1121372" cy="280016"/>
          </a:xfrm>
          <a:prstGeom prst="roundRect">
            <a:avLst/>
          </a:prstGeom>
          <a:solidFill>
            <a:schemeClr val="bg1">
              <a:lumMod val="85000"/>
            </a:schemeClr>
          </a:solidFill>
        </p:spPr>
        <p:style>
          <a:lnRef idx="2">
            <a:schemeClr val="accent3">
              <a:shade val="50000"/>
            </a:schemeClr>
          </a:lnRef>
          <a:fillRef idx="1">
            <a:schemeClr val="accent3"/>
          </a:fillRef>
          <a:effectRef idx="0">
            <a:schemeClr val="accent3"/>
          </a:effectRef>
          <a:fontRef idx="minor">
            <a:schemeClr val="lt1"/>
          </a:fontRef>
        </p:style>
        <p:txBody>
          <a:bodyPr lIns="0" tIns="0" rIns="0" bIns="0" rtlCol="0" anchor="ctr"/>
          <a:lstStyle/>
          <a:p>
            <a:pPr algn="ctr">
              <a:lnSpc>
                <a:spcPts val="1100"/>
              </a:lnSpc>
            </a:pPr>
            <a:r>
              <a:rPr lang="en-US" altLang="ko-KR" sz="1100" b="1" dirty="0">
                <a:solidFill>
                  <a:schemeClr val="tx1"/>
                </a:solidFill>
              </a:rPr>
              <a:t>Industrial core</a:t>
            </a:r>
            <a:endParaRPr lang="ko-KR" altLang="en-US" sz="1100" b="1" dirty="0">
              <a:solidFill>
                <a:schemeClr val="tx1"/>
              </a:solidFill>
            </a:endParaRPr>
          </a:p>
        </p:txBody>
      </p:sp>
      <p:sp>
        <p:nvSpPr>
          <p:cNvPr id="25" name="모서리가 둥근 직사각형 26"/>
          <p:cNvSpPr/>
          <p:nvPr/>
        </p:nvSpPr>
        <p:spPr>
          <a:xfrm>
            <a:off x="7625819" y="2576331"/>
            <a:ext cx="1121372" cy="280016"/>
          </a:xfrm>
          <a:prstGeom prst="roundRect">
            <a:avLst/>
          </a:prstGeom>
          <a:solidFill>
            <a:schemeClr val="bg1">
              <a:lumMod val="85000"/>
            </a:schemeClr>
          </a:solidFill>
        </p:spPr>
        <p:style>
          <a:lnRef idx="2">
            <a:schemeClr val="accent3">
              <a:shade val="50000"/>
            </a:schemeClr>
          </a:lnRef>
          <a:fillRef idx="1">
            <a:schemeClr val="accent3"/>
          </a:fillRef>
          <a:effectRef idx="0">
            <a:schemeClr val="accent3"/>
          </a:effectRef>
          <a:fontRef idx="minor">
            <a:schemeClr val="lt1"/>
          </a:fontRef>
        </p:style>
        <p:txBody>
          <a:bodyPr lIns="0" tIns="0" rIns="0" bIns="0" rtlCol="0" anchor="ctr"/>
          <a:lstStyle/>
          <a:p>
            <a:pPr algn="ctr">
              <a:lnSpc>
                <a:spcPts val="1100"/>
              </a:lnSpc>
            </a:pPr>
            <a:r>
              <a:rPr lang="en-US" altLang="ko-KR" sz="1100" b="1" dirty="0">
                <a:solidFill>
                  <a:schemeClr val="tx1"/>
                </a:solidFill>
              </a:rPr>
              <a:t>robot web tools</a:t>
            </a:r>
            <a:endParaRPr lang="ko-KR" altLang="en-US" sz="1100" b="1" dirty="0">
              <a:solidFill>
                <a:schemeClr val="tx1"/>
              </a:solidFill>
            </a:endParaRPr>
          </a:p>
        </p:txBody>
      </p:sp>
      <p:sp>
        <p:nvSpPr>
          <p:cNvPr id="26" name="모서리가 둥근 직사각형 27"/>
          <p:cNvSpPr/>
          <p:nvPr/>
        </p:nvSpPr>
        <p:spPr>
          <a:xfrm>
            <a:off x="8889342" y="2576331"/>
            <a:ext cx="1121372" cy="280016"/>
          </a:xfrm>
          <a:prstGeom prst="roundRect">
            <a:avLst/>
          </a:prstGeom>
          <a:solidFill>
            <a:schemeClr val="bg1">
              <a:lumMod val="85000"/>
            </a:schemeClr>
          </a:solidFill>
        </p:spPr>
        <p:style>
          <a:lnRef idx="2">
            <a:schemeClr val="accent3">
              <a:shade val="50000"/>
            </a:schemeClr>
          </a:lnRef>
          <a:fillRef idx="1">
            <a:schemeClr val="accent3"/>
          </a:fillRef>
          <a:effectRef idx="0">
            <a:schemeClr val="accent3"/>
          </a:effectRef>
          <a:fontRef idx="minor">
            <a:schemeClr val="lt1"/>
          </a:fontRef>
        </p:style>
        <p:txBody>
          <a:bodyPr lIns="0" tIns="0" rIns="0" bIns="0" rtlCol="0" anchor="ctr"/>
          <a:lstStyle/>
          <a:p>
            <a:pPr algn="ctr">
              <a:lnSpc>
                <a:spcPts val="1100"/>
              </a:lnSpc>
            </a:pPr>
            <a:r>
              <a:rPr lang="en-US" altLang="ko-KR" sz="1100" b="1" dirty="0" err="1">
                <a:solidFill>
                  <a:schemeClr val="tx1"/>
                </a:solidFill>
              </a:rPr>
              <a:t>ros</a:t>
            </a:r>
            <a:r>
              <a:rPr lang="en-US" altLang="ko-KR" sz="1100" b="1" dirty="0">
                <a:solidFill>
                  <a:schemeClr val="tx1"/>
                </a:solidFill>
              </a:rPr>
              <a:t> </a:t>
            </a:r>
            <a:r>
              <a:rPr lang="en-US" altLang="ko-KR" sz="1100" b="1" dirty="0" err="1">
                <a:solidFill>
                  <a:schemeClr val="tx1"/>
                </a:solidFill>
              </a:rPr>
              <a:t>realtime</a:t>
            </a:r>
            <a:endParaRPr lang="ko-KR" altLang="en-US" sz="1100" b="1" dirty="0">
              <a:solidFill>
                <a:schemeClr val="tx1"/>
              </a:solidFill>
            </a:endParaRPr>
          </a:p>
        </p:txBody>
      </p:sp>
      <p:sp>
        <p:nvSpPr>
          <p:cNvPr id="27" name="모서리가 둥근 직사각형 28"/>
          <p:cNvSpPr/>
          <p:nvPr/>
        </p:nvSpPr>
        <p:spPr>
          <a:xfrm>
            <a:off x="10172065" y="2576330"/>
            <a:ext cx="1121372" cy="280016"/>
          </a:xfrm>
          <a:prstGeom prst="roundRect">
            <a:avLst/>
          </a:prstGeom>
          <a:solidFill>
            <a:schemeClr val="bg1">
              <a:lumMod val="85000"/>
            </a:schemeClr>
          </a:solidFill>
        </p:spPr>
        <p:style>
          <a:lnRef idx="2">
            <a:schemeClr val="accent3">
              <a:shade val="50000"/>
            </a:schemeClr>
          </a:lnRef>
          <a:fillRef idx="1">
            <a:schemeClr val="accent3"/>
          </a:fillRef>
          <a:effectRef idx="0">
            <a:schemeClr val="accent3"/>
          </a:effectRef>
          <a:fontRef idx="minor">
            <a:schemeClr val="lt1"/>
          </a:fontRef>
        </p:style>
        <p:txBody>
          <a:bodyPr lIns="0" tIns="0" rIns="0" bIns="0" rtlCol="0" anchor="ctr"/>
          <a:lstStyle/>
          <a:p>
            <a:pPr algn="ctr">
              <a:lnSpc>
                <a:spcPts val="1100"/>
              </a:lnSpc>
            </a:pPr>
            <a:r>
              <a:rPr lang="en-US" altLang="ko-KR" sz="1100" b="1" dirty="0" err="1">
                <a:solidFill>
                  <a:schemeClr val="tx1"/>
                </a:solidFill>
              </a:rPr>
              <a:t>mavros</a:t>
            </a:r>
            <a:endParaRPr lang="ko-KR" altLang="en-US" sz="1100" b="1" dirty="0">
              <a:solidFill>
                <a:schemeClr val="tx1"/>
              </a:solidFill>
            </a:endParaRPr>
          </a:p>
        </p:txBody>
      </p:sp>
      <p:sp>
        <p:nvSpPr>
          <p:cNvPr id="28" name="모서리가 둥근 직사각형 29"/>
          <p:cNvSpPr/>
          <p:nvPr/>
        </p:nvSpPr>
        <p:spPr>
          <a:xfrm>
            <a:off x="2475707" y="2934183"/>
            <a:ext cx="1121372" cy="280016"/>
          </a:xfrm>
          <a:prstGeom prst="roundRect">
            <a:avLst/>
          </a:prstGeom>
          <a:solidFill>
            <a:schemeClr val="bg1">
              <a:lumMod val="85000"/>
            </a:schemeClr>
          </a:solidFill>
        </p:spPr>
        <p:style>
          <a:lnRef idx="2">
            <a:schemeClr val="accent3">
              <a:shade val="50000"/>
            </a:schemeClr>
          </a:lnRef>
          <a:fillRef idx="1">
            <a:schemeClr val="accent3"/>
          </a:fillRef>
          <a:effectRef idx="0">
            <a:schemeClr val="accent3"/>
          </a:effectRef>
          <a:fontRef idx="minor">
            <a:schemeClr val="lt1"/>
          </a:fontRef>
        </p:style>
        <p:txBody>
          <a:bodyPr lIns="0" tIns="0" rIns="0" bIns="0" rtlCol="0" anchor="ctr"/>
          <a:lstStyle/>
          <a:p>
            <a:pPr algn="ctr">
              <a:lnSpc>
                <a:spcPts val="1100"/>
              </a:lnSpc>
            </a:pPr>
            <a:r>
              <a:rPr lang="en-US" altLang="ko-KR" sz="1100" b="1" dirty="0">
                <a:solidFill>
                  <a:schemeClr val="tx1"/>
                </a:solidFill>
              </a:rPr>
              <a:t>tf</a:t>
            </a:r>
            <a:endParaRPr lang="ko-KR" altLang="en-US" sz="1100" b="1" dirty="0">
              <a:solidFill>
                <a:schemeClr val="tx1"/>
              </a:solidFill>
            </a:endParaRPr>
          </a:p>
        </p:txBody>
      </p:sp>
      <p:sp>
        <p:nvSpPr>
          <p:cNvPr id="29" name="모서리가 둥근 직사각형 30"/>
          <p:cNvSpPr/>
          <p:nvPr/>
        </p:nvSpPr>
        <p:spPr>
          <a:xfrm>
            <a:off x="3765314" y="2934183"/>
            <a:ext cx="1121372" cy="280016"/>
          </a:xfrm>
          <a:prstGeom prst="roundRect">
            <a:avLst/>
          </a:prstGeom>
          <a:solidFill>
            <a:schemeClr val="bg1">
              <a:lumMod val="85000"/>
            </a:schemeClr>
          </a:solidFill>
        </p:spPr>
        <p:style>
          <a:lnRef idx="2">
            <a:schemeClr val="accent3">
              <a:shade val="50000"/>
            </a:schemeClr>
          </a:lnRef>
          <a:fillRef idx="1">
            <a:schemeClr val="accent3"/>
          </a:fillRef>
          <a:effectRef idx="0">
            <a:schemeClr val="accent3"/>
          </a:effectRef>
          <a:fontRef idx="minor">
            <a:schemeClr val="lt1"/>
          </a:fontRef>
        </p:style>
        <p:txBody>
          <a:bodyPr lIns="0" tIns="0" rIns="0" bIns="0" rtlCol="0" anchor="ctr"/>
          <a:lstStyle/>
          <a:p>
            <a:pPr algn="ctr">
              <a:lnSpc>
                <a:spcPts val="1100"/>
              </a:lnSpc>
            </a:pPr>
            <a:r>
              <a:rPr lang="en-US" altLang="ko-KR" sz="1100" b="1" dirty="0">
                <a:solidFill>
                  <a:schemeClr val="tx1"/>
                </a:solidFill>
              </a:rPr>
              <a:t>robot state publisher</a:t>
            </a:r>
            <a:endParaRPr lang="ko-KR" altLang="en-US" sz="1100" b="1" dirty="0">
              <a:solidFill>
                <a:schemeClr val="tx1"/>
              </a:solidFill>
            </a:endParaRPr>
          </a:p>
        </p:txBody>
      </p:sp>
      <p:sp>
        <p:nvSpPr>
          <p:cNvPr id="30" name="모서리가 둥근 직사각형 31"/>
          <p:cNvSpPr/>
          <p:nvPr/>
        </p:nvSpPr>
        <p:spPr>
          <a:xfrm>
            <a:off x="5047913" y="2934183"/>
            <a:ext cx="1121372" cy="280016"/>
          </a:xfrm>
          <a:prstGeom prst="roundRect">
            <a:avLst/>
          </a:prstGeom>
          <a:solidFill>
            <a:schemeClr val="bg1">
              <a:lumMod val="85000"/>
            </a:schemeClr>
          </a:solidFill>
        </p:spPr>
        <p:style>
          <a:lnRef idx="2">
            <a:schemeClr val="accent3">
              <a:shade val="50000"/>
            </a:schemeClr>
          </a:lnRef>
          <a:fillRef idx="1">
            <a:schemeClr val="accent3"/>
          </a:fillRef>
          <a:effectRef idx="0">
            <a:schemeClr val="accent3"/>
          </a:effectRef>
          <a:fontRef idx="minor">
            <a:schemeClr val="lt1"/>
          </a:fontRef>
        </p:style>
        <p:txBody>
          <a:bodyPr lIns="0" tIns="0" rIns="0" bIns="0" rtlCol="0" anchor="ctr"/>
          <a:lstStyle/>
          <a:p>
            <a:pPr algn="ctr">
              <a:lnSpc>
                <a:spcPts val="1100"/>
              </a:lnSpc>
            </a:pPr>
            <a:r>
              <a:rPr lang="en-US" altLang="ko-KR" sz="1100" b="1" dirty="0">
                <a:solidFill>
                  <a:schemeClr val="tx1"/>
                </a:solidFill>
              </a:rPr>
              <a:t>robot model</a:t>
            </a:r>
            <a:endParaRPr lang="ko-KR" altLang="en-US" sz="1100" b="1" dirty="0">
              <a:solidFill>
                <a:schemeClr val="tx1"/>
              </a:solidFill>
            </a:endParaRPr>
          </a:p>
        </p:txBody>
      </p:sp>
      <p:sp>
        <p:nvSpPr>
          <p:cNvPr id="31" name="모서리가 둥근 직사각형 32"/>
          <p:cNvSpPr/>
          <p:nvPr/>
        </p:nvSpPr>
        <p:spPr>
          <a:xfrm>
            <a:off x="6336866" y="2934183"/>
            <a:ext cx="1121372" cy="280016"/>
          </a:xfrm>
          <a:prstGeom prst="roundRect">
            <a:avLst/>
          </a:prstGeom>
          <a:solidFill>
            <a:schemeClr val="bg1">
              <a:lumMod val="85000"/>
            </a:schemeClr>
          </a:solidFill>
        </p:spPr>
        <p:style>
          <a:lnRef idx="2">
            <a:schemeClr val="accent3">
              <a:shade val="50000"/>
            </a:schemeClr>
          </a:lnRef>
          <a:fillRef idx="1">
            <a:schemeClr val="accent3"/>
          </a:fillRef>
          <a:effectRef idx="0">
            <a:schemeClr val="accent3"/>
          </a:effectRef>
          <a:fontRef idx="minor">
            <a:schemeClr val="lt1"/>
          </a:fontRef>
        </p:style>
        <p:txBody>
          <a:bodyPr lIns="0" tIns="0" rIns="0" bIns="0" rtlCol="0" anchor="ctr"/>
          <a:lstStyle/>
          <a:p>
            <a:pPr algn="ctr">
              <a:lnSpc>
                <a:spcPts val="1100"/>
              </a:lnSpc>
            </a:pPr>
            <a:r>
              <a:rPr lang="en-US" altLang="ko-KR" sz="1100" b="1" dirty="0" err="1">
                <a:solidFill>
                  <a:schemeClr val="tx1"/>
                </a:solidFill>
              </a:rPr>
              <a:t>ros</a:t>
            </a:r>
            <a:r>
              <a:rPr lang="en-US" altLang="ko-KR" sz="1100" b="1" dirty="0">
                <a:solidFill>
                  <a:schemeClr val="tx1"/>
                </a:solidFill>
              </a:rPr>
              <a:t> control</a:t>
            </a:r>
            <a:endParaRPr lang="ko-KR" altLang="en-US" sz="1100" b="1" dirty="0">
              <a:solidFill>
                <a:schemeClr val="tx1"/>
              </a:solidFill>
            </a:endParaRPr>
          </a:p>
        </p:txBody>
      </p:sp>
      <p:sp>
        <p:nvSpPr>
          <p:cNvPr id="32" name="모서리가 둥근 직사각형 33"/>
          <p:cNvSpPr/>
          <p:nvPr/>
        </p:nvSpPr>
        <p:spPr>
          <a:xfrm>
            <a:off x="7625819" y="2934183"/>
            <a:ext cx="1121372" cy="280016"/>
          </a:xfrm>
          <a:prstGeom prst="roundRect">
            <a:avLst/>
          </a:prstGeom>
          <a:solidFill>
            <a:schemeClr val="bg1">
              <a:lumMod val="85000"/>
            </a:schemeClr>
          </a:solidFill>
        </p:spPr>
        <p:style>
          <a:lnRef idx="2">
            <a:schemeClr val="accent3">
              <a:shade val="50000"/>
            </a:schemeClr>
          </a:lnRef>
          <a:fillRef idx="1">
            <a:schemeClr val="accent3"/>
          </a:fillRef>
          <a:effectRef idx="0">
            <a:schemeClr val="accent3"/>
          </a:effectRef>
          <a:fontRef idx="minor">
            <a:schemeClr val="lt1"/>
          </a:fontRef>
        </p:style>
        <p:txBody>
          <a:bodyPr lIns="0" tIns="0" rIns="0" bIns="0" rtlCol="0" anchor="ctr"/>
          <a:lstStyle/>
          <a:p>
            <a:pPr algn="ctr">
              <a:lnSpc>
                <a:spcPts val="1100"/>
              </a:lnSpc>
            </a:pPr>
            <a:r>
              <a:rPr lang="en-US" altLang="ko-KR" sz="1100" b="1" dirty="0">
                <a:solidFill>
                  <a:schemeClr val="tx1"/>
                </a:solidFill>
              </a:rPr>
              <a:t>calibration</a:t>
            </a:r>
            <a:endParaRPr lang="ko-KR" altLang="en-US" sz="1100" b="1" dirty="0">
              <a:solidFill>
                <a:schemeClr val="tx1"/>
              </a:solidFill>
            </a:endParaRPr>
          </a:p>
        </p:txBody>
      </p:sp>
      <p:sp>
        <p:nvSpPr>
          <p:cNvPr id="33" name="모서리가 둥근 직사각형 34"/>
          <p:cNvSpPr/>
          <p:nvPr/>
        </p:nvSpPr>
        <p:spPr>
          <a:xfrm>
            <a:off x="8889342" y="2931049"/>
            <a:ext cx="1121372" cy="280016"/>
          </a:xfrm>
          <a:prstGeom prst="roundRect">
            <a:avLst/>
          </a:prstGeom>
          <a:solidFill>
            <a:schemeClr val="bg1">
              <a:lumMod val="85000"/>
            </a:schemeClr>
          </a:solidFill>
        </p:spPr>
        <p:style>
          <a:lnRef idx="2">
            <a:schemeClr val="accent3">
              <a:shade val="50000"/>
            </a:schemeClr>
          </a:lnRef>
          <a:fillRef idx="1">
            <a:schemeClr val="accent3"/>
          </a:fillRef>
          <a:effectRef idx="0">
            <a:schemeClr val="accent3"/>
          </a:effectRef>
          <a:fontRef idx="minor">
            <a:schemeClr val="lt1"/>
          </a:fontRef>
        </p:style>
        <p:txBody>
          <a:bodyPr lIns="0" tIns="0" rIns="0" bIns="0" rtlCol="0" anchor="ctr"/>
          <a:lstStyle/>
          <a:p>
            <a:pPr algn="ctr">
              <a:lnSpc>
                <a:spcPts val="1100"/>
              </a:lnSpc>
            </a:pPr>
            <a:r>
              <a:rPr lang="en-US" altLang="ko-KR" sz="1100" b="1" dirty="0" err="1">
                <a:solidFill>
                  <a:schemeClr val="tx1"/>
                </a:solidFill>
              </a:rPr>
              <a:t>octomap</a:t>
            </a:r>
            <a:r>
              <a:rPr lang="en-US" altLang="ko-KR" sz="1100" b="1" dirty="0">
                <a:solidFill>
                  <a:schemeClr val="tx1"/>
                </a:solidFill>
              </a:rPr>
              <a:t> mapping</a:t>
            </a:r>
            <a:endParaRPr lang="ko-KR" altLang="en-US" sz="1100" b="1" dirty="0">
              <a:solidFill>
                <a:schemeClr val="tx1"/>
              </a:solidFill>
            </a:endParaRPr>
          </a:p>
        </p:txBody>
      </p:sp>
      <p:sp>
        <p:nvSpPr>
          <p:cNvPr id="34" name="모서리가 둥근 직사각형 35"/>
          <p:cNvSpPr/>
          <p:nvPr/>
        </p:nvSpPr>
        <p:spPr>
          <a:xfrm>
            <a:off x="8889342" y="3317550"/>
            <a:ext cx="1121372" cy="280016"/>
          </a:xfrm>
          <a:prstGeom prst="roundRect">
            <a:avLst/>
          </a:prstGeom>
          <a:solidFill>
            <a:schemeClr val="bg1">
              <a:lumMod val="85000"/>
            </a:schemeClr>
          </a:solidFill>
        </p:spPr>
        <p:style>
          <a:lnRef idx="2">
            <a:schemeClr val="accent3">
              <a:shade val="50000"/>
            </a:schemeClr>
          </a:lnRef>
          <a:fillRef idx="1">
            <a:schemeClr val="accent3"/>
          </a:fillRef>
          <a:effectRef idx="0">
            <a:schemeClr val="accent3"/>
          </a:effectRef>
          <a:fontRef idx="minor">
            <a:schemeClr val="lt1"/>
          </a:fontRef>
        </p:style>
        <p:txBody>
          <a:bodyPr lIns="0" tIns="0" rIns="0" bIns="0" rtlCol="0" anchor="ctr"/>
          <a:lstStyle/>
          <a:p>
            <a:pPr algn="ctr">
              <a:lnSpc>
                <a:spcPts val="1100"/>
              </a:lnSpc>
            </a:pPr>
            <a:r>
              <a:rPr lang="en-US" altLang="ko-KR" sz="1100" b="1" dirty="0" err="1">
                <a:solidFill>
                  <a:schemeClr val="tx1"/>
                </a:solidFill>
              </a:rPr>
              <a:t>ecto</a:t>
            </a:r>
            <a:endParaRPr lang="ko-KR" altLang="en-US" sz="1100" b="1" dirty="0">
              <a:solidFill>
                <a:schemeClr val="tx1"/>
              </a:solidFill>
            </a:endParaRPr>
          </a:p>
        </p:txBody>
      </p:sp>
      <p:sp>
        <p:nvSpPr>
          <p:cNvPr id="35" name="모서리가 둥근 직사각형 36"/>
          <p:cNvSpPr/>
          <p:nvPr/>
        </p:nvSpPr>
        <p:spPr>
          <a:xfrm>
            <a:off x="7625819" y="3301480"/>
            <a:ext cx="1121372" cy="280016"/>
          </a:xfrm>
          <a:prstGeom prst="roundRect">
            <a:avLst/>
          </a:prstGeom>
          <a:solidFill>
            <a:schemeClr val="bg1">
              <a:lumMod val="85000"/>
            </a:schemeClr>
          </a:solidFill>
        </p:spPr>
        <p:style>
          <a:lnRef idx="2">
            <a:schemeClr val="accent3">
              <a:shade val="50000"/>
            </a:schemeClr>
          </a:lnRef>
          <a:fillRef idx="1">
            <a:schemeClr val="accent3"/>
          </a:fillRef>
          <a:effectRef idx="0">
            <a:schemeClr val="accent3"/>
          </a:effectRef>
          <a:fontRef idx="minor">
            <a:schemeClr val="lt1"/>
          </a:fontRef>
        </p:style>
        <p:txBody>
          <a:bodyPr lIns="0" tIns="0" rIns="0" bIns="0" rtlCol="0" anchor="ctr"/>
          <a:lstStyle/>
          <a:p>
            <a:pPr algn="ctr">
              <a:lnSpc>
                <a:spcPts val="1100"/>
              </a:lnSpc>
            </a:pPr>
            <a:r>
              <a:rPr lang="en-US" altLang="ko-KR" sz="1100" b="1" dirty="0">
                <a:solidFill>
                  <a:schemeClr val="tx1"/>
                </a:solidFill>
              </a:rPr>
              <a:t>laser filters</a:t>
            </a:r>
            <a:endParaRPr lang="ko-KR" altLang="en-US" sz="1100" b="1" dirty="0">
              <a:solidFill>
                <a:schemeClr val="tx1"/>
              </a:solidFill>
            </a:endParaRPr>
          </a:p>
        </p:txBody>
      </p:sp>
      <p:sp>
        <p:nvSpPr>
          <p:cNvPr id="36" name="모서리가 둥근 직사각형 37"/>
          <p:cNvSpPr/>
          <p:nvPr/>
        </p:nvSpPr>
        <p:spPr>
          <a:xfrm>
            <a:off x="6336866" y="3301480"/>
            <a:ext cx="1121372" cy="280016"/>
          </a:xfrm>
          <a:prstGeom prst="roundRect">
            <a:avLst/>
          </a:prstGeom>
          <a:solidFill>
            <a:schemeClr val="bg1">
              <a:lumMod val="85000"/>
            </a:schemeClr>
          </a:solidFill>
        </p:spPr>
        <p:style>
          <a:lnRef idx="2">
            <a:schemeClr val="accent3">
              <a:shade val="50000"/>
            </a:schemeClr>
          </a:lnRef>
          <a:fillRef idx="1">
            <a:schemeClr val="accent3"/>
          </a:fillRef>
          <a:effectRef idx="0">
            <a:schemeClr val="accent3"/>
          </a:effectRef>
          <a:fontRef idx="minor">
            <a:schemeClr val="lt1"/>
          </a:fontRef>
        </p:style>
        <p:txBody>
          <a:bodyPr lIns="0" tIns="0" rIns="0" bIns="0" rtlCol="0" anchor="ctr"/>
          <a:lstStyle/>
          <a:p>
            <a:pPr algn="ctr">
              <a:lnSpc>
                <a:spcPts val="1100"/>
              </a:lnSpc>
            </a:pPr>
            <a:r>
              <a:rPr lang="en-US" altLang="ko-KR" sz="1100" b="1" dirty="0">
                <a:solidFill>
                  <a:schemeClr val="tx1"/>
                </a:solidFill>
              </a:rPr>
              <a:t>perception </a:t>
            </a:r>
            <a:r>
              <a:rPr lang="en-US" altLang="ko-KR" sz="1100" b="1" dirty="0" err="1">
                <a:solidFill>
                  <a:schemeClr val="tx1"/>
                </a:solidFill>
              </a:rPr>
              <a:t>pcl</a:t>
            </a:r>
            <a:endParaRPr lang="ko-KR" altLang="en-US" sz="1100" b="1" dirty="0">
              <a:solidFill>
                <a:schemeClr val="tx1"/>
              </a:solidFill>
            </a:endParaRPr>
          </a:p>
        </p:txBody>
      </p:sp>
      <p:sp>
        <p:nvSpPr>
          <p:cNvPr id="37" name="모서리가 둥근 직사각형 38"/>
          <p:cNvSpPr/>
          <p:nvPr/>
        </p:nvSpPr>
        <p:spPr>
          <a:xfrm>
            <a:off x="5047913" y="3301480"/>
            <a:ext cx="1121372" cy="280016"/>
          </a:xfrm>
          <a:prstGeom prst="roundRect">
            <a:avLst/>
          </a:prstGeom>
          <a:solidFill>
            <a:schemeClr val="bg1">
              <a:lumMod val="85000"/>
            </a:schemeClr>
          </a:solidFill>
        </p:spPr>
        <p:style>
          <a:lnRef idx="2">
            <a:schemeClr val="accent3">
              <a:shade val="50000"/>
            </a:schemeClr>
          </a:lnRef>
          <a:fillRef idx="1">
            <a:schemeClr val="accent3"/>
          </a:fillRef>
          <a:effectRef idx="0">
            <a:schemeClr val="accent3"/>
          </a:effectRef>
          <a:fontRef idx="minor">
            <a:schemeClr val="lt1"/>
          </a:fontRef>
        </p:style>
        <p:txBody>
          <a:bodyPr lIns="0" tIns="0" rIns="0" bIns="0" rtlCol="0" anchor="ctr"/>
          <a:lstStyle/>
          <a:p>
            <a:pPr algn="ctr">
              <a:lnSpc>
                <a:spcPts val="1100"/>
              </a:lnSpc>
            </a:pPr>
            <a:r>
              <a:rPr lang="en-US" altLang="ko-KR" sz="1100" b="1" dirty="0">
                <a:solidFill>
                  <a:schemeClr val="tx1"/>
                </a:solidFill>
              </a:rPr>
              <a:t>laser pipeline</a:t>
            </a:r>
            <a:endParaRPr lang="ko-KR" altLang="en-US" sz="1100" b="1" dirty="0">
              <a:solidFill>
                <a:schemeClr val="tx1"/>
              </a:solidFill>
            </a:endParaRPr>
          </a:p>
        </p:txBody>
      </p:sp>
      <p:sp>
        <p:nvSpPr>
          <p:cNvPr id="38" name="모서리가 둥근 직사각형 39"/>
          <p:cNvSpPr/>
          <p:nvPr/>
        </p:nvSpPr>
        <p:spPr>
          <a:xfrm>
            <a:off x="3765314" y="3301480"/>
            <a:ext cx="1121372" cy="280016"/>
          </a:xfrm>
          <a:prstGeom prst="roundRect">
            <a:avLst/>
          </a:prstGeom>
          <a:solidFill>
            <a:schemeClr val="bg1">
              <a:lumMod val="85000"/>
            </a:schemeClr>
          </a:solidFill>
        </p:spPr>
        <p:style>
          <a:lnRef idx="2">
            <a:schemeClr val="accent3">
              <a:shade val="50000"/>
            </a:schemeClr>
          </a:lnRef>
          <a:fillRef idx="1">
            <a:schemeClr val="accent3"/>
          </a:fillRef>
          <a:effectRef idx="0">
            <a:schemeClr val="accent3"/>
          </a:effectRef>
          <a:fontRef idx="minor">
            <a:schemeClr val="lt1"/>
          </a:fontRef>
        </p:style>
        <p:txBody>
          <a:bodyPr lIns="0" tIns="0" rIns="0" bIns="0" rtlCol="0" anchor="ctr"/>
          <a:lstStyle/>
          <a:p>
            <a:pPr algn="ctr">
              <a:lnSpc>
                <a:spcPts val="1100"/>
              </a:lnSpc>
            </a:pPr>
            <a:r>
              <a:rPr lang="en-US" altLang="ko-KR" sz="1100" b="1" dirty="0">
                <a:solidFill>
                  <a:schemeClr val="tx1"/>
                </a:solidFill>
              </a:rPr>
              <a:t>image pipeline</a:t>
            </a:r>
            <a:endParaRPr lang="ko-KR" altLang="en-US" sz="1100" b="1" dirty="0">
              <a:solidFill>
                <a:schemeClr val="tx1"/>
              </a:solidFill>
            </a:endParaRPr>
          </a:p>
        </p:txBody>
      </p:sp>
      <p:sp>
        <p:nvSpPr>
          <p:cNvPr id="39" name="모서리가 둥근 직사각형 40"/>
          <p:cNvSpPr/>
          <p:nvPr/>
        </p:nvSpPr>
        <p:spPr>
          <a:xfrm>
            <a:off x="2475707" y="3301480"/>
            <a:ext cx="1121372" cy="280016"/>
          </a:xfrm>
          <a:prstGeom prst="roundRect">
            <a:avLst/>
          </a:prstGeom>
          <a:solidFill>
            <a:schemeClr val="bg1">
              <a:lumMod val="85000"/>
            </a:schemeClr>
          </a:solidFill>
        </p:spPr>
        <p:style>
          <a:lnRef idx="2">
            <a:schemeClr val="accent3">
              <a:shade val="50000"/>
            </a:schemeClr>
          </a:lnRef>
          <a:fillRef idx="1">
            <a:schemeClr val="accent3"/>
          </a:fillRef>
          <a:effectRef idx="0">
            <a:schemeClr val="accent3"/>
          </a:effectRef>
          <a:fontRef idx="minor">
            <a:schemeClr val="lt1"/>
          </a:fontRef>
        </p:style>
        <p:txBody>
          <a:bodyPr lIns="0" tIns="0" rIns="0" bIns="0" rtlCol="0" anchor="ctr"/>
          <a:lstStyle/>
          <a:p>
            <a:pPr algn="ctr">
              <a:lnSpc>
                <a:spcPts val="1100"/>
              </a:lnSpc>
            </a:pPr>
            <a:r>
              <a:rPr lang="en-US" altLang="ko-KR" sz="1100" b="1" dirty="0">
                <a:solidFill>
                  <a:schemeClr val="tx1"/>
                </a:solidFill>
              </a:rPr>
              <a:t>vision </a:t>
            </a:r>
            <a:r>
              <a:rPr lang="en-US" altLang="ko-KR" sz="1100" b="1" dirty="0" err="1">
                <a:solidFill>
                  <a:schemeClr val="tx1"/>
                </a:solidFill>
              </a:rPr>
              <a:t>opencv</a:t>
            </a:r>
            <a:endParaRPr lang="ko-KR" altLang="en-US" sz="1100" b="1" dirty="0">
              <a:solidFill>
                <a:schemeClr val="tx1"/>
              </a:solidFill>
            </a:endParaRPr>
          </a:p>
        </p:txBody>
      </p:sp>
      <p:sp>
        <p:nvSpPr>
          <p:cNvPr id="40" name="모서리가 둥근 직사각형 41"/>
          <p:cNvSpPr/>
          <p:nvPr/>
        </p:nvSpPr>
        <p:spPr>
          <a:xfrm>
            <a:off x="2475707" y="3828575"/>
            <a:ext cx="1121372" cy="280016"/>
          </a:xfrm>
          <a:prstGeom prst="roundRect">
            <a:avLst/>
          </a:prstGeom>
          <a:solidFill>
            <a:schemeClr val="bg1">
              <a:lumMod val="85000"/>
            </a:schemeClr>
          </a:solidFill>
        </p:spPr>
        <p:style>
          <a:lnRef idx="2">
            <a:schemeClr val="accent3">
              <a:shade val="50000"/>
            </a:schemeClr>
          </a:lnRef>
          <a:fillRef idx="1">
            <a:schemeClr val="accent3"/>
          </a:fillRef>
          <a:effectRef idx="0">
            <a:schemeClr val="accent3"/>
          </a:effectRef>
          <a:fontRef idx="minor">
            <a:schemeClr val="lt1"/>
          </a:fontRef>
        </p:style>
        <p:txBody>
          <a:bodyPr lIns="0" tIns="0" rIns="0" bIns="0" rtlCol="0" anchor="ctr"/>
          <a:lstStyle/>
          <a:p>
            <a:pPr algn="ctr">
              <a:lnSpc>
                <a:spcPts val="1100"/>
              </a:lnSpc>
            </a:pPr>
            <a:r>
              <a:rPr lang="en-US" altLang="ko-KR" sz="1100" b="1" dirty="0">
                <a:solidFill>
                  <a:schemeClr val="tx1"/>
                </a:solidFill>
              </a:rPr>
              <a:t>common </a:t>
            </a:r>
            <a:r>
              <a:rPr lang="en-US" altLang="ko-KR" sz="1100" b="1" dirty="0" err="1">
                <a:solidFill>
                  <a:schemeClr val="tx1"/>
                </a:solidFill>
              </a:rPr>
              <a:t>msgs</a:t>
            </a:r>
            <a:endParaRPr lang="ko-KR" altLang="en-US" sz="1100" b="1" dirty="0">
              <a:solidFill>
                <a:schemeClr val="tx1"/>
              </a:solidFill>
            </a:endParaRPr>
          </a:p>
        </p:txBody>
      </p:sp>
      <p:sp>
        <p:nvSpPr>
          <p:cNvPr id="41" name="모서리가 둥근 직사각형 42"/>
          <p:cNvSpPr/>
          <p:nvPr/>
        </p:nvSpPr>
        <p:spPr>
          <a:xfrm>
            <a:off x="3765314" y="3828575"/>
            <a:ext cx="1121372" cy="280016"/>
          </a:xfrm>
          <a:prstGeom prst="roundRect">
            <a:avLst/>
          </a:prstGeom>
          <a:solidFill>
            <a:schemeClr val="bg1">
              <a:lumMod val="85000"/>
            </a:schemeClr>
          </a:solidFill>
        </p:spPr>
        <p:style>
          <a:lnRef idx="2">
            <a:schemeClr val="accent3">
              <a:shade val="50000"/>
            </a:schemeClr>
          </a:lnRef>
          <a:fillRef idx="1">
            <a:schemeClr val="accent3"/>
          </a:fillRef>
          <a:effectRef idx="0">
            <a:schemeClr val="accent3"/>
          </a:effectRef>
          <a:fontRef idx="minor">
            <a:schemeClr val="lt1"/>
          </a:fontRef>
        </p:style>
        <p:txBody>
          <a:bodyPr lIns="0" tIns="0" rIns="0" bIns="0" rtlCol="0" anchor="ctr"/>
          <a:lstStyle/>
          <a:p>
            <a:pPr algn="ctr">
              <a:lnSpc>
                <a:spcPts val="1100"/>
              </a:lnSpc>
            </a:pPr>
            <a:r>
              <a:rPr lang="en-US" altLang="ko-KR" sz="1100" b="1" dirty="0">
                <a:solidFill>
                  <a:schemeClr val="tx1"/>
                </a:solidFill>
              </a:rPr>
              <a:t>rosbag</a:t>
            </a:r>
            <a:endParaRPr lang="ko-KR" altLang="en-US" sz="1100" b="1" dirty="0">
              <a:solidFill>
                <a:schemeClr val="tx1"/>
              </a:solidFill>
            </a:endParaRPr>
          </a:p>
        </p:txBody>
      </p:sp>
      <p:sp>
        <p:nvSpPr>
          <p:cNvPr id="42" name="모서리가 둥근 직사각형 43"/>
          <p:cNvSpPr/>
          <p:nvPr/>
        </p:nvSpPr>
        <p:spPr>
          <a:xfrm>
            <a:off x="5047913" y="3828575"/>
            <a:ext cx="1121372" cy="280016"/>
          </a:xfrm>
          <a:prstGeom prst="roundRect">
            <a:avLst/>
          </a:prstGeom>
          <a:solidFill>
            <a:schemeClr val="bg1">
              <a:lumMod val="85000"/>
            </a:schemeClr>
          </a:solidFill>
        </p:spPr>
        <p:style>
          <a:lnRef idx="2">
            <a:schemeClr val="accent3">
              <a:shade val="50000"/>
            </a:schemeClr>
          </a:lnRef>
          <a:fillRef idx="1">
            <a:schemeClr val="accent3"/>
          </a:fillRef>
          <a:effectRef idx="0">
            <a:schemeClr val="accent3"/>
          </a:effectRef>
          <a:fontRef idx="minor">
            <a:schemeClr val="lt1"/>
          </a:fontRef>
        </p:style>
        <p:txBody>
          <a:bodyPr lIns="0" tIns="0" rIns="0" bIns="0" rtlCol="0" anchor="ctr"/>
          <a:lstStyle/>
          <a:p>
            <a:pPr algn="ctr">
              <a:lnSpc>
                <a:spcPts val="1100"/>
              </a:lnSpc>
            </a:pPr>
            <a:r>
              <a:rPr lang="en-US" altLang="ko-KR" sz="1100" b="1" dirty="0" err="1">
                <a:solidFill>
                  <a:schemeClr val="tx1"/>
                </a:solidFill>
              </a:rPr>
              <a:t>actionlib</a:t>
            </a:r>
            <a:endParaRPr lang="ko-KR" altLang="en-US" sz="1100" b="1" dirty="0">
              <a:solidFill>
                <a:schemeClr val="tx1"/>
              </a:solidFill>
            </a:endParaRPr>
          </a:p>
        </p:txBody>
      </p:sp>
      <p:sp>
        <p:nvSpPr>
          <p:cNvPr id="43" name="모서리가 둥근 직사각형 44"/>
          <p:cNvSpPr/>
          <p:nvPr/>
        </p:nvSpPr>
        <p:spPr>
          <a:xfrm>
            <a:off x="6336866" y="3828575"/>
            <a:ext cx="1121372" cy="280016"/>
          </a:xfrm>
          <a:prstGeom prst="roundRect">
            <a:avLst/>
          </a:prstGeom>
          <a:solidFill>
            <a:schemeClr val="bg1">
              <a:lumMod val="85000"/>
            </a:schemeClr>
          </a:solidFill>
        </p:spPr>
        <p:style>
          <a:lnRef idx="2">
            <a:schemeClr val="accent3">
              <a:shade val="50000"/>
            </a:schemeClr>
          </a:lnRef>
          <a:fillRef idx="1">
            <a:schemeClr val="accent3"/>
          </a:fillRef>
          <a:effectRef idx="0">
            <a:schemeClr val="accent3"/>
          </a:effectRef>
          <a:fontRef idx="minor">
            <a:schemeClr val="lt1"/>
          </a:fontRef>
        </p:style>
        <p:txBody>
          <a:bodyPr lIns="0" tIns="0" rIns="0" bIns="0" rtlCol="0" anchor="ctr"/>
          <a:lstStyle/>
          <a:p>
            <a:pPr algn="ctr">
              <a:lnSpc>
                <a:spcPts val="1100"/>
              </a:lnSpc>
            </a:pPr>
            <a:r>
              <a:rPr lang="en-US" altLang="ko-KR" sz="1100" b="1" dirty="0" err="1">
                <a:solidFill>
                  <a:schemeClr val="tx1"/>
                </a:solidFill>
              </a:rPr>
              <a:t>pluginlib</a:t>
            </a:r>
            <a:endParaRPr lang="ko-KR" altLang="en-US" sz="1100" b="1" dirty="0">
              <a:solidFill>
                <a:schemeClr val="tx1"/>
              </a:solidFill>
            </a:endParaRPr>
          </a:p>
        </p:txBody>
      </p:sp>
      <p:sp>
        <p:nvSpPr>
          <p:cNvPr id="44" name="모서리가 둥근 직사각형 45"/>
          <p:cNvSpPr/>
          <p:nvPr/>
        </p:nvSpPr>
        <p:spPr>
          <a:xfrm>
            <a:off x="7625819" y="3828575"/>
            <a:ext cx="1121372" cy="280016"/>
          </a:xfrm>
          <a:prstGeom prst="roundRect">
            <a:avLst/>
          </a:prstGeom>
          <a:solidFill>
            <a:schemeClr val="bg1">
              <a:lumMod val="85000"/>
            </a:schemeClr>
          </a:solidFill>
        </p:spPr>
        <p:style>
          <a:lnRef idx="2">
            <a:schemeClr val="accent3">
              <a:shade val="50000"/>
            </a:schemeClr>
          </a:lnRef>
          <a:fillRef idx="1">
            <a:schemeClr val="accent3"/>
          </a:fillRef>
          <a:effectRef idx="0">
            <a:schemeClr val="accent3"/>
          </a:effectRef>
          <a:fontRef idx="minor">
            <a:schemeClr val="lt1"/>
          </a:fontRef>
        </p:style>
        <p:txBody>
          <a:bodyPr lIns="0" tIns="0" rIns="0" bIns="0" rtlCol="0" anchor="ctr"/>
          <a:lstStyle/>
          <a:p>
            <a:pPr algn="ctr">
              <a:lnSpc>
                <a:spcPts val="1100"/>
              </a:lnSpc>
            </a:pPr>
            <a:r>
              <a:rPr lang="en-US" altLang="ko-KR" sz="1100" b="1" dirty="0">
                <a:solidFill>
                  <a:schemeClr val="tx1"/>
                </a:solidFill>
              </a:rPr>
              <a:t>rostopic</a:t>
            </a:r>
            <a:endParaRPr lang="ko-KR" altLang="en-US" sz="1100" b="1" dirty="0">
              <a:solidFill>
                <a:schemeClr val="tx1"/>
              </a:solidFill>
            </a:endParaRPr>
          </a:p>
        </p:txBody>
      </p:sp>
      <p:sp>
        <p:nvSpPr>
          <p:cNvPr id="45" name="모서리가 둥근 직사각형 46"/>
          <p:cNvSpPr/>
          <p:nvPr/>
        </p:nvSpPr>
        <p:spPr>
          <a:xfrm>
            <a:off x="8889342" y="3828575"/>
            <a:ext cx="1121372" cy="280016"/>
          </a:xfrm>
          <a:prstGeom prst="roundRect">
            <a:avLst/>
          </a:prstGeom>
          <a:solidFill>
            <a:schemeClr val="bg1">
              <a:lumMod val="85000"/>
            </a:schemeClr>
          </a:solidFill>
        </p:spPr>
        <p:style>
          <a:lnRef idx="2">
            <a:schemeClr val="accent3">
              <a:shade val="50000"/>
            </a:schemeClr>
          </a:lnRef>
          <a:fillRef idx="1">
            <a:schemeClr val="accent3"/>
          </a:fillRef>
          <a:effectRef idx="0">
            <a:schemeClr val="accent3"/>
          </a:effectRef>
          <a:fontRef idx="minor">
            <a:schemeClr val="lt1"/>
          </a:fontRef>
        </p:style>
        <p:txBody>
          <a:bodyPr lIns="0" tIns="0" rIns="0" bIns="0" rtlCol="0" anchor="ctr"/>
          <a:lstStyle/>
          <a:p>
            <a:pPr algn="ctr">
              <a:lnSpc>
                <a:spcPts val="1100"/>
              </a:lnSpc>
            </a:pPr>
            <a:r>
              <a:rPr lang="en-US" altLang="ko-KR" sz="1100" b="1" dirty="0">
                <a:solidFill>
                  <a:schemeClr val="tx1"/>
                </a:solidFill>
              </a:rPr>
              <a:t>rosservice</a:t>
            </a:r>
            <a:endParaRPr lang="ko-KR" altLang="en-US" sz="1100" b="1" dirty="0">
              <a:solidFill>
                <a:schemeClr val="tx1"/>
              </a:solidFill>
            </a:endParaRPr>
          </a:p>
        </p:txBody>
      </p:sp>
      <p:sp>
        <p:nvSpPr>
          <p:cNvPr id="46" name="모서리가 둥근 직사각형 47"/>
          <p:cNvSpPr/>
          <p:nvPr/>
        </p:nvSpPr>
        <p:spPr>
          <a:xfrm>
            <a:off x="3765314" y="4202649"/>
            <a:ext cx="1121372" cy="280016"/>
          </a:xfrm>
          <a:prstGeom prst="roundRect">
            <a:avLst/>
          </a:prstGeom>
          <a:solidFill>
            <a:schemeClr val="bg1">
              <a:lumMod val="85000"/>
            </a:schemeClr>
          </a:solidFill>
        </p:spPr>
        <p:style>
          <a:lnRef idx="2">
            <a:schemeClr val="accent3">
              <a:shade val="50000"/>
            </a:schemeClr>
          </a:lnRef>
          <a:fillRef idx="1">
            <a:schemeClr val="accent3"/>
          </a:fillRef>
          <a:effectRef idx="0">
            <a:schemeClr val="accent3"/>
          </a:effectRef>
          <a:fontRef idx="minor">
            <a:schemeClr val="lt1"/>
          </a:fontRef>
        </p:style>
        <p:txBody>
          <a:bodyPr lIns="0" tIns="0" rIns="0" bIns="0" rtlCol="0" anchor="ctr"/>
          <a:lstStyle/>
          <a:p>
            <a:pPr algn="ctr">
              <a:lnSpc>
                <a:spcPts val="1100"/>
              </a:lnSpc>
            </a:pPr>
            <a:r>
              <a:rPr lang="en-US" altLang="ko-KR" sz="1100" b="1" dirty="0">
                <a:solidFill>
                  <a:schemeClr val="tx1"/>
                </a:solidFill>
              </a:rPr>
              <a:t>roslaunch</a:t>
            </a:r>
            <a:endParaRPr lang="ko-KR" altLang="en-US" sz="1100" b="1" dirty="0">
              <a:solidFill>
                <a:schemeClr val="tx1"/>
              </a:solidFill>
            </a:endParaRPr>
          </a:p>
        </p:txBody>
      </p:sp>
      <p:sp>
        <p:nvSpPr>
          <p:cNvPr id="47" name="모서리가 둥근 직사각형 48"/>
          <p:cNvSpPr/>
          <p:nvPr/>
        </p:nvSpPr>
        <p:spPr>
          <a:xfrm>
            <a:off x="2475707" y="4202649"/>
            <a:ext cx="1121372" cy="280016"/>
          </a:xfrm>
          <a:prstGeom prst="roundRect">
            <a:avLst/>
          </a:prstGeom>
          <a:solidFill>
            <a:schemeClr val="bg1">
              <a:lumMod val="85000"/>
            </a:schemeClr>
          </a:solidFill>
        </p:spPr>
        <p:style>
          <a:lnRef idx="2">
            <a:schemeClr val="accent3">
              <a:shade val="50000"/>
            </a:schemeClr>
          </a:lnRef>
          <a:fillRef idx="1">
            <a:schemeClr val="accent3"/>
          </a:fillRef>
          <a:effectRef idx="0">
            <a:schemeClr val="accent3"/>
          </a:effectRef>
          <a:fontRef idx="minor">
            <a:schemeClr val="lt1"/>
          </a:fontRef>
        </p:style>
        <p:txBody>
          <a:bodyPr lIns="0" tIns="0" rIns="0" bIns="0" rtlCol="0" anchor="ctr"/>
          <a:lstStyle/>
          <a:p>
            <a:pPr algn="ctr">
              <a:lnSpc>
                <a:spcPts val="1100"/>
              </a:lnSpc>
            </a:pPr>
            <a:r>
              <a:rPr lang="en-US" altLang="ko-KR" sz="1100" b="1" dirty="0" err="1">
                <a:solidFill>
                  <a:schemeClr val="tx1"/>
                </a:solidFill>
              </a:rPr>
              <a:t>rosnode</a:t>
            </a:r>
            <a:endParaRPr lang="ko-KR" altLang="en-US" sz="1100" b="1" dirty="0">
              <a:solidFill>
                <a:schemeClr val="tx1"/>
              </a:solidFill>
            </a:endParaRPr>
          </a:p>
        </p:txBody>
      </p:sp>
      <p:sp>
        <p:nvSpPr>
          <p:cNvPr id="48" name="모서리가 둥근 직사각형 49"/>
          <p:cNvSpPr/>
          <p:nvPr/>
        </p:nvSpPr>
        <p:spPr>
          <a:xfrm>
            <a:off x="8889342" y="4202649"/>
            <a:ext cx="1121372" cy="280016"/>
          </a:xfrm>
          <a:prstGeom prst="roundRect">
            <a:avLst/>
          </a:prstGeom>
          <a:solidFill>
            <a:schemeClr val="bg1">
              <a:lumMod val="85000"/>
            </a:schemeClr>
          </a:solidFill>
        </p:spPr>
        <p:style>
          <a:lnRef idx="2">
            <a:schemeClr val="accent3">
              <a:shade val="50000"/>
            </a:schemeClr>
          </a:lnRef>
          <a:fillRef idx="1">
            <a:schemeClr val="accent3"/>
          </a:fillRef>
          <a:effectRef idx="0">
            <a:schemeClr val="accent3"/>
          </a:effectRef>
          <a:fontRef idx="minor">
            <a:schemeClr val="lt1"/>
          </a:fontRef>
        </p:style>
        <p:txBody>
          <a:bodyPr lIns="0" tIns="0" rIns="0" bIns="0" rtlCol="0" anchor="ctr"/>
          <a:lstStyle/>
          <a:p>
            <a:pPr algn="ctr">
              <a:lnSpc>
                <a:spcPts val="1100"/>
              </a:lnSpc>
            </a:pPr>
            <a:r>
              <a:rPr lang="en-US" altLang="ko-KR" sz="1100" b="1" dirty="0" err="1">
                <a:solidFill>
                  <a:schemeClr val="tx1"/>
                </a:solidFill>
              </a:rPr>
              <a:t>ros</a:t>
            </a:r>
            <a:r>
              <a:rPr lang="en-US" altLang="ko-KR" sz="1100" b="1" dirty="0">
                <a:solidFill>
                  <a:schemeClr val="tx1"/>
                </a:solidFill>
              </a:rPr>
              <a:t> console</a:t>
            </a:r>
            <a:endParaRPr lang="ko-KR" altLang="en-US" sz="1100" b="1" dirty="0">
              <a:solidFill>
                <a:schemeClr val="tx1"/>
              </a:solidFill>
            </a:endParaRPr>
          </a:p>
        </p:txBody>
      </p:sp>
      <p:sp>
        <p:nvSpPr>
          <p:cNvPr id="49" name="모서리가 둥근 직사각형 50"/>
          <p:cNvSpPr/>
          <p:nvPr/>
        </p:nvSpPr>
        <p:spPr>
          <a:xfrm>
            <a:off x="5047913" y="4202649"/>
            <a:ext cx="1121372" cy="280016"/>
          </a:xfrm>
          <a:prstGeom prst="roundRect">
            <a:avLst/>
          </a:prstGeom>
          <a:solidFill>
            <a:schemeClr val="bg1">
              <a:lumMod val="85000"/>
            </a:schemeClr>
          </a:solidFill>
        </p:spPr>
        <p:style>
          <a:lnRef idx="2">
            <a:schemeClr val="accent3">
              <a:shade val="50000"/>
            </a:schemeClr>
          </a:lnRef>
          <a:fillRef idx="1">
            <a:schemeClr val="accent3"/>
          </a:fillRef>
          <a:effectRef idx="0">
            <a:schemeClr val="accent3"/>
          </a:effectRef>
          <a:fontRef idx="minor">
            <a:schemeClr val="lt1"/>
          </a:fontRef>
        </p:style>
        <p:txBody>
          <a:bodyPr lIns="0" tIns="0" rIns="0" bIns="0" rtlCol="0" anchor="ctr"/>
          <a:lstStyle/>
          <a:p>
            <a:pPr algn="ctr">
              <a:lnSpc>
                <a:spcPts val="1100"/>
              </a:lnSpc>
            </a:pPr>
            <a:r>
              <a:rPr lang="en-US" altLang="ko-KR" sz="1100" b="1" dirty="0" err="1">
                <a:solidFill>
                  <a:schemeClr val="tx1"/>
                </a:solidFill>
              </a:rPr>
              <a:t>rosparam</a:t>
            </a:r>
            <a:endParaRPr lang="ko-KR" altLang="en-US" sz="1100" b="1" dirty="0">
              <a:solidFill>
                <a:schemeClr val="tx1"/>
              </a:solidFill>
            </a:endParaRPr>
          </a:p>
        </p:txBody>
      </p:sp>
      <p:sp>
        <p:nvSpPr>
          <p:cNvPr id="50" name="모서리가 둥근 직사각형 51"/>
          <p:cNvSpPr/>
          <p:nvPr/>
        </p:nvSpPr>
        <p:spPr>
          <a:xfrm>
            <a:off x="6336866" y="4202649"/>
            <a:ext cx="1121372" cy="280016"/>
          </a:xfrm>
          <a:prstGeom prst="roundRect">
            <a:avLst/>
          </a:prstGeom>
          <a:solidFill>
            <a:schemeClr val="bg1">
              <a:lumMod val="85000"/>
            </a:schemeClr>
          </a:solidFill>
        </p:spPr>
        <p:style>
          <a:lnRef idx="2">
            <a:schemeClr val="accent3">
              <a:shade val="50000"/>
            </a:schemeClr>
          </a:lnRef>
          <a:fillRef idx="1">
            <a:schemeClr val="accent3"/>
          </a:fillRef>
          <a:effectRef idx="0">
            <a:schemeClr val="accent3"/>
          </a:effectRef>
          <a:fontRef idx="minor">
            <a:schemeClr val="lt1"/>
          </a:fontRef>
        </p:style>
        <p:txBody>
          <a:bodyPr lIns="0" tIns="0" rIns="0" bIns="0" rtlCol="0" anchor="ctr"/>
          <a:lstStyle/>
          <a:p>
            <a:pPr algn="ctr">
              <a:lnSpc>
                <a:spcPts val="1100"/>
              </a:lnSpc>
            </a:pPr>
            <a:r>
              <a:rPr lang="en-US" altLang="ko-KR" sz="1100" b="1" dirty="0">
                <a:solidFill>
                  <a:schemeClr val="tx1"/>
                </a:solidFill>
              </a:rPr>
              <a:t>rosmaster</a:t>
            </a:r>
            <a:endParaRPr lang="ko-KR" altLang="en-US" sz="1100" b="1" dirty="0">
              <a:solidFill>
                <a:schemeClr val="tx1"/>
              </a:solidFill>
            </a:endParaRPr>
          </a:p>
        </p:txBody>
      </p:sp>
      <p:sp>
        <p:nvSpPr>
          <p:cNvPr id="51" name="모서리가 둥근 직사각형 52"/>
          <p:cNvSpPr/>
          <p:nvPr/>
        </p:nvSpPr>
        <p:spPr>
          <a:xfrm>
            <a:off x="7625819" y="4202649"/>
            <a:ext cx="1121372" cy="280016"/>
          </a:xfrm>
          <a:prstGeom prst="roundRect">
            <a:avLst/>
          </a:prstGeom>
          <a:solidFill>
            <a:schemeClr val="bg1">
              <a:lumMod val="85000"/>
            </a:schemeClr>
          </a:solidFill>
        </p:spPr>
        <p:style>
          <a:lnRef idx="2">
            <a:schemeClr val="accent3">
              <a:shade val="50000"/>
            </a:schemeClr>
          </a:lnRef>
          <a:fillRef idx="1">
            <a:schemeClr val="accent3"/>
          </a:fillRef>
          <a:effectRef idx="0">
            <a:schemeClr val="accent3"/>
          </a:effectRef>
          <a:fontRef idx="minor">
            <a:schemeClr val="lt1"/>
          </a:fontRef>
        </p:style>
        <p:txBody>
          <a:bodyPr lIns="0" tIns="0" rIns="0" bIns="0" rtlCol="0" anchor="ctr"/>
          <a:lstStyle/>
          <a:p>
            <a:pPr algn="ctr">
              <a:lnSpc>
                <a:spcPts val="1100"/>
              </a:lnSpc>
            </a:pPr>
            <a:r>
              <a:rPr lang="en-US" altLang="ko-KR" sz="1100" b="1" dirty="0" err="1">
                <a:solidFill>
                  <a:schemeClr val="tx1"/>
                </a:solidFill>
              </a:rPr>
              <a:t>rosout</a:t>
            </a:r>
            <a:endParaRPr lang="ko-KR" altLang="en-US" sz="1100" b="1" dirty="0">
              <a:solidFill>
                <a:schemeClr val="tx1"/>
              </a:solidFill>
            </a:endParaRPr>
          </a:p>
        </p:txBody>
      </p:sp>
      <p:sp>
        <p:nvSpPr>
          <p:cNvPr id="52" name="모서리가 둥근 직사각형 53"/>
          <p:cNvSpPr/>
          <p:nvPr/>
        </p:nvSpPr>
        <p:spPr>
          <a:xfrm>
            <a:off x="2475707" y="5829678"/>
            <a:ext cx="1121372" cy="280016"/>
          </a:xfrm>
          <a:prstGeom prst="roundRect">
            <a:avLst/>
          </a:prstGeom>
          <a:solidFill>
            <a:schemeClr val="bg1">
              <a:lumMod val="85000"/>
            </a:schemeClr>
          </a:solidFill>
        </p:spPr>
        <p:style>
          <a:lnRef idx="2">
            <a:schemeClr val="accent3">
              <a:shade val="50000"/>
            </a:schemeClr>
          </a:lnRef>
          <a:fillRef idx="1">
            <a:schemeClr val="accent3"/>
          </a:fillRef>
          <a:effectRef idx="0">
            <a:schemeClr val="accent3"/>
          </a:effectRef>
          <a:fontRef idx="minor">
            <a:schemeClr val="lt1"/>
          </a:fontRef>
        </p:style>
        <p:txBody>
          <a:bodyPr lIns="0" tIns="0" rIns="0" bIns="0" rtlCol="0" anchor="ctr"/>
          <a:lstStyle/>
          <a:p>
            <a:pPr algn="ctr">
              <a:lnSpc>
                <a:spcPts val="1100"/>
              </a:lnSpc>
            </a:pPr>
            <a:r>
              <a:rPr lang="en-US" altLang="ko-KR" sz="1100" b="1" dirty="0" err="1">
                <a:solidFill>
                  <a:schemeClr val="tx1"/>
                </a:solidFill>
              </a:rPr>
              <a:t>RViz</a:t>
            </a:r>
            <a:endParaRPr lang="ko-KR" altLang="en-US" sz="1100" b="1" dirty="0">
              <a:solidFill>
                <a:schemeClr val="tx1"/>
              </a:solidFill>
            </a:endParaRPr>
          </a:p>
        </p:txBody>
      </p:sp>
      <p:sp>
        <p:nvSpPr>
          <p:cNvPr id="53" name="모서리가 둥근 직사각형 54"/>
          <p:cNvSpPr/>
          <p:nvPr/>
        </p:nvSpPr>
        <p:spPr>
          <a:xfrm>
            <a:off x="3765314" y="5829678"/>
            <a:ext cx="1121372" cy="280016"/>
          </a:xfrm>
          <a:prstGeom prst="roundRect">
            <a:avLst/>
          </a:prstGeom>
          <a:solidFill>
            <a:schemeClr val="bg1">
              <a:lumMod val="85000"/>
            </a:schemeClr>
          </a:solidFill>
        </p:spPr>
        <p:style>
          <a:lnRef idx="2">
            <a:schemeClr val="accent3">
              <a:shade val="50000"/>
            </a:schemeClr>
          </a:lnRef>
          <a:fillRef idx="1">
            <a:schemeClr val="accent3"/>
          </a:fillRef>
          <a:effectRef idx="0">
            <a:schemeClr val="accent3"/>
          </a:effectRef>
          <a:fontRef idx="minor">
            <a:schemeClr val="lt1"/>
          </a:fontRef>
        </p:style>
        <p:txBody>
          <a:bodyPr lIns="0" tIns="0" rIns="0" bIns="0" rtlCol="0" anchor="ctr"/>
          <a:lstStyle/>
          <a:p>
            <a:pPr algn="ctr">
              <a:lnSpc>
                <a:spcPts val="1100"/>
              </a:lnSpc>
            </a:pPr>
            <a:r>
              <a:rPr lang="en-US" altLang="ko-KR" sz="1100" b="1" dirty="0" err="1">
                <a:solidFill>
                  <a:schemeClr val="tx1"/>
                </a:solidFill>
              </a:rPr>
              <a:t>rqt</a:t>
            </a:r>
            <a:endParaRPr lang="ko-KR" altLang="en-US" sz="1100" b="1" dirty="0">
              <a:solidFill>
                <a:schemeClr val="tx1"/>
              </a:solidFill>
            </a:endParaRPr>
          </a:p>
        </p:txBody>
      </p:sp>
      <p:sp>
        <p:nvSpPr>
          <p:cNvPr id="54" name="모서리가 둥근 직사각형 55"/>
          <p:cNvSpPr/>
          <p:nvPr/>
        </p:nvSpPr>
        <p:spPr>
          <a:xfrm>
            <a:off x="5047913" y="5829678"/>
            <a:ext cx="1121372" cy="280016"/>
          </a:xfrm>
          <a:prstGeom prst="roundRect">
            <a:avLst/>
          </a:prstGeom>
          <a:solidFill>
            <a:schemeClr val="bg1">
              <a:lumMod val="85000"/>
            </a:schemeClr>
          </a:solidFill>
        </p:spPr>
        <p:style>
          <a:lnRef idx="2">
            <a:schemeClr val="accent3">
              <a:shade val="50000"/>
            </a:schemeClr>
          </a:lnRef>
          <a:fillRef idx="1">
            <a:schemeClr val="accent3"/>
          </a:fillRef>
          <a:effectRef idx="0">
            <a:schemeClr val="accent3"/>
          </a:effectRef>
          <a:fontRef idx="minor">
            <a:schemeClr val="lt1"/>
          </a:fontRef>
        </p:style>
        <p:txBody>
          <a:bodyPr lIns="0" tIns="0" rIns="0" bIns="0" rtlCol="0" anchor="ctr"/>
          <a:lstStyle/>
          <a:p>
            <a:pPr algn="ctr">
              <a:lnSpc>
                <a:spcPts val="1100"/>
              </a:lnSpc>
            </a:pPr>
            <a:r>
              <a:rPr lang="en-US" altLang="ko-KR" sz="1100" b="1" dirty="0" err="1">
                <a:solidFill>
                  <a:schemeClr val="tx1"/>
                </a:solidFill>
              </a:rPr>
              <a:t>wstool</a:t>
            </a:r>
            <a:endParaRPr lang="ko-KR" altLang="en-US" sz="1100" b="1" dirty="0">
              <a:solidFill>
                <a:schemeClr val="tx1"/>
              </a:solidFill>
            </a:endParaRPr>
          </a:p>
        </p:txBody>
      </p:sp>
      <p:sp>
        <p:nvSpPr>
          <p:cNvPr id="55" name="모서리가 둥근 직사각형 56"/>
          <p:cNvSpPr/>
          <p:nvPr/>
        </p:nvSpPr>
        <p:spPr>
          <a:xfrm>
            <a:off x="6336866" y="5829678"/>
            <a:ext cx="1121372" cy="280016"/>
          </a:xfrm>
          <a:prstGeom prst="roundRect">
            <a:avLst/>
          </a:prstGeom>
          <a:solidFill>
            <a:schemeClr val="bg1">
              <a:lumMod val="85000"/>
            </a:schemeClr>
          </a:solidFill>
        </p:spPr>
        <p:style>
          <a:lnRef idx="2">
            <a:schemeClr val="accent3">
              <a:shade val="50000"/>
            </a:schemeClr>
          </a:lnRef>
          <a:fillRef idx="1">
            <a:schemeClr val="accent3"/>
          </a:fillRef>
          <a:effectRef idx="0">
            <a:schemeClr val="accent3"/>
          </a:effectRef>
          <a:fontRef idx="minor">
            <a:schemeClr val="lt1"/>
          </a:fontRef>
        </p:style>
        <p:txBody>
          <a:bodyPr lIns="0" tIns="0" rIns="0" bIns="0" rtlCol="0" anchor="ctr"/>
          <a:lstStyle/>
          <a:p>
            <a:pPr algn="ctr">
              <a:lnSpc>
                <a:spcPts val="1100"/>
              </a:lnSpc>
            </a:pPr>
            <a:r>
              <a:rPr lang="en-US" altLang="ko-KR" sz="1100" b="1" dirty="0" err="1">
                <a:solidFill>
                  <a:schemeClr val="tx1"/>
                </a:solidFill>
              </a:rPr>
              <a:t>rospack</a:t>
            </a:r>
            <a:endParaRPr lang="ko-KR" altLang="en-US" sz="1100" b="1" dirty="0">
              <a:solidFill>
                <a:schemeClr val="tx1"/>
              </a:solidFill>
            </a:endParaRPr>
          </a:p>
        </p:txBody>
      </p:sp>
      <p:sp>
        <p:nvSpPr>
          <p:cNvPr id="56" name="모서리가 둥근 직사각형 57"/>
          <p:cNvSpPr/>
          <p:nvPr/>
        </p:nvSpPr>
        <p:spPr>
          <a:xfrm>
            <a:off x="7625819" y="5829678"/>
            <a:ext cx="1121372" cy="280016"/>
          </a:xfrm>
          <a:prstGeom prst="roundRect">
            <a:avLst/>
          </a:prstGeom>
          <a:solidFill>
            <a:schemeClr val="bg1">
              <a:lumMod val="85000"/>
            </a:schemeClr>
          </a:solidFill>
        </p:spPr>
        <p:style>
          <a:lnRef idx="2">
            <a:schemeClr val="accent3">
              <a:shade val="50000"/>
            </a:schemeClr>
          </a:lnRef>
          <a:fillRef idx="1">
            <a:schemeClr val="accent3"/>
          </a:fillRef>
          <a:effectRef idx="0">
            <a:schemeClr val="accent3"/>
          </a:effectRef>
          <a:fontRef idx="minor">
            <a:schemeClr val="lt1"/>
          </a:fontRef>
        </p:style>
        <p:txBody>
          <a:bodyPr lIns="0" tIns="0" rIns="0" bIns="0" rtlCol="0" anchor="ctr"/>
          <a:lstStyle/>
          <a:p>
            <a:pPr algn="ctr">
              <a:lnSpc>
                <a:spcPts val="1100"/>
              </a:lnSpc>
            </a:pPr>
            <a:r>
              <a:rPr lang="en-US" altLang="ko-KR" sz="1100" b="1" dirty="0">
                <a:solidFill>
                  <a:schemeClr val="tx1"/>
                </a:solidFill>
              </a:rPr>
              <a:t>catkin</a:t>
            </a:r>
            <a:endParaRPr lang="ko-KR" altLang="en-US" sz="1100" b="1" dirty="0">
              <a:solidFill>
                <a:schemeClr val="tx1"/>
              </a:solidFill>
            </a:endParaRPr>
          </a:p>
        </p:txBody>
      </p:sp>
      <p:sp>
        <p:nvSpPr>
          <p:cNvPr id="57" name="모서리가 둥근 직사각형 58"/>
          <p:cNvSpPr/>
          <p:nvPr/>
        </p:nvSpPr>
        <p:spPr>
          <a:xfrm>
            <a:off x="8889342" y="5821105"/>
            <a:ext cx="1121372" cy="280016"/>
          </a:xfrm>
          <a:prstGeom prst="roundRect">
            <a:avLst/>
          </a:prstGeom>
          <a:solidFill>
            <a:schemeClr val="bg1">
              <a:lumMod val="85000"/>
            </a:schemeClr>
          </a:solidFill>
        </p:spPr>
        <p:style>
          <a:lnRef idx="2">
            <a:schemeClr val="accent3">
              <a:shade val="50000"/>
            </a:schemeClr>
          </a:lnRef>
          <a:fillRef idx="1">
            <a:schemeClr val="accent3"/>
          </a:fillRef>
          <a:effectRef idx="0">
            <a:schemeClr val="accent3"/>
          </a:effectRef>
          <a:fontRef idx="minor">
            <a:schemeClr val="lt1"/>
          </a:fontRef>
        </p:style>
        <p:txBody>
          <a:bodyPr lIns="0" tIns="0" rIns="0" bIns="0" rtlCol="0" anchor="ctr"/>
          <a:lstStyle/>
          <a:p>
            <a:pPr algn="ctr">
              <a:lnSpc>
                <a:spcPts val="1100"/>
              </a:lnSpc>
            </a:pPr>
            <a:r>
              <a:rPr lang="en-US" altLang="ko-KR" sz="1100" b="1" dirty="0" err="1">
                <a:solidFill>
                  <a:schemeClr val="tx1"/>
                </a:solidFill>
              </a:rPr>
              <a:t>rosdep</a:t>
            </a:r>
            <a:endParaRPr lang="ko-KR" altLang="en-US" sz="1100" b="1" dirty="0">
              <a:solidFill>
                <a:schemeClr val="tx1"/>
              </a:solidFill>
            </a:endParaRPr>
          </a:p>
        </p:txBody>
      </p:sp>
      <p:sp>
        <p:nvSpPr>
          <p:cNvPr id="58" name="모서리가 둥근 직사각형 59"/>
          <p:cNvSpPr/>
          <p:nvPr/>
        </p:nvSpPr>
        <p:spPr>
          <a:xfrm>
            <a:off x="2475707" y="4755670"/>
            <a:ext cx="1121372" cy="280016"/>
          </a:xfrm>
          <a:prstGeom prst="roundRect">
            <a:avLst/>
          </a:prstGeom>
          <a:solidFill>
            <a:schemeClr val="bg1">
              <a:lumMod val="85000"/>
            </a:schemeClr>
          </a:solidFill>
        </p:spPr>
        <p:style>
          <a:lnRef idx="2">
            <a:schemeClr val="accent3">
              <a:shade val="50000"/>
            </a:schemeClr>
          </a:lnRef>
          <a:fillRef idx="1">
            <a:schemeClr val="accent3"/>
          </a:fillRef>
          <a:effectRef idx="0">
            <a:schemeClr val="accent3"/>
          </a:effectRef>
          <a:fontRef idx="minor">
            <a:schemeClr val="lt1"/>
          </a:fontRef>
        </p:style>
        <p:txBody>
          <a:bodyPr lIns="0" tIns="0" rIns="0" bIns="0" rtlCol="0" anchor="ctr"/>
          <a:lstStyle/>
          <a:p>
            <a:pPr algn="ctr">
              <a:lnSpc>
                <a:spcPts val="1100"/>
              </a:lnSpc>
            </a:pPr>
            <a:r>
              <a:rPr lang="en-US" altLang="ko-KR" sz="1100" b="1" dirty="0">
                <a:solidFill>
                  <a:schemeClr val="tx1"/>
                </a:solidFill>
              </a:rPr>
              <a:t>camera drivers</a:t>
            </a:r>
            <a:endParaRPr lang="ko-KR" altLang="en-US" sz="1100" b="1" dirty="0">
              <a:solidFill>
                <a:schemeClr val="tx1"/>
              </a:solidFill>
            </a:endParaRPr>
          </a:p>
        </p:txBody>
      </p:sp>
      <p:sp>
        <p:nvSpPr>
          <p:cNvPr id="59" name="모서리가 둥근 직사각형 60"/>
          <p:cNvSpPr/>
          <p:nvPr/>
        </p:nvSpPr>
        <p:spPr>
          <a:xfrm>
            <a:off x="3765314" y="4755670"/>
            <a:ext cx="1121372" cy="280016"/>
          </a:xfrm>
          <a:prstGeom prst="roundRect">
            <a:avLst/>
          </a:prstGeom>
          <a:solidFill>
            <a:schemeClr val="bg1">
              <a:lumMod val="85000"/>
            </a:schemeClr>
          </a:solidFill>
        </p:spPr>
        <p:style>
          <a:lnRef idx="2">
            <a:schemeClr val="accent3">
              <a:shade val="50000"/>
            </a:schemeClr>
          </a:lnRef>
          <a:fillRef idx="1">
            <a:schemeClr val="accent3"/>
          </a:fillRef>
          <a:effectRef idx="0">
            <a:schemeClr val="accent3"/>
          </a:effectRef>
          <a:fontRef idx="minor">
            <a:schemeClr val="lt1"/>
          </a:fontRef>
        </p:style>
        <p:txBody>
          <a:bodyPr lIns="0" tIns="0" rIns="0" bIns="0" rtlCol="0" anchor="ctr"/>
          <a:lstStyle/>
          <a:p>
            <a:pPr algn="ctr">
              <a:lnSpc>
                <a:spcPts val="1100"/>
              </a:lnSpc>
            </a:pPr>
            <a:r>
              <a:rPr lang="en-US" altLang="ko-KR" sz="1100" b="1" dirty="0">
                <a:solidFill>
                  <a:schemeClr val="tx1"/>
                </a:solidFill>
              </a:rPr>
              <a:t>GPS/IMU drivers</a:t>
            </a:r>
            <a:endParaRPr lang="ko-KR" altLang="en-US" sz="1100" b="1" dirty="0">
              <a:solidFill>
                <a:schemeClr val="tx1"/>
              </a:solidFill>
            </a:endParaRPr>
          </a:p>
        </p:txBody>
      </p:sp>
      <p:sp>
        <p:nvSpPr>
          <p:cNvPr id="60" name="모서리가 둥근 직사각형 61"/>
          <p:cNvSpPr/>
          <p:nvPr/>
        </p:nvSpPr>
        <p:spPr>
          <a:xfrm>
            <a:off x="6336866" y="4755670"/>
            <a:ext cx="1121372" cy="280016"/>
          </a:xfrm>
          <a:prstGeom prst="roundRect">
            <a:avLst/>
          </a:prstGeom>
          <a:solidFill>
            <a:schemeClr val="bg1">
              <a:lumMod val="85000"/>
            </a:schemeClr>
          </a:solidFill>
        </p:spPr>
        <p:style>
          <a:lnRef idx="2">
            <a:schemeClr val="accent3">
              <a:shade val="50000"/>
            </a:schemeClr>
          </a:lnRef>
          <a:fillRef idx="1">
            <a:schemeClr val="accent3"/>
          </a:fillRef>
          <a:effectRef idx="0">
            <a:schemeClr val="accent3"/>
          </a:effectRef>
          <a:fontRef idx="minor">
            <a:schemeClr val="lt1"/>
          </a:fontRef>
        </p:style>
        <p:txBody>
          <a:bodyPr lIns="0" tIns="0" rIns="0" bIns="0" rtlCol="0" anchor="ctr"/>
          <a:lstStyle/>
          <a:p>
            <a:pPr algn="ctr">
              <a:lnSpc>
                <a:spcPts val="1100"/>
              </a:lnSpc>
            </a:pPr>
            <a:r>
              <a:rPr lang="en-US" altLang="ko-KR" sz="1100" b="1" dirty="0">
                <a:solidFill>
                  <a:schemeClr val="tx1"/>
                </a:solidFill>
              </a:rPr>
              <a:t>range finder drivers</a:t>
            </a:r>
            <a:endParaRPr lang="ko-KR" altLang="en-US" sz="1100" b="1" dirty="0">
              <a:solidFill>
                <a:schemeClr val="tx1"/>
              </a:solidFill>
            </a:endParaRPr>
          </a:p>
        </p:txBody>
      </p:sp>
      <p:sp>
        <p:nvSpPr>
          <p:cNvPr id="61" name="모서리가 둥근 직사각형 62"/>
          <p:cNvSpPr/>
          <p:nvPr/>
        </p:nvSpPr>
        <p:spPr>
          <a:xfrm>
            <a:off x="7625819" y="4755670"/>
            <a:ext cx="1121372" cy="280016"/>
          </a:xfrm>
          <a:prstGeom prst="roundRect">
            <a:avLst/>
          </a:prstGeom>
          <a:solidFill>
            <a:schemeClr val="bg1">
              <a:lumMod val="85000"/>
            </a:schemeClr>
          </a:solidFill>
        </p:spPr>
        <p:style>
          <a:lnRef idx="2">
            <a:schemeClr val="accent3">
              <a:shade val="50000"/>
            </a:schemeClr>
          </a:lnRef>
          <a:fillRef idx="1">
            <a:schemeClr val="accent3"/>
          </a:fillRef>
          <a:effectRef idx="0">
            <a:schemeClr val="accent3"/>
          </a:effectRef>
          <a:fontRef idx="minor">
            <a:schemeClr val="lt1"/>
          </a:fontRef>
        </p:style>
        <p:txBody>
          <a:bodyPr lIns="0" tIns="0" rIns="0" bIns="0" rtlCol="0" anchor="ctr"/>
          <a:lstStyle/>
          <a:p>
            <a:pPr algn="ctr">
              <a:lnSpc>
                <a:spcPts val="1100"/>
              </a:lnSpc>
            </a:pPr>
            <a:r>
              <a:rPr lang="en-US" altLang="ko-KR" sz="1100" b="1" dirty="0">
                <a:solidFill>
                  <a:schemeClr val="tx1"/>
                </a:solidFill>
              </a:rPr>
              <a:t>3d sensor drivers</a:t>
            </a:r>
            <a:endParaRPr lang="ko-KR" altLang="en-US" sz="1100" b="1" dirty="0">
              <a:solidFill>
                <a:schemeClr val="tx1"/>
              </a:solidFill>
            </a:endParaRPr>
          </a:p>
        </p:txBody>
      </p:sp>
      <p:sp>
        <p:nvSpPr>
          <p:cNvPr id="62" name="모서리가 둥근 직사각형 63"/>
          <p:cNvSpPr/>
          <p:nvPr/>
        </p:nvSpPr>
        <p:spPr>
          <a:xfrm>
            <a:off x="8889342" y="4755670"/>
            <a:ext cx="1121372" cy="280016"/>
          </a:xfrm>
          <a:prstGeom prst="roundRect">
            <a:avLst/>
          </a:prstGeom>
          <a:solidFill>
            <a:schemeClr val="bg1">
              <a:lumMod val="85000"/>
            </a:schemeClr>
          </a:solidFill>
        </p:spPr>
        <p:style>
          <a:lnRef idx="2">
            <a:schemeClr val="accent3">
              <a:shade val="50000"/>
            </a:schemeClr>
          </a:lnRef>
          <a:fillRef idx="1">
            <a:schemeClr val="accent3"/>
          </a:fillRef>
          <a:effectRef idx="0">
            <a:schemeClr val="accent3"/>
          </a:effectRef>
          <a:fontRef idx="minor">
            <a:schemeClr val="lt1"/>
          </a:fontRef>
        </p:style>
        <p:txBody>
          <a:bodyPr lIns="0" tIns="0" rIns="0" bIns="0" rtlCol="0" anchor="ctr"/>
          <a:lstStyle/>
          <a:p>
            <a:pPr algn="ctr">
              <a:lnSpc>
                <a:spcPts val="1100"/>
              </a:lnSpc>
            </a:pPr>
            <a:r>
              <a:rPr lang="en-US" altLang="ko-KR" sz="1100" b="1" dirty="0">
                <a:solidFill>
                  <a:schemeClr val="tx1"/>
                </a:solidFill>
              </a:rPr>
              <a:t>diagnostics</a:t>
            </a:r>
            <a:endParaRPr lang="ko-KR" altLang="en-US" sz="1100" b="1" dirty="0">
              <a:solidFill>
                <a:schemeClr val="tx1"/>
              </a:solidFill>
            </a:endParaRPr>
          </a:p>
        </p:txBody>
      </p:sp>
      <p:sp>
        <p:nvSpPr>
          <p:cNvPr id="63" name="모서리가 둥근 직사각형 64"/>
          <p:cNvSpPr/>
          <p:nvPr/>
        </p:nvSpPr>
        <p:spPr>
          <a:xfrm>
            <a:off x="5047913" y="4755670"/>
            <a:ext cx="1121372" cy="280016"/>
          </a:xfrm>
          <a:prstGeom prst="roundRect">
            <a:avLst/>
          </a:prstGeom>
          <a:solidFill>
            <a:schemeClr val="bg1">
              <a:lumMod val="85000"/>
            </a:schemeClr>
          </a:solidFill>
        </p:spPr>
        <p:style>
          <a:lnRef idx="2">
            <a:schemeClr val="accent3">
              <a:shade val="50000"/>
            </a:schemeClr>
          </a:lnRef>
          <a:fillRef idx="1">
            <a:schemeClr val="accent3"/>
          </a:fillRef>
          <a:effectRef idx="0">
            <a:schemeClr val="accent3"/>
          </a:effectRef>
          <a:fontRef idx="minor">
            <a:schemeClr val="lt1"/>
          </a:fontRef>
        </p:style>
        <p:txBody>
          <a:bodyPr lIns="0" tIns="0" rIns="0" bIns="0" rtlCol="0" anchor="ctr"/>
          <a:lstStyle/>
          <a:p>
            <a:pPr algn="ctr">
              <a:lnSpc>
                <a:spcPts val="1100"/>
              </a:lnSpc>
            </a:pPr>
            <a:r>
              <a:rPr lang="en-US" altLang="ko-KR" sz="1100" b="1" dirty="0">
                <a:solidFill>
                  <a:schemeClr val="tx1"/>
                </a:solidFill>
              </a:rPr>
              <a:t>joystick drivers</a:t>
            </a:r>
            <a:endParaRPr lang="ko-KR" altLang="en-US" sz="1100" b="1" dirty="0">
              <a:solidFill>
                <a:schemeClr val="tx1"/>
              </a:solidFill>
            </a:endParaRPr>
          </a:p>
        </p:txBody>
      </p:sp>
      <p:sp>
        <p:nvSpPr>
          <p:cNvPr id="64" name="모서리가 둥근 직사각형 65"/>
          <p:cNvSpPr/>
          <p:nvPr/>
        </p:nvSpPr>
        <p:spPr>
          <a:xfrm>
            <a:off x="2475707" y="5132984"/>
            <a:ext cx="1121372" cy="280016"/>
          </a:xfrm>
          <a:prstGeom prst="roundRect">
            <a:avLst/>
          </a:prstGeom>
          <a:solidFill>
            <a:schemeClr val="bg1">
              <a:lumMod val="85000"/>
            </a:schemeClr>
          </a:solidFill>
        </p:spPr>
        <p:style>
          <a:lnRef idx="2">
            <a:schemeClr val="accent3">
              <a:shade val="50000"/>
            </a:schemeClr>
          </a:lnRef>
          <a:fillRef idx="1">
            <a:schemeClr val="accent3"/>
          </a:fillRef>
          <a:effectRef idx="0">
            <a:schemeClr val="accent3"/>
          </a:effectRef>
          <a:fontRef idx="minor">
            <a:schemeClr val="lt1"/>
          </a:fontRef>
        </p:style>
        <p:txBody>
          <a:bodyPr lIns="0" tIns="0" rIns="0" bIns="0" rtlCol="0" anchor="ctr"/>
          <a:lstStyle/>
          <a:p>
            <a:pPr algn="ctr">
              <a:lnSpc>
                <a:spcPts val="1100"/>
              </a:lnSpc>
            </a:pPr>
            <a:r>
              <a:rPr lang="en-US" altLang="ko-KR" sz="1100" b="1" dirty="0">
                <a:solidFill>
                  <a:schemeClr val="tx1"/>
                </a:solidFill>
              </a:rPr>
              <a:t>audio common</a:t>
            </a:r>
            <a:endParaRPr lang="ko-KR" altLang="en-US" sz="1100" b="1" dirty="0">
              <a:solidFill>
                <a:schemeClr val="tx1"/>
              </a:solidFill>
            </a:endParaRPr>
          </a:p>
        </p:txBody>
      </p:sp>
      <p:sp>
        <p:nvSpPr>
          <p:cNvPr id="65" name="모서리가 둥근 직사각형 66"/>
          <p:cNvSpPr/>
          <p:nvPr/>
        </p:nvSpPr>
        <p:spPr>
          <a:xfrm>
            <a:off x="5047913" y="5132984"/>
            <a:ext cx="1121372" cy="280016"/>
          </a:xfrm>
          <a:prstGeom prst="roundRect">
            <a:avLst/>
          </a:prstGeom>
          <a:solidFill>
            <a:schemeClr val="bg1">
              <a:lumMod val="85000"/>
            </a:schemeClr>
          </a:solidFill>
        </p:spPr>
        <p:style>
          <a:lnRef idx="2">
            <a:schemeClr val="accent3">
              <a:shade val="50000"/>
            </a:schemeClr>
          </a:lnRef>
          <a:fillRef idx="1">
            <a:schemeClr val="accent3"/>
          </a:fillRef>
          <a:effectRef idx="0">
            <a:schemeClr val="accent3"/>
          </a:effectRef>
          <a:fontRef idx="minor">
            <a:schemeClr val="lt1"/>
          </a:fontRef>
        </p:style>
        <p:txBody>
          <a:bodyPr lIns="0" tIns="0" rIns="0" bIns="0" rtlCol="0" anchor="ctr"/>
          <a:lstStyle/>
          <a:p>
            <a:pPr algn="ctr">
              <a:lnSpc>
                <a:spcPts val="1100"/>
              </a:lnSpc>
            </a:pPr>
            <a:r>
              <a:rPr lang="en-US" altLang="ko-KR" sz="1100" b="1" dirty="0">
                <a:solidFill>
                  <a:schemeClr val="tx1"/>
                </a:solidFill>
              </a:rPr>
              <a:t>power supply drivers</a:t>
            </a:r>
            <a:endParaRPr lang="ko-KR" altLang="en-US" sz="1100" b="1" dirty="0">
              <a:solidFill>
                <a:schemeClr val="tx1"/>
              </a:solidFill>
            </a:endParaRPr>
          </a:p>
        </p:txBody>
      </p:sp>
      <p:sp>
        <p:nvSpPr>
          <p:cNvPr id="66" name="모서리가 둥근 직사각형 67"/>
          <p:cNvSpPr/>
          <p:nvPr/>
        </p:nvSpPr>
        <p:spPr>
          <a:xfrm>
            <a:off x="6336866" y="5132984"/>
            <a:ext cx="1121372" cy="280016"/>
          </a:xfrm>
          <a:prstGeom prst="roundRect">
            <a:avLst/>
          </a:prstGeom>
          <a:solidFill>
            <a:schemeClr val="bg1">
              <a:lumMod val="85000"/>
            </a:schemeClr>
          </a:solidFill>
        </p:spPr>
        <p:style>
          <a:lnRef idx="2">
            <a:schemeClr val="accent3">
              <a:shade val="50000"/>
            </a:schemeClr>
          </a:lnRef>
          <a:fillRef idx="1">
            <a:schemeClr val="accent3"/>
          </a:fillRef>
          <a:effectRef idx="0">
            <a:schemeClr val="accent3"/>
          </a:effectRef>
          <a:fontRef idx="minor">
            <a:schemeClr val="lt1"/>
          </a:fontRef>
        </p:style>
        <p:txBody>
          <a:bodyPr lIns="0" tIns="0" rIns="0" bIns="0" rtlCol="0" anchor="ctr"/>
          <a:lstStyle/>
          <a:p>
            <a:pPr algn="ctr">
              <a:lnSpc>
                <a:spcPts val="1100"/>
              </a:lnSpc>
            </a:pPr>
            <a:r>
              <a:rPr lang="en-US" altLang="ko-KR" sz="1100" b="1" dirty="0" err="1">
                <a:solidFill>
                  <a:schemeClr val="tx1"/>
                </a:solidFill>
              </a:rPr>
              <a:t>rosserial</a:t>
            </a:r>
            <a:endParaRPr lang="ko-KR" altLang="en-US" sz="1100" b="1" dirty="0">
              <a:solidFill>
                <a:schemeClr val="tx1"/>
              </a:solidFill>
            </a:endParaRPr>
          </a:p>
        </p:txBody>
      </p:sp>
      <p:sp>
        <p:nvSpPr>
          <p:cNvPr id="67" name="모서리가 둥근 직사각형 68"/>
          <p:cNvSpPr/>
          <p:nvPr/>
        </p:nvSpPr>
        <p:spPr>
          <a:xfrm>
            <a:off x="7625819" y="5132984"/>
            <a:ext cx="1121372" cy="280016"/>
          </a:xfrm>
          <a:prstGeom prst="roundRect">
            <a:avLst/>
          </a:prstGeom>
          <a:solidFill>
            <a:schemeClr val="bg1">
              <a:lumMod val="85000"/>
            </a:schemeClr>
          </a:solidFill>
        </p:spPr>
        <p:style>
          <a:lnRef idx="2">
            <a:schemeClr val="accent3">
              <a:shade val="50000"/>
            </a:schemeClr>
          </a:lnRef>
          <a:fillRef idx="1">
            <a:schemeClr val="accent3"/>
          </a:fillRef>
          <a:effectRef idx="0">
            <a:schemeClr val="accent3"/>
          </a:effectRef>
          <a:fontRef idx="minor">
            <a:schemeClr val="lt1"/>
          </a:fontRef>
        </p:style>
        <p:txBody>
          <a:bodyPr lIns="0" tIns="0" rIns="0" bIns="0" rtlCol="0" anchor="ctr"/>
          <a:lstStyle/>
          <a:p>
            <a:pPr algn="ctr">
              <a:lnSpc>
                <a:spcPts val="1100"/>
              </a:lnSpc>
            </a:pPr>
            <a:r>
              <a:rPr lang="en-US" altLang="ko-KR" sz="1100" b="1" dirty="0" err="1">
                <a:solidFill>
                  <a:schemeClr val="tx1"/>
                </a:solidFill>
              </a:rPr>
              <a:t>ethercat</a:t>
            </a:r>
            <a:r>
              <a:rPr lang="en-US" altLang="ko-KR" sz="1100" b="1" dirty="0">
                <a:solidFill>
                  <a:schemeClr val="tx1"/>
                </a:solidFill>
              </a:rPr>
              <a:t> drivers</a:t>
            </a:r>
            <a:endParaRPr lang="ko-KR" altLang="en-US" sz="1100" b="1" dirty="0">
              <a:solidFill>
                <a:schemeClr val="tx1"/>
              </a:solidFill>
            </a:endParaRPr>
          </a:p>
        </p:txBody>
      </p:sp>
      <p:sp>
        <p:nvSpPr>
          <p:cNvPr id="68" name="모서리가 둥근 직사각형 69"/>
          <p:cNvSpPr/>
          <p:nvPr/>
        </p:nvSpPr>
        <p:spPr>
          <a:xfrm>
            <a:off x="8889342" y="5132984"/>
            <a:ext cx="1121372" cy="280016"/>
          </a:xfrm>
          <a:prstGeom prst="roundRect">
            <a:avLst/>
          </a:prstGeom>
          <a:solidFill>
            <a:schemeClr val="bg1">
              <a:lumMod val="85000"/>
            </a:schemeClr>
          </a:solidFill>
        </p:spPr>
        <p:style>
          <a:lnRef idx="2">
            <a:schemeClr val="accent3">
              <a:shade val="50000"/>
            </a:schemeClr>
          </a:lnRef>
          <a:fillRef idx="1">
            <a:schemeClr val="accent3"/>
          </a:fillRef>
          <a:effectRef idx="0">
            <a:schemeClr val="accent3"/>
          </a:effectRef>
          <a:fontRef idx="minor">
            <a:schemeClr val="lt1"/>
          </a:fontRef>
        </p:style>
        <p:txBody>
          <a:bodyPr lIns="0" tIns="0" rIns="0" bIns="0" rtlCol="0" anchor="ctr"/>
          <a:lstStyle/>
          <a:p>
            <a:pPr algn="ctr">
              <a:lnSpc>
                <a:spcPts val="1100"/>
              </a:lnSpc>
            </a:pPr>
            <a:r>
              <a:rPr lang="en-US" altLang="ko-KR" sz="1100" b="1" dirty="0" err="1">
                <a:solidFill>
                  <a:schemeClr val="tx1"/>
                </a:solidFill>
              </a:rPr>
              <a:t>ros</a:t>
            </a:r>
            <a:r>
              <a:rPr lang="en-US" altLang="ko-KR" sz="1100" b="1" dirty="0">
                <a:solidFill>
                  <a:schemeClr val="tx1"/>
                </a:solidFill>
              </a:rPr>
              <a:t> </a:t>
            </a:r>
            <a:r>
              <a:rPr lang="en-US" altLang="ko-KR" sz="1100" b="1" dirty="0" err="1">
                <a:solidFill>
                  <a:schemeClr val="tx1"/>
                </a:solidFill>
              </a:rPr>
              <a:t>canopen</a:t>
            </a:r>
            <a:endParaRPr lang="ko-KR" altLang="en-US" sz="1100" b="1" dirty="0">
              <a:solidFill>
                <a:schemeClr val="tx1"/>
              </a:solidFill>
            </a:endParaRPr>
          </a:p>
        </p:txBody>
      </p:sp>
      <p:sp>
        <p:nvSpPr>
          <p:cNvPr id="69" name="TextBox 70"/>
          <p:cNvSpPr txBox="1"/>
          <p:nvPr/>
        </p:nvSpPr>
        <p:spPr>
          <a:xfrm>
            <a:off x="477556" y="983200"/>
            <a:ext cx="772969" cy="584775"/>
          </a:xfrm>
          <a:prstGeom prst="rect">
            <a:avLst/>
          </a:prstGeom>
          <a:noFill/>
        </p:spPr>
        <p:txBody>
          <a:bodyPr wrap="none" rtlCol="0">
            <a:spAutoFit/>
          </a:bodyPr>
          <a:lstStyle/>
          <a:p>
            <a:r>
              <a:rPr lang="en-US" altLang="ko-KR" sz="1600" b="1" dirty="0"/>
              <a:t>Client</a:t>
            </a:r>
            <a:r>
              <a:rPr lang="ko-KR" altLang="en-US" sz="1600" b="1" dirty="0"/>
              <a:t> </a:t>
            </a:r>
            <a:endParaRPr lang="en-US" altLang="ko-KR" sz="1600" b="1" dirty="0"/>
          </a:p>
          <a:p>
            <a:r>
              <a:rPr lang="en-US" altLang="ko-KR" sz="1600" b="1" dirty="0"/>
              <a:t>Layer</a:t>
            </a:r>
          </a:p>
        </p:txBody>
      </p:sp>
      <p:sp>
        <p:nvSpPr>
          <p:cNvPr id="70" name="TextBox 71"/>
          <p:cNvSpPr txBox="1"/>
          <p:nvPr/>
        </p:nvSpPr>
        <p:spPr>
          <a:xfrm>
            <a:off x="477556" y="1690496"/>
            <a:ext cx="1212191" cy="584775"/>
          </a:xfrm>
          <a:prstGeom prst="rect">
            <a:avLst/>
          </a:prstGeom>
          <a:noFill/>
        </p:spPr>
        <p:txBody>
          <a:bodyPr wrap="none" rtlCol="0">
            <a:spAutoFit/>
          </a:bodyPr>
          <a:lstStyle/>
          <a:p>
            <a:r>
              <a:rPr lang="en-US" altLang="ko-KR" sz="1600" b="1" dirty="0"/>
              <a:t>Robotics </a:t>
            </a:r>
          </a:p>
          <a:p>
            <a:r>
              <a:rPr lang="en-US" altLang="ko-KR" sz="1600" b="1" dirty="0"/>
              <a:t>Application</a:t>
            </a:r>
          </a:p>
        </p:txBody>
      </p:sp>
      <p:sp>
        <p:nvSpPr>
          <p:cNvPr id="71" name="TextBox 72"/>
          <p:cNvSpPr txBox="1"/>
          <p:nvPr/>
        </p:nvSpPr>
        <p:spPr>
          <a:xfrm>
            <a:off x="477556" y="2653557"/>
            <a:ext cx="1221809" cy="830997"/>
          </a:xfrm>
          <a:prstGeom prst="rect">
            <a:avLst/>
          </a:prstGeom>
          <a:noFill/>
        </p:spPr>
        <p:txBody>
          <a:bodyPr wrap="none" rtlCol="0">
            <a:spAutoFit/>
          </a:bodyPr>
          <a:lstStyle/>
          <a:p>
            <a:r>
              <a:rPr lang="en-US" altLang="ko-KR" sz="1600" b="1" dirty="0"/>
              <a:t>Robotics </a:t>
            </a:r>
          </a:p>
          <a:p>
            <a:r>
              <a:rPr lang="en-US" altLang="ko-KR" sz="1600" b="1" dirty="0"/>
              <a:t>Application</a:t>
            </a:r>
          </a:p>
          <a:p>
            <a:r>
              <a:rPr lang="en-US" altLang="ko-KR" sz="1600" b="1" dirty="0"/>
              <a:t>Framework</a:t>
            </a:r>
          </a:p>
        </p:txBody>
      </p:sp>
      <p:sp>
        <p:nvSpPr>
          <p:cNvPr id="72" name="TextBox 73"/>
          <p:cNvSpPr txBox="1"/>
          <p:nvPr/>
        </p:nvSpPr>
        <p:spPr>
          <a:xfrm>
            <a:off x="477556" y="3852963"/>
            <a:ext cx="1651414" cy="584775"/>
          </a:xfrm>
          <a:prstGeom prst="rect">
            <a:avLst/>
          </a:prstGeom>
          <a:noFill/>
        </p:spPr>
        <p:txBody>
          <a:bodyPr wrap="none" rtlCol="0">
            <a:spAutoFit/>
          </a:bodyPr>
          <a:lstStyle/>
          <a:p>
            <a:r>
              <a:rPr lang="en-US" altLang="ko-KR" sz="1600" b="1" dirty="0"/>
              <a:t>Communication </a:t>
            </a:r>
          </a:p>
          <a:p>
            <a:r>
              <a:rPr lang="en-US" altLang="ko-KR" sz="1600" b="1" dirty="0"/>
              <a:t>Layer</a:t>
            </a:r>
          </a:p>
        </p:txBody>
      </p:sp>
      <p:sp>
        <p:nvSpPr>
          <p:cNvPr id="73" name="TextBox 74"/>
          <p:cNvSpPr txBox="1"/>
          <p:nvPr/>
        </p:nvSpPr>
        <p:spPr>
          <a:xfrm>
            <a:off x="477556" y="4653832"/>
            <a:ext cx="1081835" cy="830997"/>
          </a:xfrm>
          <a:prstGeom prst="rect">
            <a:avLst/>
          </a:prstGeom>
          <a:noFill/>
        </p:spPr>
        <p:txBody>
          <a:bodyPr wrap="none" rtlCol="0">
            <a:spAutoFit/>
          </a:bodyPr>
          <a:lstStyle/>
          <a:p>
            <a:r>
              <a:rPr lang="en-US" altLang="ko-KR" sz="1600" b="1" dirty="0"/>
              <a:t>Hardware</a:t>
            </a:r>
          </a:p>
          <a:p>
            <a:r>
              <a:rPr lang="en-US" altLang="ko-KR" sz="1600" b="1" dirty="0"/>
              <a:t>Interface</a:t>
            </a:r>
          </a:p>
          <a:p>
            <a:r>
              <a:rPr lang="en-US" altLang="ko-KR" sz="1600" b="1" dirty="0"/>
              <a:t>Layer</a:t>
            </a:r>
          </a:p>
        </p:txBody>
      </p:sp>
      <p:sp>
        <p:nvSpPr>
          <p:cNvPr id="74" name="TextBox 75"/>
          <p:cNvSpPr txBox="1"/>
          <p:nvPr/>
        </p:nvSpPr>
        <p:spPr>
          <a:xfrm>
            <a:off x="477556" y="5638734"/>
            <a:ext cx="1845249" cy="584775"/>
          </a:xfrm>
          <a:prstGeom prst="rect">
            <a:avLst/>
          </a:prstGeom>
          <a:noFill/>
        </p:spPr>
        <p:txBody>
          <a:bodyPr wrap="none" rtlCol="0">
            <a:spAutoFit/>
          </a:bodyPr>
          <a:lstStyle/>
          <a:p>
            <a:r>
              <a:rPr lang="en-US" altLang="ko-KR" sz="1600" b="1" dirty="0"/>
              <a:t>Software </a:t>
            </a:r>
          </a:p>
          <a:p>
            <a:r>
              <a:rPr lang="en-US" altLang="ko-KR" sz="1600" b="1" dirty="0"/>
              <a:t>Development Tools</a:t>
            </a:r>
          </a:p>
        </p:txBody>
      </p:sp>
      <p:sp>
        <p:nvSpPr>
          <p:cNvPr id="75" name="TextBox 76"/>
          <p:cNvSpPr txBox="1"/>
          <p:nvPr/>
        </p:nvSpPr>
        <p:spPr>
          <a:xfrm>
            <a:off x="477556" y="6448915"/>
            <a:ext cx="1144865" cy="338554"/>
          </a:xfrm>
          <a:prstGeom prst="rect">
            <a:avLst/>
          </a:prstGeom>
          <a:noFill/>
        </p:spPr>
        <p:txBody>
          <a:bodyPr wrap="none" rtlCol="0">
            <a:spAutoFit/>
          </a:bodyPr>
          <a:lstStyle/>
          <a:p>
            <a:r>
              <a:rPr lang="en-US" altLang="ko-KR" sz="1600" b="1" dirty="0"/>
              <a:t>Simulation</a:t>
            </a:r>
          </a:p>
        </p:txBody>
      </p:sp>
      <p:sp>
        <p:nvSpPr>
          <p:cNvPr id="76" name="모서리가 둥근 직사각형 77"/>
          <p:cNvSpPr/>
          <p:nvPr/>
        </p:nvSpPr>
        <p:spPr>
          <a:xfrm>
            <a:off x="3765314" y="2576331"/>
            <a:ext cx="1121372" cy="280016"/>
          </a:xfrm>
          <a:prstGeom prst="roundRect">
            <a:avLst/>
          </a:prstGeom>
          <a:solidFill>
            <a:schemeClr val="bg1">
              <a:lumMod val="85000"/>
            </a:schemeClr>
          </a:solidFill>
        </p:spPr>
        <p:style>
          <a:lnRef idx="2">
            <a:schemeClr val="accent3">
              <a:shade val="50000"/>
            </a:schemeClr>
          </a:lnRef>
          <a:fillRef idx="1">
            <a:schemeClr val="accent3"/>
          </a:fillRef>
          <a:effectRef idx="0">
            <a:schemeClr val="accent3"/>
          </a:effectRef>
          <a:fontRef idx="minor">
            <a:schemeClr val="lt1"/>
          </a:fontRef>
        </p:style>
        <p:txBody>
          <a:bodyPr lIns="0" tIns="0" rIns="0" bIns="0" rtlCol="0" anchor="ctr"/>
          <a:lstStyle/>
          <a:p>
            <a:pPr algn="ctr">
              <a:lnSpc>
                <a:spcPts val="1100"/>
              </a:lnSpc>
            </a:pPr>
            <a:r>
              <a:rPr lang="en-US" altLang="ko-KR" sz="1100" b="1" dirty="0">
                <a:solidFill>
                  <a:schemeClr val="tx1"/>
                </a:solidFill>
              </a:rPr>
              <a:t>robot localization</a:t>
            </a:r>
            <a:endParaRPr lang="ko-KR" altLang="en-US" sz="1100" b="1" dirty="0">
              <a:solidFill>
                <a:schemeClr val="tx1"/>
              </a:solidFill>
            </a:endParaRPr>
          </a:p>
        </p:txBody>
      </p:sp>
      <p:sp>
        <p:nvSpPr>
          <p:cNvPr id="77" name="직사각형 79"/>
          <p:cNvSpPr/>
          <p:nvPr/>
        </p:nvSpPr>
        <p:spPr>
          <a:xfrm>
            <a:off x="9922678" y="6513904"/>
            <a:ext cx="1885388" cy="307777"/>
          </a:xfrm>
          <a:prstGeom prst="rect">
            <a:avLst/>
          </a:prstGeom>
        </p:spPr>
        <p:txBody>
          <a:bodyPr wrap="none">
            <a:spAutoFit/>
          </a:bodyPr>
          <a:lstStyle/>
          <a:p>
            <a:r>
              <a:rPr lang="ko-KR" altLang="en-US" sz="1400" dirty="0"/>
              <a:t>http://wiki.ros.org/APIs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2555" y="234494"/>
            <a:ext cx="11290041" cy="679903"/>
          </a:xfrm>
        </p:spPr>
        <p:txBody>
          <a:bodyPr>
            <a:normAutofit/>
          </a:bodyPr>
          <a:lstStyle/>
          <a:p>
            <a:r>
              <a:rPr lang="en-US" altLang="ko-KR" dirty="0"/>
              <a:t>ROS</a:t>
            </a:r>
            <a:r>
              <a:rPr lang="zh-CN" altLang="en-US" dirty="0">
                <a:latin typeface="宋体" panose="02010600030101010101" pitchFamily="2" charset="-122"/>
                <a:ea typeface="宋体" panose="02010600030101010101" pitchFamily="2" charset="-122"/>
                <a:cs typeface="宋体" panose="02010600030101010101" pitchFamily="2" charset="-122"/>
              </a:rPr>
              <a:t>的生态系统</a:t>
            </a:r>
            <a:endParaRPr lang="ko-KR" altLang="en-US" dirty="0">
              <a:latin typeface="宋体" panose="02010600030101010101" pitchFamily="2" charset="-122"/>
              <a:ea typeface="宋体" panose="02010600030101010101" pitchFamily="2" charset="-122"/>
              <a:cs typeface="宋体" panose="02010600030101010101" pitchFamily="2" charset="-122"/>
            </a:endParaRPr>
          </a:p>
        </p:txBody>
      </p:sp>
      <p:sp>
        <p:nvSpPr>
          <p:cNvPr id="3" name="Slide Number Placeholder 3"/>
          <p:cNvSpPr>
            <a:spLocks noGrp="1"/>
          </p:cNvSpPr>
          <p:nvPr>
            <p:ph type="sldNum" sz="quarter" idx="12"/>
          </p:nvPr>
        </p:nvSpPr>
        <p:spPr>
          <a:xfrm>
            <a:off x="9448800" y="6492874"/>
            <a:ext cx="2743200" cy="365125"/>
          </a:xfrm>
        </p:spPr>
        <p:txBody>
          <a:bodyPr/>
          <a:lstStyle/>
          <a:p>
            <a:fld id="{A7AA09E4-EDB9-4D6A-8918-B1B0AEC6D61D}" type="slidenum">
              <a:rPr lang="ko-KR" altLang="en-US" smtClean="0"/>
              <a:t>6</a:t>
            </a:fld>
            <a:endParaRPr lang="ko-KR" altLang="en-US" dirty="0"/>
          </a:p>
        </p:txBody>
      </p:sp>
      <p:grpSp>
        <p:nvGrpSpPr>
          <p:cNvPr id="4" name="그룹 21"/>
          <p:cNvGrpSpPr/>
          <p:nvPr/>
        </p:nvGrpSpPr>
        <p:grpSpPr>
          <a:xfrm>
            <a:off x="382555" y="983239"/>
            <a:ext cx="11057173" cy="5925020"/>
            <a:chOff x="382555" y="765914"/>
            <a:chExt cx="11450984" cy="6136046"/>
          </a:xfrm>
        </p:grpSpPr>
        <p:sp>
          <p:nvSpPr>
            <p:cNvPr id="5" name="Rectangle 27"/>
            <p:cNvSpPr/>
            <p:nvPr/>
          </p:nvSpPr>
          <p:spPr>
            <a:xfrm>
              <a:off x="3154432" y="800747"/>
              <a:ext cx="8422736" cy="340725"/>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600">
                <a:latin typeface="굴림" panose="020B0600000101010101" pitchFamily="50" charset="-127"/>
                <a:ea typeface="굴림" panose="020B0600000101010101" pitchFamily="50" charset="-127"/>
              </a:endParaRPr>
            </a:p>
          </p:txBody>
        </p:sp>
        <p:sp>
          <p:nvSpPr>
            <p:cNvPr id="6" name="Rounded Rectangle 5"/>
            <p:cNvSpPr/>
            <p:nvPr/>
          </p:nvSpPr>
          <p:spPr>
            <a:xfrm>
              <a:off x="382555" y="2248352"/>
              <a:ext cx="2222293" cy="63564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b="1" dirty="0">
                  <a:latin typeface="굴림" panose="020B0600000101010101" pitchFamily="50" charset="-127"/>
                  <a:ea typeface="굴림" panose="020B0600000101010101" pitchFamily="50" charset="-127"/>
                </a:rPr>
                <a:t>APP</a:t>
              </a:r>
            </a:p>
          </p:txBody>
        </p:sp>
        <p:sp>
          <p:nvSpPr>
            <p:cNvPr id="7" name="Rounded Rectangle 6"/>
            <p:cNvSpPr/>
            <p:nvPr/>
          </p:nvSpPr>
          <p:spPr>
            <a:xfrm>
              <a:off x="382555" y="3449258"/>
              <a:ext cx="2222293" cy="63564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b="1" dirty="0">
                  <a:latin typeface="굴림" panose="020B0600000101010101" pitchFamily="50" charset="-127"/>
                  <a:ea typeface="굴림" panose="020B0600000101010101" pitchFamily="50" charset="-127"/>
                </a:rPr>
                <a:t>ROS</a:t>
              </a:r>
            </a:p>
          </p:txBody>
        </p:sp>
        <p:sp>
          <p:nvSpPr>
            <p:cNvPr id="8" name="Rounded Rectangle 7"/>
            <p:cNvSpPr/>
            <p:nvPr/>
          </p:nvSpPr>
          <p:spPr>
            <a:xfrm>
              <a:off x="382555" y="4676289"/>
              <a:ext cx="2222293" cy="63564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b="1" dirty="0">
                  <a:latin typeface="굴림" panose="020B0600000101010101" pitchFamily="50" charset="-127"/>
                  <a:ea typeface="굴림" panose="020B0600000101010101" pitchFamily="50" charset="-127"/>
                </a:rPr>
                <a:t>ROBOT, SENSOR</a:t>
              </a:r>
            </a:p>
          </p:txBody>
        </p:sp>
        <p:sp>
          <p:nvSpPr>
            <p:cNvPr id="9" name="Left Brace 8"/>
            <p:cNvSpPr/>
            <p:nvPr/>
          </p:nvSpPr>
          <p:spPr>
            <a:xfrm>
              <a:off x="3420605" y="875824"/>
              <a:ext cx="360040" cy="920886"/>
            </a:xfrm>
            <a:prstGeom prst="leftBrace">
              <a:avLst/>
            </a:prstGeom>
            <a:ln w="19050"/>
          </p:spPr>
          <p:style>
            <a:lnRef idx="1">
              <a:schemeClr val="dk1"/>
            </a:lnRef>
            <a:fillRef idx="0">
              <a:schemeClr val="dk1"/>
            </a:fillRef>
            <a:effectRef idx="0">
              <a:schemeClr val="dk1"/>
            </a:effectRef>
            <a:fontRef idx="minor">
              <a:schemeClr val="tx1"/>
            </a:fontRef>
          </p:style>
          <p:txBody>
            <a:bodyPr rtlCol="0" anchor="ctr"/>
            <a:lstStyle/>
            <a:p>
              <a:pPr algn="ctr"/>
              <a:endParaRPr lang="en-US" sz="1600">
                <a:latin typeface="굴림" panose="020B0600000101010101" pitchFamily="50" charset="-127"/>
                <a:ea typeface="굴림" panose="020B0600000101010101" pitchFamily="50" charset="-127"/>
              </a:endParaRPr>
            </a:p>
          </p:txBody>
        </p:sp>
        <p:sp>
          <p:nvSpPr>
            <p:cNvPr id="10" name="Left Brace 9"/>
            <p:cNvSpPr/>
            <p:nvPr/>
          </p:nvSpPr>
          <p:spPr>
            <a:xfrm>
              <a:off x="3420605" y="2163332"/>
              <a:ext cx="360040" cy="3206476"/>
            </a:xfrm>
            <a:prstGeom prst="leftBrace">
              <a:avLst/>
            </a:prstGeom>
            <a:ln w="19050"/>
          </p:spPr>
          <p:style>
            <a:lnRef idx="1">
              <a:schemeClr val="dk1"/>
            </a:lnRef>
            <a:fillRef idx="0">
              <a:schemeClr val="dk1"/>
            </a:fillRef>
            <a:effectRef idx="0">
              <a:schemeClr val="dk1"/>
            </a:effectRef>
            <a:fontRef idx="minor">
              <a:schemeClr val="tx1"/>
            </a:fontRef>
          </p:style>
          <p:txBody>
            <a:bodyPr rtlCol="0" anchor="ctr"/>
            <a:lstStyle/>
            <a:p>
              <a:pPr algn="ctr"/>
              <a:endParaRPr lang="en-US" sz="1600">
                <a:latin typeface="굴림" panose="020B0600000101010101" pitchFamily="50" charset="-127"/>
                <a:ea typeface="굴림" panose="020B0600000101010101" pitchFamily="50" charset="-127"/>
              </a:endParaRPr>
            </a:p>
          </p:txBody>
        </p:sp>
        <p:sp>
          <p:nvSpPr>
            <p:cNvPr id="11" name="Left Brace 10"/>
            <p:cNvSpPr/>
            <p:nvPr/>
          </p:nvSpPr>
          <p:spPr>
            <a:xfrm>
              <a:off x="3420605" y="5836615"/>
              <a:ext cx="360040" cy="704862"/>
            </a:xfrm>
            <a:prstGeom prst="leftBrace">
              <a:avLst/>
            </a:prstGeom>
            <a:ln w="19050"/>
          </p:spPr>
          <p:style>
            <a:lnRef idx="1">
              <a:schemeClr val="dk1"/>
            </a:lnRef>
            <a:fillRef idx="0">
              <a:schemeClr val="dk1"/>
            </a:fillRef>
            <a:effectRef idx="0">
              <a:schemeClr val="dk1"/>
            </a:effectRef>
            <a:fontRef idx="minor">
              <a:schemeClr val="tx1"/>
            </a:fontRef>
          </p:style>
          <p:txBody>
            <a:bodyPr rtlCol="0" anchor="ctr"/>
            <a:lstStyle/>
            <a:p>
              <a:pPr algn="ctr"/>
              <a:endParaRPr lang="en-US" sz="1600">
                <a:latin typeface="굴림" panose="020B0600000101010101" pitchFamily="50" charset="-127"/>
                <a:ea typeface="굴림" panose="020B0600000101010101" pitchFamily="50" charset="-127"/>
              </a:endParaRPr>
            </a:p>
          </p:txBody>
        </p:sp>
        <p:pic>
          <p:nvPicPr>
            <p:cNvPr id="12" name="Picture 2" descr="Turtlebot"/>
            <p:cNvPicPr>
              <a:picLocks noChangeAspect="1" noChangeArrowheads="1"/>
            </p:cNvPicPr>
            <p:nvPr/>
          </p:nvPicPr>
          <p:blipFill>
            <a:blip r:embed="rId2" cstate="print">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4621868" y="6139782"/>
              <a:ext cx="697011" cy="702878"/>
            </a:xfrm>
            <a:prstGeom prst="rect">
              <a:avLst/>
            </a:prstGeom>
            <a:noFill/>
          </p:spPr>
        </p:pic>
        <p:pic>
          <p:nvPicPr>
            <p:cNvPr id="13" name="Picture 4" descr="pr2Image.png"/>
            <p:cNvPicPr>
              <a:picLocks noChangeAspect="1" noChangeArrowheads="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3840407" y="5897365"/>
              <a:ext cx="519922" cy="1004595"/>
            </a:xfrm>
            <a:prstGeom prst="rect">
              <a:avLst/>
            </a:prstGeom>
            <a:noFill/>
          </p:spPr>
        </p:pic>
        <p:cxnSp>
          <p:nvCxnSpPr>
            <p:cNvPr id="14" name="Straight Arrow Connector 13"/>
            <p:cNvCxnSpPr/>
            <p:nvPr/>
          </p:nvCxnSpPr>
          <p:spPr>
            <a:xfrm flipV="1">
              <a:off x="2834586" y="1336267"/>
              <a:ext cx="401931" cy="1177651"/>
            </a:xfrm>
            <a:prstGeom prst="straightConnector1">
              <a:avLst/>
            </a:prstGeom>
            <a:ln>
              <a:headEnd type="triangle"/>
              <a:tailEnd type="triangle"/>
            </a:ln>
          </p:spPr>
          <p:style>
            <a:lnRef idx="3">
              <a:schemeClr val="dk1"/>
            </a:lnRef>
            <a:fillRef idx="0">
              <a:schemeClr val="dk1"/>
            </a:fillRef>
            <a:effectRef idx="2">
              <a:schemeClr val="dk1"/>
            </a:effectRef>
            <a:fontRef idx="minor">
              <a:schemeClr val="tx1"/>
            </a:fontRef>
          </p:style>
        </p:cxnSp>
        <p:cxnSp>
          <p:nvCxnSpPr>
            <p:cNvPr id="15" name="Straight Arrow Connector 14"/>
            <p:cNvCxnSpPr/>
            <p:nvPr/>
          </p:nvCxnSpPr>
          <p:spPr>
            <a:xfrm>
              <a:off x="2802650" y="4956447"/>
              <a:ext cx="473939" cy="1102925"/>
            </a:xfrm>
            <a:prstGeom prst="straightConnector1">
              <a:avLst/>
            </a:prstGeom>
            <a:ln>
              <a:headEnd type="triangle"/>
              <a:tailEnd type="triangle"/>
            </a:ln>
          </p:spPr>
          <p:style>
            <a:lnRef idx="3">
              <a:schemeClr val="dk1"/>
            </a:lnRef>
            <a:fillRef idx="0">
              <a:schemeClr val="dk1"/>
            </a:fillRef>
            <a:effectRef idx="2">
              <a:schemeClr val="dk1"/>
            </a:effectRef>
            <a:fontRef idx="minor">
              <a:schemeClr val="tx1"/>
            </a:fontRef>
          </p:style>
        </p:cxnSp>
        <p:cxnSp>
          <p:nvCxnSpPr>
            <p:cNvPr id="16" name="Straight Arrow Connector 15"/>
            <p:cNvCxnSpPr/>
            <p:nvPr/>
          </p:nvCxnSpPr>
          <p:spPr>
            <a:xfrm flipH="1">
              <a:off x="2642283" y="3767078"/>
              <a:ext cx="628615" cy="2397"/>
            </a:xfrm>
            <a:prstGeom prst="straightConnector1">
              <a:avLst/>
            </a:prstGeom>
            <a:ln>
              <a:headEnd type="triangle"/>
              <a:tailEnd type="triangle"/>
            </a:ln>
          </p:spPr>
          <p:style>
            <a:lnRef idx="3">
              <a:schemeClr val="dk1"/>
            </a:lnRef>
            <a:fillRef idx="0">
              <a:schemeClr val="dk1"/>
            </a:fillRef>
            <a:effectRef idx="2">
              <a:schemeClr val="dk1"/>
            </a:effectRef>
            <a:fontRef idx="minor">
              <a:schemeClr val="tx1"/>
            </a:fontRef>
          </p:style>
        </p:cxnSp>
        <p:pic>
          <p:nvPicPr>
            <p:cNvPr id="17" name="Picture 16"/>
            <p:cNvPicPr>
              <a:picLocks noChangeAspect="1"/>
            </p:cNvPicPr>
            <p:nvPr/>
          </p:nvPicPr>
          <p:blipFill>
            <a:blip r:embed="rId4"/>
            <a:stretch>
              <a:fillRect/>
            </a:stretch>
          </p:blipFill>
          <p:spPr>
            <a:xfrm>
              <a:off x="8253937" y="765914"/>
              <a:ext cx="3579602" cy="1482437"/>
            </a:xfrm>
            <a:prstGeom prst="rect">
              <a:avLst/>
            </a:prstGeom>
          </p:spPr>
        </p:pic>
        <p:pic>
          <p:nvPicPr>
            <p:cNvPr id="18" name="Picture 6" descr="Robots/Jackal"/>
            <p:cNvPicPr>
              <a:picLocks noChangeAspect="1" noChangeArrowheads="1"/>
            </p:cNvPicPr>
            <p:nvPr/>
          </p:nvPicPr>
          <p:blipFill>
            <a:blip r:embed="rId5">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5557972" y="5961281"/>
              <a:ext cx="876765" cy="876765"/>
            </a:xfrm>
            <a:prstGeom prst="rect">
              <a:avLst/>
            </a:prstGeom>
            <a:noFill/>
          </p:spPr>
        </p:pic>
        <p:pic>
          <p:nvPicPr>
            <p:cNvPr id="19" name="Picture 8" descr="Barrett Hand"/>
            <p:cNvPicPr>
              <a:picLocks noChangeAspect="1" noChangeArrowheads="1"/>
            </p:cNvPicPr>
            <p:nvPr/>
          </p:nvPicPr>
          <p:blipFill>
            <a:blip r:embed="rId6" cstate="print">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6456480" y="6154928"/>
              <a:ext cx="569116" cy="698590"/>
            </a:xfrm>
            <a:prstGeom prst="rect">
              <a:avLst/>
            </a:prstGeom>
            <a:noFill/>
          </p:spPr>
        </p:pic>
        <p:pic>
          <p:nvPicPr>
            <p:cNvPr id="20" name="Picture 10" descr="AscTec"/>
            <p:cNvPicPr>
              <a:picLocks noChangeAspect="1" noChangeArrowheads="1"/>
            </p:cNvPicPr>
            <p:nvPr/>
          </p:nvPicPr>
          <p:blipFill>
            <a:blip r:embed="rId7">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7075989" y="6126775"/>
              <a:ext cx="714375" cy="714375"/>
            </a:xfrm>
            <a:prstGeom prst="rect">
              <a:avLst/>
            </a:prstGeom>
            <a:noFill/>
          </p:spPr>
        </p:pic>
        <p:pic>
          <p:nvPicPr>
            <p:cNvPr id="21" name="Picture 12" descr="http://nextage.kawada.jp/en/hiro/img/forre_img01.jpg"/>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7652905" y="5989715"/>
              <a:ext cx="1196672" cy="793223"/>
            </a:xfrm>
            <a:prstGeom prst="rect">
              <a:avLst/>
            </a:prstGeom>
            <a:noFill/>
          </p:spPr>
        </p:pic>
        <p:pic>
          <p:nvPicPr>
            <p:cNvPr id="22" name="Picture 16" descr="Robonaut2"/>
            <p:cNvPicPr>
              <a:picLocks noChangeAspect="1" noChangeArrowheads="1"/>
            </p:cNvPicPr>
            <p:nvPr/>
          </p:nvPicPr>
          <p:blipFill>
            <a:blip r:embed="rId9">
              <a:clrChange>
                <a:clrFrom>
                  <a:srgbClr val="FFFFFE"/>
                </a:clrFrom>
                <a:clrTo>
                  <a:srgbClr val="FFFFFE">
                    <a:alpha val="0"/>
                  </a:srgbClr>
                </a:clrTo>
              </a:clrChange>
              <a:extLst>
                <a:ext uri="{28A0092B-C50C-407E-A947-70E740481C1C}">
                  <a14:useLocalDpi xmlns:a14="http://schemas.microsoft.com/office/drawing/2010/main" val="0"/>
                </a:ext>
              </a:extLst>
            </a:blip>
            <a:srcRect/>
            <a:stretch>
              <a:fillRect/>
            </a:stretch>
          </p:blipFill>
          <p:spPr bwMode="auto">
            <a:xfrm>
              <a:off x="8714947" y="5926238"/>
              <a:ext cx="836595" cy="862740"/>
            </a:xfrm>
            <a:prstGeom prst="rect">
              <a:avLst/>
            </a:prstGeom>
            <a:noFill/>
          </p:spPr>
        </p:pic>
        <p:cxnSp>
          <p:nvCxnSpPr>
            <p:cNvPr id="23" name="Straight Arrow Connector 25"/>
            <p:cNvCxnSpPr>
              <a:stCxn id="7" idx="0"/>
            </p:cNvCxnSpPr>
            <p:nvPr/>
          </p:nvCxnSpPr>
          <p:spPr>
            <a:xfrm flipV="1">
              <a:off x="1493702" y="2779217"/>
              <a:ext cx="0" cy="670041"/>
            </a:xfrm>
            <a:prstGeom prst="straightConnector1">
              <a:avLst/>
            </a:prstGeom>
            <a:ln>
              <a:headEnd type="triangle"/>
              <a:tailEnd type="triangle"/>
            </a:ln>
          </p:spPr>
          <p:style>
            <a:lnRef idx="3">
              <a:schemeClr val="dk1"/>
            </a:lnRef>
            <a:fillRef idx="0">
              <a:schemeClr val="dk1"/>
            </a:fillRef>
            <a:effectRef idx="2">
              <a:schemeClr val="dk1"/>
            </a:effectRef>
            <a:fontRef idx="minor">
              <a:schemeClr val="tx1"/>
            </a:fontRef>
          </p:style>
        </p:cxnSp>
        <p:cxnSp>
          <p:nvCxnSpPr>
            <p:cNvPr id="24" name="Straight Arrow Connector 26"/>
            <p:cNvCxnSpPr>
              <a:stCxn id="8" idx="0"/>
              <a:endCxn id="7" idx="2"/>
            </p:cNvCxnSpPr>
            <p:nvPr/>
          </p:nvCxnSpPr>
          <p:spPr>
            <a:xfrm flipV="1">
              <a:off x="1493702" y="4084898"/>
              <a:ext cx="0" cy="591391"/>
            </a:xfrm>
            <a:prstGeom prst="straightConnector1">
              <a:avLst/>
            </a:prstGeom>
            <a:ln>
              <a:headEnd type="triangle"/>
              <a:tailEnd type="triangle"/>
            </a:ln>
          </p:spPr>
          <p:style>
            <a:lnRef idx="3">
              <a:schemeClr val="dk1"/>
            </a:lnRef>
            <a:fillRef idx="0">
              <a:schemeClr val="dk1"/>
            </a:fillRef>
            <a:effectRef idx="2">
              <a:schemeClr val="dk1"/>
            </a:effectRef>
            <a:fontRef idx="minor">
              <a:schemeClr val="tx1"/>
            </a:fontRef>
          </p:style>
        </p:cxnSp>
        <p:pic>
          <p:nvPicPr>
            <p:cNvPr id="25" name="그림 52"/>
            <p:cNvPicPr>
              <a:picLocks noChangeAspect="1"/>
            </p:cNvPicPr>
            <p:nvPr/>
          </p:nvPicPr>
          <p:blipFill>
            <a:blip r:embed="rId10" cstate="print">
              <a:extLst>
                <a:ext uri="{28A0092B-C50C-407E-A947-70E740481C1C}">
                  <a14:useLocalDpi xmlns:a14="http://schemas.microsoft.com/office/drawing/2010/main" val="0"/>
                </a:ext>
              </a:extLst>
            </a:blip>
            <a:stretch>
              <a:fillRect/>
            </a:stretch>
          </p:blipFill>
          <p:spPr>
            <a:xfrm>
              <a:off x="10439778" y="5086940"/>
              <a:ext cx="1143541" cy="1771059"/>
            </a:xfrm>
            <a:prstGeom prst="rect">
              <a:avLst/>
            </a:prstGeom>
          </p:spPr>
        </p:pic>
        <p:pic>
          <p:nvPicPr>
            <p:cNvPr id="26" name="그림 53"/>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9646708" y="5659638"/>
              <a:ext cx="982611" cy="1178408"/>
            </a:xfrm>
            <a:prstGeom prst="rect">
              <a:avLst/>
            </a:prstGeom>
          </p:spPr>
        </p:pic>
      </p:grpSp>
      <p:sp>
        <p:nvSpPr>
          <p:cNvPr id="27" name="Text Placeholder 2"/>
          <p:cNvSpPr txBox="1"/>
          <p:nvPr/>
        </p:nvSpPr>
        <p:spPr>
          <a:xfrm>
            <a:off x="3615478" y="994731"/>
            <a:ext cx="4367754" cy="1149670"/>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Wingdings" panose="05000000000000000000" pitchFamily="2" charset="2"/>
              <a:buChar char="q"/>
            </a:pPr>
            <a:r>
              <a:rPr lang="en-US" altLang="ja-JP" sz="1200" b="1" dirty="0">
                <a:latin typeface="宋体" panose="02010600030101010101" pitchFamily="2" charset="-122"/>
                <a:ea typeface="宋体" panose="02010600030101010101" pitchFamily="2" charset="-122"/>
                <a:cs typeface="宋体" panose="02010600030101010101" pitchFamily="2" charset="-122"/>
              </a:rPr>
              <a:t>5,000 </a:t>
            </a:r>
            <a:r>
              <a:rPr lang="zh-CN" altLang="en-US" sz="1200" b="1" dirty="0">
                <a:latin typeface="宋体" panose="02010600030101010101" pitchFamily="2" charset="-122"/>
                <a:ea typeface="宋体" panose="02010600030101010101" pitchFamily="2" charset="-122"/>
                <a:cs typeface="宋体" panose="02010600030101010101" pitchFamily="2" charset="-122"/>
              </a:rPr>
              <a:t>个以上的功能包</a:t>
            </a:r>
            <a:endParaRPr lang="en-US" altLang="zh-CN" sz="1200" b="1" dirty="0">
              <a:latin typeface="宋体" panose="02010600030101010101" pitchFamily="2" charset="-122"/>
              <a:ea typeface="宋体" panose="02010600030101010101" pitchFamily="2" charset="-122"/>
              <a:cs typeface="宋体" panose="02010600030101010101" pitchFamily="2" charset="-122"/>
            </a:endParaRPr>
          </a:p>
          <a:p>
            <a:pPr>
              <a:buFont typeface="Wingdings" panose="05000000000000000000" pitchFamily="2" charset="2"/>
              <a:buChar char="q"/>
            </a:pPr>
            <a:r>
              <a:rPr lang="zh-CN" altLang="en-US" sz="1200" b="1" dirty="0">
                <a:latin typeface="宋体" panose="02010600030101010101" pitchFamily="2" charset="-122"/>
                <a:ea typeface="宋体" panose="02010600030101010101" pitchFamily="2" charset="-122"/>
                <a:cs typeface="宋体" panose="02010600030101010101" pitchFamily="2" charset="-122"/>
              </a:rPr>
              <a:t>提供</a:t>
            </a:r>
            <a:r>
              <a:rPr lang="en-US" altLang="ja-JP" sz="1200" b="1" dirty="0">
                <a:latin typeface="宋体" panose="02010600030101010101" pitchFamily="2" charset="-122"/>
                <a:ea typeface="宋体" panose="02010600030101010101" pitchFamily="2" charset="-122"/>
                <a:cs typeface="宋体" panose="02010600030101010101" pitchFamily="2" charset="-122"/>
              </a:rPr>
              <a:t> 2,818 </a:t>
            </a:r>
            <a:r>
              <a:rPr lang="zh-CN" altLang="en-US" sz="1200" b="1" dirty="0">
                <a:latin typeface="宋体" panose="02010600030101010101" pitchFamily="2" charset="-122"/>
                <a:ea typeface="宋体" panose="02010600030101010101" pitchFamily="2" charset="-122"/>
                <a:cs typeface="宋体" panose="02010600030101010101" pitchFamily="2" charset="-122"/>
              </a:rPr>
              <a:t>个官方功能包</a:t>
            </a:r>
            <a:r>
              <a:rPr lang="en-US" altLang="ja-JP" sz="1200" b="1" dirty="0">
                <a:latin typeface="宋体" panose="02010600030101010101" pitchFamily="2" charset="-122"/>
                <a:ea typeface="宋体" panose="02010600030101010101" pitchFamily="2" charset="-122"/>
                <a:cs typeface="宋体" panose="02010600030101010101" pitchFamily="2" charset="-122"/>
              </a:rPr>
              <a:t> (</a:t>
            </a:r>
            <a:r>
              <a:rPr lang="en-US" altLang="ko-KR" sz="1200" b="1" dirty="0">
                <a:latin typeface="宋体" panose="02010600030101010101" pitchFamily="2" charset="-122"/>
                <a:ea typeface="宋体" panose="02010600030101010101" pitchFamily="2" charset="-122"/>
                <a:cs typeface="宋体" panose="02010600030101010101" pitchFamily="2" charset="-122"/>
              </a:rPr>
              <a:t>Indigo / </a:t>
            </a:r>
            <a:r>
              <a:rPr lang="en-US" altLang="ja-JP" sz="1200" b="1" dirty="0">
                <a:latin typeface="宋体" panose="02010600030101010101" pitchFamily="2" charset="-122"/>
                <a:ea typeface="宋体" panose="02010600030101010101" pitchFamily="2" charset="-122"/>
                <a:cs typeface="宋体" panose="02010600030101010101" pitchFamily="2" charset="-122"/>
              </a:rPr>
              <a:t>March, 2017)</a:t>
            </a:r>
            <a:endParaRPr lang="ja-JP" altLang="en-US" sz="1200" b="1" dirty="0">
              <a:latin typeface="宋体" panose="02010600030101010101" pitchFamily="2" charset="-122"/>
              <a:ea typeface="宋体" panose="02010600030101010101" pitchFamily="2" charset="-122"/>
              <a:cs typeface="宋体" panose="02010600030101010101" pitchFamily="2" charset="-122"/>
            </a:endParaRPr>
          </a:p>
          <a:p>
            <a:pPr>
              <a:buFont typeface="Wingdings" panose="05000000000000000000" pitchFamily="2" charset="2"/>
              <a:buChar char="q"/>
            </a:pPr>
            <a:r>
              <a:rPr lang="zh-CN" altLang="en-US" sz="1200" b="1" dirty="0">
                <a:latin typeface="宋体" panose="02010600030101010101" pitchFamily="2" charset="-122"/>
                <a:ea typeface="宋体" panose="02010600030101010101" pitchFamily="2" charset="-122"/>
                <a:cs typeface="宋体" panose="02010600030101010101" pitchFamily="2" charset="-122"/>
              </a:rPr>
              <a:t>下载量达到</a:t>
            </a:r>
            <a:r>
              <a:rPr lang="en-US" altLang="ja-JP" sz="1200" b="1" dirty="0">
                <a:latin typeface="宋体" panose="02010600030101010101" pitchFamily="2" charset="-122"/>
                <a:ea typeface="宋体" panose="02010600030101010101" pitchFamily="2" charset="-122"/>
                <a:cs typeface="宋体" panose="02010600030101010101" pitchFamily="2" charset="-122"/>
              </a:rPr>
              <a:t>13,441,711 </a:t>
            </a:r>
            <a:r>
              <a:rPr lang="zh-CN" altLang="en-US" sz="1200" b="1" dirty="0">
                <a:latin typeface="宋体" panose="02010600030101010101" pitchFamily="2" charset="-122"/>
                <a:ea typeface="宋体" panose="02010600030101010101" pitchFamily="2" charset="-122"/>
                <a:cs typeface="宋体" panose="02010600030101010101" pitchFamily="2" charset="-122"/>
              </a:rPr>
              <a:t>次</a:t>
            </a:r>
            <a:r>
              <a:rPr lang="en-US" altLang="ja-JP" sz="1200" b="1" dirty="0">
                <a:latin typeface="宋体" panose="02010600030101010101" pitchFamily="2" charset="-122"/>
                <a:ea typeface="宋体" panose="02010600030101010101" pitchFamily="2" charset="-122"/>
                <a:cs typeface="宋体" panose="02010600030101010101" pitchFamily="2" charset="-122"/>
              </a:rPr>
              <a:t>.deb packages downloads</a:t>
            </a:r>
            <a:r>
              <a:rPr lang="ja-JP" altLang="en-US" sz="1200" b="1" dirty="0">
                <a:latin typeface="宋体" panose="02010600030101010101" pitchFamily="2" charset="-122"/>
                <a:ea typeface="宋体" panose="02010600030101010101" pitchFamily="2" charset="-122"/>
                <a:cs typeface="宋体" panose="02010600030101010101" pitchFamily="2" charset="-122"/>
              </a:rPr>
              <a:t> </a:t>
            </a:r>
            <a:r>
              <a:rPr lang="en-US" altLang="ja-JP" sz="1200" b="1" dirty="0">
                <a:latin typeface="宋体" panose="02010600030101010101" pitchFamily="2" charset="-122"/>
                <a:ea typeface="宋体" panose="02010600030101010101" pitchFamily="2" charset="-122"/>
                <a:cs typeface="宋体" panose="02010600030101010101" pitchFamily="2" charset="-122"/>
              </a:rPr>
              <a:t>(July 2017)</a:t>
            </a:r>
            <a:endParaRPr lang="ja-JP" altLang="en-US" sz="1200" b="1" dirty="0">
              <a:latin typeface="宋体" panose="02010600030101010101" pitchFamily="2" charset="-122"/>
              <a:ea typeface="宋体" panose="02010600030101010101" pitchFamily="2" charset="-122"/>
              <a:cs typeface="宋体" panose="02010600030101010101" pitchFamily="2" charset="-122"/>
            </a:endParaRPr>
          </a:p>
          <a:p>
            <a:pPr>
              <a:buFont typeface="Wingdings" panose="05000000000000000000" pitchFamily="2" charset="2"/>
              <a:buChar char="q"/>
            </a:pPr>
            <a:r>
              <a:rPr lang="en-US" altLang="ja-JP" sz="1200" b="1" dirty="0">
                <a:latin typeface="宋体" panose="02010600030101010101" pitchFamily="2" charset="-122"/>
                <a:ea typeface="宋体" panose="02010600030101010101" pitchFamily="2" charset="-122"/>
                <a:cs typeface="宋体" panose="02010600030101010101" pitchFamily="2" charset="-122"/>
              </a:rPr>
              <a:t>18,839</a:t>
            </a:r>
            <a:r>
              <a:rPr lang="zh-CN" altLang="en-US" sz="1200" b="1" dirty="0">
                <a:latin typeface="宋体" panose="02010600030101010101" pitchFamily="2" charset="-122"/>
                <a:ea typeface="宋体" panose="02010600030101010101" pitchFamily="2" charset="-122"/>
                <a:cs typeface="宋体" panose="02010600030101010101" pitchFamily="2" charset="-122"/>
              </a:rPr>
              <a:t>个</a:t>
            </a:r>
            <a:r>
              <a:rPr lang="en-US" altLang="ja-JP" sz="1200" b="1" dirty="0">
                <a:latin typeface="宋体" panose="02010600030101010101" pitchFamily="2" charset="-122"/>
                <a:ea typeface="宋体" panose="02010600030101010101" pitchFamily="2" charset="-122"/>
                <a:cs typeface="宋体" panose="02010600030101010101" pitchFamily="2" charset="-122"/>
              </a:rPr>
              <a:t>Wiki</a:t>
            </a:r>
            <a:r>
              <a:rPr lang="ko-KR" altLang="en-US" sz="1200" b="1" dirty="0">
                <a:latin typeface="宋体" panose="02010600030101010101" pitchFamily="2" charset="-122"/>
                <a:ea typeface="宋体" panose="02010600030101010101" pitchFamily="2" charset="-122"/>
                <a:cs typeface="宋体" panose="02010600030101010101" pitchFamily="2" charset="-122"/>
              </a:rPr>
              <a:t> </a:t>
            </a:r>
            <a:r>
              <a:rPr lang="zh-CN" altLang="en-US" sz="1200" b="1" dirty="0">
                <a:latin typeface="宋体" panose="02010600030101010101" pitchFamily="2" charset="-122"/>
                <a:ea typeface="宋体" panose="02010600030101010101" pitchFamily="2" charset="-122"/>
                <a:cs typeface="宋体" panose="02010600030101010101" pitchFamily="2" charset="-122"/>
              </a:rPr>
              <a:t>页面</a:t>
            </a:r>
            <a:r>
              <a:rPr lang="ko-KR" altLang="en-US" sz="1200" b="1" dirty="0">
                <a:latin typeface="宋体" panose="02010600030101010101" pitchFamily="2" charset="-122"/>
                <a:ea typeface="宋体" panose="02010600030101010101" pitchFamily="2" charset="-122"/>
                <a:cs typeface="宋体" panose="02010600030101010101" pitchFamily="2" charset="-122"/>
              </a:rPr>
              <a:t> </a:t>
            </a:r>
            <a:r>
              <a:rPr lang="en-US" altLang="ja-JP" sz="1200" b="1" dirty="0">
                <a:latin typeface="굴림" panose="020B0600000101010101" pitchFamily="50" charset="-127"/>
                <a:ea typeface="굴림" panose="020B0600000101010101" pitchFamily="50" charset="-127"/>
              </a:rPr>
              <a:t>(July 2017)</a:t>
            </a:r>
            <a:endParaRPr lang="en-US" altLang="ko-KR" sz="100" b="1" dirty="0">
              <a:latin typeface="굴림" panose="020B0600000101010101" pitchFamily="50" charset="-127"/>
              <a:ea typeface="굴림" panose="020B0600000101010101" pitchFamily="50" charset="-127"/>
            </a:endParaRPr>
          </a:p>
        </p:txBody>
      </p:sp>
      <p:sp>
        <p:nvSpPr>
          <p:cNvPr id="28" name="TextBox 54"/>
          <p:cNvSpPr txBox="1"/>
          <p:nvPr/>
        </p:nvSpPr>
        <p:spPr>
          <a:xfrm>
            <a:off x="762690" y="1950853"/>
            <a:ext cx="1415773" cy="338554"/>
          </a:xfrm>
          <a:prstGeom prst="rect">
            <a:avLst/>
          </a:prstGeom>
          <a:noFill/>
        </p:spPr>
        <p:txBody>
          <a:bodyPr wrap="none" rtlCol="0">
            <a:spAutoFit/>
          </a:bodyPr>
          <a:lstStyle/>
          <a:p>
            <a:pPr algn="ctr"/>
            <a:r>
              <a:rPr lang="zh-CN" altLang="en-US" sz="1600" b="1" dirty="0">
                <a:latin typeface="宋体" panose="02010600030101010101" pitchFamily="2" charset="-122"/>
                <a:ea typeface="宋体" panose="02010600030101010101" pitchFamily="2" charset="-122"/>
                <a:cs typeface="宋体" panose="02010600030101010101" pitchFamily="2" charset="-122"/>
              </a:rPr>
              <a:t>开发者</a:t>
            </a:r>
            <a:r>
              <a:rPr lang="en-US" altLang="ko-KR" sz="1600" b="1" dirty="0">
                <a:latin typeface="宋体" panose="02010600030101010101" pitchFamily="2" charset="-122"/>
                <a:ea typeface="宋体" panose="02010600030101010101" pitchFamily="2" charset="-122"/>
                <a:cs typeface="宋体" panose="02010600030101010101" pitchFamily="2" charset="-122"/>
              </a:rPr>
              <a:t>, </a:t>
            </a:r>
            <a:r>
              <a:rPr lang="zh-CN" altLang="en-US" sz="1600" b="1" dirty="0">
                <a:latin typeface="宋体" panose="02010600030101010101" pitchFamily="2" charset="-122"/>
                <a:ea typeface="宋体" panose="02010600030101010101" pitchFamily="2" charset="-122"/>
                <a:cs typeface="宋体" panose="02010600030101010101" pitchFamily="2" charset="-122"/>
              </a:rPr>
              <a:t>用户</a:t>
            </a:r>
            <a:endParaRPr lang="en-US" altLang="ko-KR" sz="1600" b="1" dirty="0">
              <a:latin typeface="宋体" panose="02010600030101010101" pitchFamily="2" charset="-122"/>
              <a:ea typeface="宋体" panose="02010600030101010101" pitchFamily="2" charset="-122"/>
              <a:cs typeface="宋体" panose="02010600030101010101" pitchFamily="2" charset="-122"/>
            </a:endParaRPr>
          </a:p>
        </p:txBody>
      </p:sp>
      <p:sp>
        <p:nvSpPr>
          <p:cNvPr id="29" name="TextBox 55"/>
          <p:cNvSpPr txBox="1"/>
          <p:nvPr/>
        </p:nvSpPr>
        <p:spPr>
          <a:xfrm>
            <a:off x="249733" y="5696011"/>
            <a:ext cx="2441694" cy="338554"/>
          </a:xfrm>
          <a:prstGeom prst="rect">
            <a:avLst/>
          </a:prstGeom>
          <a:noFill/>
        </p:spPr>
        <p:txBody>
          <a:bodyPr wrap="none" rtlCol="0">
            <a:spAutoFit/>
          </a:bodyPr>
          <a:lstStyle/>
          <a:p>
            <a:pPr algn="ctr"/>
            <a:r>
              <a:rPr lang="zh-CN" altLang="en-US" sz="1600" b="1" dirty="0">
                <a:latin typeface="宋体" panose="02010600030101010101" pitchFamily="2" charset="-122"/>
                <a:ea typeface="宋体" panose="02010600030101010101" pitchFamily="2" charset="-122"/>
                <a:cs typeface="宋体" panose="02010600030101010101" pitchFamily="2" charset="-122"/>
              </a:rPr>
              <a:t>机器人公司，传感器公司</a:t>
            </a:r>
            <a:endParaRPr lang="en-US" altLang="ko-KR" sz="1600" b="1" dirty="0">
              <a:latin typeface="宋体" panose="02010600030101010101" pitchFamily="2" charset="-122"/>
              <a:ea typeface="宋体" panose="02010600030101010101" pitchFamily="2" charset="-122"/>
              <a:cs typeface="宋体" panose="02010600030101010101" pitchFamily="2" charset="-122"/>
            </a:endParaRPr>
          </a:p>
        </p:txBody>
      </p:sp>
      <p:sp>
        <p:nvSpPr>
          <p:cNvPr id="30" name="Text Placeholder 2"/>
          <p:cNvSpPr txBox="1"/>
          <p:nvPr/>
        </p:nvSpPr>
        <p:spPr>
          <a:xfrm>
            <a:off x="3617264" y="2288996"/>
            <a:ext cx="5114570" cy="3313507"/>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80000"/>
              </a:lnSpc>
              <a:buFont typeface="Wingdings" panose="05000000000000000000" pitchFamily="2" charset="2"/>
              <a:buChar char="q"/>
            </a:pPr>
            <a:r>
              <a:rPr lang="zh-CN" altLang="en-US" sz="1200" b="1" dirty="0">
                <a:latin typeface="宋体" panose="02010600030101010101" pitchFamily="2" charset="-122"/>
                <a:ea typeface="宋体" panose="02010600030101010101" pitchFamily="2" charset="-122"/>
                <a:cs typeface="宋体" panose="02010600030101010101" pitchFamily="2" charset="-122"/>
              </a:rPr>
              <a:t>应用实例  </a:t>
            </a:r>
            <a:r>
              <a:rPr lang="en-US" altLang="ko-KR" sz="1200" b="1" dirty="0">
                <a:latin typeface="굴림" panose="020B0600000101010101" pitchFamily="50" charset="-127"/>
                <a:ea typeface="굴림" panose="020B0600000101010101" pitchFamily="50" charset="-127"/>
              </a:rPr>
              <a:t>	fetch beer, elevator …</a:t>
            </a:r>
          </a:p>
          <a:p>
            <a:pPr>
              <a:lnSpc>
                <a:spcPct val="80000"/>
              </a:lnSpc>
              <a:buFont typeface="Wingdings" panose="05000000000000000000" pitchFamily="2" charset="2"/>
              <a:buChar char="q"/>
            </a:pPr>
            <a:r>
              <a:rPr lang="zh-CN" altLang="en-US" sz="1200" b="1" dirty="0">
                <a:latin typeface="宋体" panose="02010600030101010101" pitchFamily="2" charset="-122"/>
                <a:ea typeface="宋体" panose="02010600030101010101" pitchFamily="2" charset="-122"/>
                <a:cs typeface="宋体" panose="02010600030101010101" pitchFamily="2" charset="-122"/>
              </a:rPr>
              <a:t>仿真器    </a:t>
            </a:r>
            <a:r>
              <a:rPr lang="en-US" altLang="ko-KR" sz="1200" b="1" dirty="0">
                <a:latin typeface="宋体" panose="02010600030101010101" pitchFamily="2" charset="-122"/>
                <a:ea typeface="宋体" panose="02010600030101010101" pitchFamily="2" charset="-122"/>
                <a:cs typeface="宋体" panose="02010600030101010101" pitchFamily="2" charset="-122"/>
              </a:rPr>
              <a:t> </a:t>
            </a:r>
            <a:r>
              <a:rPr lang="en-US" altLang="ko-KR" sz="1200" b="1" dirty="0">
                <a:latin typeface="굴림" panose="020B0600000101010101" pitchFamily="50" charset="-127"/>
                <a:ea typeface="굴림" panose="020B0600000101010101" pitchFamily="50" charset="-127"/>
              </a:rPr>
              <a:t>	gazebo, player/stage, STDR Simulator …</a:t>
            </a:r>
          </a:p>
          <a:p>
            <a:pPr>
              <a:lnSpc>
                <a:spcPct val="80000"/>
              </a:lnSpc>
              <a:buFont typeface="Wingdings" panose="05000000000000000000" pitchFamily="2" charset="2"/>
              <a:buChar char="q"/>
            </a:pPr>
            <a:r>
              <a:rPr lang="zh-CN" altLang="en-US" sz="1200" b="1" dirty="0">
                <a:latin typeface="宋体" panose="02010600030101010101" pitchFamily="2" charset="-122"/>
                <a:ea typeface="宋体" panose="02010600030101010101" pitchFamily="2" charset="-122"/>
                <a:cs typeface="宋体" panose="02010600030101010101" pitchFamily="2" charset="-122"/>
              </a:rPr>
              <a:t>智能模块  </a:t>
            </a:r>
            <a:r>
              <a:rPr lang="en-US" altLang="ko-KR" sz="1200" b="1" dirty="0">
                <a:latin typeface="굴림" panose="020B0600000101010101" pitchFamily="50" charset="-127"/>
                <a:ea typeface="굴림" panose="020B0600000101010101" pitchFamily="50" charset="-127"/>
              </a:rPr>
              <a:t>	navigation, action, grasping …</a:t>
            </a:r>
          </a:p>
          <a:p>
            <a:pPr>
              <a:lnSpc>
                <a:spcPct val="80000"/>
              </a:lnSpc>
              <a:buFont typeface="Wingdings" panose="05000000000000000000" pitchFamily="2" charset="2"/>
              <a:buChar char="q"/>
            </a:pPr>
            <a:r>
              <a:rPr lang="zh-CN" altLang="en-US" sz="1200" b="1" dirty="0">
                <a:latin typeface="宋体" panose="02010600030101010101" pitchFamily="2" charset="-122"/>
                <a:ea typeface="宋体" panose="02010600030101010101" pitchFamily="2" charset="-122"/>
                <a:cs typeface="宋体" panose="02010600030101010101" pitchFamily="2" charset="-122"/>
              </a:rPr>
              <a:t>库   </a:t>
            </a:r>
            <a:r>
              <a:rPr lang="zh-CN" altLang="en-US" sz="1200" b="1" dirty="0">
                <a:latin typeface="굴림" panose="020B0600000101010101" pitchFamily="50" charset="-127"/>
                <a:ea typeface="굴림" panose="020B0600000101010101" pitchFamily="50" charset="-127"/>
              </a:rPr>
              <a:t>  </a:t>
            </a:r>
            <a:r>
              <a:rPr lang="en-US" altLang="ko-KR" sz="1200" b="1" dirty="0">
                <a:latin typeface="굴림" panose="020B0600000101010101" pitchFamily="50" charset="-127"/>
                <a:ea typeface="굴림" panose="020B0600000101010101" pitchFamily="50" charset="-127"/>
              </a:rPr>
              <a:t>      	</a:t>
            </a:r>
            <a:r>
              <a:rPr lang="en-US" altLang="ko-KR" sz="1200" b="1" dirty="0" err="1">
                <a:latin typeface="굴림" panose="020B0600000101010101" pitchFamily="50" charset="-127"/>
                <a:ea typeface="굴림" panose="020B0600000101010101" pitchFamily="50" charset="-127"/>
              </a:rPr>
              <a:t>tf</a:t>
            </a:r>
            <a:r>
              <a:rPr lang="en-US" altLang="ko-KR" sz="1200" b="1" dirty="0">
                <a:latin typeface="굴림" panose="020B0600000101010101" pitchFamily="50" charset="-127"/>
                <a:ea typeface="굴림" panose="020B0600000101010101" pitchFamily="50" charset="-127"/>
              </a:rPr>
              <a:t>, PCL, OpenCV, OpenRave …</a:t>
            </a:r>
          </a:p>
          <a:p>
            <a:pPr>
              <a:lnSpc>
                <a:spcPct val="80000"/>
              </a:lnSpc>
              <a:buFont typeface="Wingdings" panose="05000000000000000000" pitchFamily="2" charset="2"/>
              <a:buChar char="q"/>
            </a:pPr>
            <a:r>
              <a:rPr lang="zh-CN" altLang="en-US" sz="1200" b="1" dirty="0">
                <a:latin typeface="宋体" panose="02010600030101010101" pitchFamily="2" charset="-122"/>
                <a:ea typeface="宋体" panose="02010600030101010101" pitchFamily="2" charset="-122"/>
                <a:cs typeface="宋体" panose="02010600030101010101" pitchFamily="2" charset="-122"/>
              </a:rPr>
              <a:t>设备驱动</a:t>
            </a:r>
            <a:r>
              <a:rPr lang="en-US" altLang="ko-KR" sz="1200" b="1" dirty="0">
                <a:latin typeface="굴림" panose="020B0600000101010101" pitchFamily="50" charset="-127"/>
                <a:ea typeface="굴림" panose="020B0600000101010101" pitchFamily="50" charset="-127"/>
              </a:rPr>
              <a:t>	</a:t>
            </a:r>
            <a:r>
              <a:rPr lang="zh-CN" altLang="en-US" sz="1200" b="1" dirty="0">
                <a:latin typeface="굴림" panose="020B0600000101010101" pitchFamily="50" charset="-127"/>
                <a:ea typeface="굴림" panose="020B0600000101010101" pitchFamily="50" charset="-127"/>
              </a:rPr>
              <a:t>                 </a:t>
            </a:r>
            <a:r>
              <a:rPr lang="en-US" altLang="ko-KR" sz="1200" b="1" dirty="0" err="1">
                <a:latin typeface="굴림" panose="020B0600000101010101" pitchFamily="50" charset="-127"/>
                <a:ea typeface="굴림" panose="020B0600000101010101" pitchFamily="50" charset="-127"/>
              </a:rPr>
              <a:t>camera_drivers</a:t>
            </a:r>
            <a:r>
              <a:rPr lang="en-US" altLang="ko-KR" sz="1200" b="1" dirty="0">
                <a:latin typeface="굴림" panose="020B0600000101010101" pitchFamily="50" charset="-127"/>
                <a:ea typeface="굴림" panose="020B0600000101010101" pitchFamily="50" charset="-127"/>
              </a:rPr>
              <a:t>, urg_node …</a:t>
            </a:r>
          </a:p>
          <a:p>
            <a:pPr>
              <a:lnSpc>
                <a:spcPct val="80000"/>
              </a:lnSpc>
              <a:buFont typeface="Wingdings" panose="05000000000000000000" pitchFamily="2" charset="2"/>
              <a:buChar char="q"/>
            </a:pPr>
            <a:r>
              <a:rPr lang="zh-CN" altLang="en-US" sz="1200" b="1" dirty="0">
                <a:latin typeface="宋体" panose="02010600030101010101" pitchFamily="2" charset="-122"/>
                <a:ea typeface="宋体" panose="02010600030101010101" pitchFamily="2" charset="-122"/>
                <a:cs typeface="宋体" panose="02010600030101010101" pitchFamily="2" charset="-122"/>
              </a:rPr>
              <a:t>调试工具  </a:t>
            </a:r>
            <a:r>
              <a:rPr lang="en-US" altLang="ko-KR" sz="1200" b="1" dirty="0">
                <a:latin typeface="宋体" panose="02010600030101010101" pitchFamily="2" charset="-122"/>
                <a:ea typeface="宋体" panose="02010600030101010101" pitchFamily="2" charset="-122"/>
                <a:cs typeface="宋体" panose="02010600030101010101" pitchFamily="2" charset="-122"/>
              </a:rPr>
              <a:t>           </a:t>
            </a:r>
            <a:r>
              <a:rPr lang="en-US" altLang="ko-KR" sz="1200" b="1" dirty="0" err="1">
                <a:latin typeface="굴림" panose="020B0600000101010101" pitchFamily="50" charset="-127"/>
                <a:ea typeface="굴림" panose="020B0600000101010101" pitchFamily="50" charset="-127"/>
              </a:rPr>
              <a:t>rviz</a:t>
            </a:r>
            <a:r>
              <a:rPr lang="en-US" altLang="ko-KR" sz="1200" b="1" dirty="0">
                <a:latin typeface="굴림" panose="020B0600000101010101" pitchFamily="50" charset="-127"/>
                <a:ea typeface="굴림" panose="020B0600000101010101" pitchFamily="50" charset="-127"/>
              </a:rPr>
              <a:t>, rqt_graph, rosbag, rostopic …</a:t>
            </a:r>
          </a:p>
          <a:p>
            <a:pPr>
              <a:lnSpc>
                <a:spcPct val="80000"/>
              </a:lnSpc>
              <a:buFont typeface="Wingdings" panose="05000000000000000000" pitchFamily="2" charset="2"/>
              <a:buChar char="q"/>
            </a:pPr>
            <a:r>
              <a:rPr lang="zh-CN" altLang="en-US" sz="1200" b="1" dirty="0">
                <a:latin typeface="宋体" panose="02010600030101010101" pitchFamily="2" charset="-122"/>
                <a:ea typeface="宋体" panose="02010600030101010101" pitchFamily="2" charset="-122"/>
                <a:cs typeface="宋体" panose="02010600030101010101" pitchFamily="2" charset="-122"/>
              </a:rPr>
              <a:t>消息通信            </a:t>
            </a:r>
            <a:r>
              <a:rPr lang="en-US" altLang="ko-KR" sz="1200" b="1" dirty="0">
                <a:latin typeface="宋体" panose="02010600030101010101" pitchFamily="2" charset="-122"/>
                <a:ea typeface="宋体" panose="02010600030101010101" pitchFamily="2" charset="-122"/>
                <a:cs typeface="宋体" panose="02010600030101010101" pitchFamily="2" charset="-122"/>
              </a:rPr>
              <a:t> </a:t>
            </a:r>
            <a:r>
              <a:rPr lang="en-US" altLang="ko-KR" sz="1200" b="1" dirty="0" err="1">
                <a:latin typeface="굴림" panose="020B0600000101010101" pitchFamily="50" charset="-127"/>
                <a:ea typeface="굴림" panose="020B0600000101010101" pitchFamily="50" charset="-127"/>
              </a:rPr>
              <a:t>rosmaster</a:t>
            </a:r>
            <a:r>
              <a:rPr lang="en-US" altLang="ko-KR" sz="1200" b="1" dirty="0">
                <a:latin typeface="굴림" panose="020B0600000101010101" pitchFamily="50" charset="-127"/>
                <a:ea typeface="굴림" panose="020B0600000101010101" pitchFamily="50" charset="-127"/>
              </a:rPr>
              <a:t>, rosmsg, rosservice …</a:t>
            </a:r>
          </a:p>
          <a:p>
            <a:pPr>
              <a:lnSpc>
                <a:spcPct val="80000"/>
              </a:lnSpc>
              <a:buFont typeface="Wingdings" panose="05000000000000000000" pitchFamily="2" charset="2"/>
              <a:buChar char="q"/>
            </a:pPr>
            <a:r>
              <a:rPr lang="zh-CN" altLang="en-US" sz="1200" b="1" dirty="0">
                <a:latin typeface="宋体" panose="02010600030101010101" pitchFamily="2" charset="-122"/>
                <a:ea typeface="宋体" panose="02010600030101010101" pitchFamily="2" charset="-122"/>
                <a:cs typeface="宋体" panose="02010600030101010101" pitchFamily="2" charset="-122"/>
              </a:rPr>
              <a:t>运行工具      </a:t>
            </a:r>
            <a:r>
              <a:rPr lang="en-US" altLang="ko-KR" sz="1200" b="1" dirty="0">
                <a:latin typeface="굴림" panose="020B0600000101010101" pitchFamily="50" charset="-127"/>
                <a:ea typeface="굴림" panose="020B0600000101010101" pitchFamily="50" charset="-127"/>
              </a:rPr>
              <a:t>	rosrun, roslaunch …</a:t>
            </a:r>
          </a:p>
          <a:p>
            <a:pPr>
              <a:lnSpc>
                <a:spcPct val="80000"/>
              </a:lnSpc>
              <a:buFont typeface="Wingdings" panose="05000000000000000000" pitchFamily="2" charset="2"/>
              <a:buChar char="q"/>
            </a:pPr>
            <a:r>
              <a:rPr lang="zh-CN" altLang="en-US" sz="1200" b="1" dirty="0">
                <a:latin typeface="宋体" panose="02010600030101010101" pitchFamily="2" charset="-122"/>
                <a:ea typeface="宋体" panose="02010600030101010101" pitchFamily="2" charset="-122"/>
                <a:cs typeface="宋体" panose="02010600030101010101" pitchFamily="2" charset="-122"/>
              </a:rPr>
              <a:t>编译工具     </a:t>
            </a:r>
            <a:r>
              <a:rPr lang="en-US" altLang="ko-KR" sz="1200" b="1" dirty="0">
                <a:latin typeface="宋体" panose="02010600030101010101" pitchFamily="2" charset="-122"/>
                <a:ea typeface="宋体" panose="02010600030101010101" pitchFamily="2" charset="-122"/>
                <a:cs typeface="宋体" panose="02010600030101010101" pitchFamily="2" charset="-122"/>
              </a:rPr>
              <a:t>        </a:t>
            </a:r>
            <a:r>
              <a:rPr lang="en-US" altLang="ko-KR" sz="1200" b="1" dirty="0" err="1">
                <a:latin typeface="굴림" panose="020B0600000101010101" pitchFamily="50" charset="-127"/>
                <a:ea typeface="굴림" panose="020B0600000101010101" pitchFamily="50" charset="-127"/>
              </a:rPr>
              <a:t>catkin_make</a:t>
            </a:r>
            <a:r>
              <a:rPr lang="en-US" altLang="ko-KR" sz="1200" b="1" dirty="0">
                <a:latin typeface="굴림" panose="020B0600000101010101" pitchFamily="50" charset="-127"/>
                <a:ea typeface="굴림" panose="020B0600000101010101" pitchFamily="50" charset="-127"/>
              </a:rPr>
              <a:t>, rosbuild …</a:t>
            </a:r>
          </a:p>
          <a:p>
            <a:pPr>
              <a:lnSpc>
                <a:spcPct val="80000"/>
              </a:lnSpc>
              <a:buFont typeface="Wingdings" panose="05000000000000000000" pitchFamily="2" charset="2"/>
              <a:buChar char="q"/>
            </a:pPr>
            <a:r>
              <a:rPr lang="zh-CN" altLang="en-US" sz="1200" b="1" dirty="0">
                <a:latin typeface="宋体" panose="02010600030101010101" pitchFamily="2" charset="-122"/>
                <a:ea typeface="宋体" panose="02010600030101010101" pitchFamily="2" charset="-122"/>
                <a:cs typeface="宋体" panose="02010600030101010101" pitchFamily="2" charset="-122"/>
              </a:rPr>
              <a:t>文件系统    </a:t>
            </a:r>
            <a:r>
              <a:rPr lang="en-US" altLang="ko-KR" sz="1200" b="1" dirty="0">
                <a:latin typeface="굴림" panose="020B0600000101010101" pitchFamily="50" charset="-127"/>
                <a:ea typeface="굴림" panose="020B0600000101010101" pitchFamily="50" charset="-127"/>
              </a:rPr>
              <a:t>	roscd, rosls …</a:t>
            </a:r>
          </a:p>
          <a:p>
            <a:pPr>
              <a:lnSpc>
                <a:spcPct val="80000"/>
              </a:lnSpc>
              <a:buFont typeface="Wingdings" panose="05000000000000000000" pitchFamily="2" charset="2"/>
              <a:buChar char="q"/>
            </a:pPr>
            <a:r>
              <a:rPr lang="zh-CN" altLang="en-US" sz="1200" b="1" dirty="0">
                <a:latin typeface="宋体" panose="02010600030101010101" pitchFamily="2" charset="-122"/>
                <a:ea typeface="宋体" panose="02010600030101010101" pitchFamily="2" charset="-122"/>
                <a:cs typeface="宋体" panose="02010600030101010101" pitchFamily="2" charset="-122"/>
              </a:rPr>
              <a:t>安装工具   </a:t>
            </a:r>
            <a:r>
              <a:rPr lang="en-US" altLang="ko-KR" sz="1200" b="1" dirty="0">
                <a:latin typeface="굴림" panose="020B0600000101010101" pitchFamily="50" charset="-127"/>
                <a:ea typeface="굴림" panose="020B0600000101010101" pitchFamily="50" charset="-127"/>
              </a:rPr>
              <a:t>	</a:t>
            </a:r>
            <a:r>
              <a:rPr lang="en-US" altLang="ko-KR" sz="1200" b="1" dirty="0" err="1">
                <a:latin typeface="굴림" panose="020B0600000101010101" pitchFamily="50" charset="-127"/>
                <a:ea typeface="굴림" panose="020B0600000101010101" pitchFamily="50" charset="-127"/>
              </a:rPr>
              <a:t>rosinstall</a:t>
            </a:r>
            <a:r>
              <a:rPr lang="en-US" altLang="ko-KR" sz="1200" b="1" dirty="0">
                <a:latin typeface="굴림" panose="020B0600000101010101" pitchFamily="50" charset="-127"/>
                <a:ea typeface="굴림" panose="020B0600000101010101" pitchFamily="50" charset="-127"/>
              </a:rPr>
              <a:t> …</a:t>
            </a:r>
          </a:p>
          <a:p>
            <a:pPr>
              <a:lnSpc>
                <a:spcPct val="80000"/>
              </a:lnSpc>
              <a:buFont typeface="Wingdings" panose="05000000000000000000" pitchFamily="2" charset="2"/>
              <a:buChar char="q"/>
            </a:pPr>
            <a:r>
              <a:rPr lang="zh-CN" altLang="en-US" sz="1200" b="1" dirty="0">
                <a:latin typeface="宋体" panose="02010600030101010101" pitchFamily="2" charset="-122"/>
                <a:ea typeface="宋体" panose="02010600030101010101" pitchFamily="2" charset="-122"/>
                <a:cs typeface="宋体" panose="02010600030101010101" pitchFamily="2" charset="-122"/>
              </a:rPr>
              <a:t>编程语言   </a:t>
            </a:r>
            <a:r>
              <a:rPr lang="en-US" altLang="ko-KR" sz="1200" b="1" dirty="0">
                <a:latin typeface="굴림" panose="020B0600000101010101" pitchFamily="50" charset="-127"/>
                <a:ea typeface="굴림" panose="020B0600000101010101" pitchFamily="50" charset="-127"/>
              </a:rPr>
              <a:t>	C++, Python, Lisp, Java, Ruby, MATLAB</a:t>
            </a:r>
            <a:r>
              <a:rPr lang="zh-CN" altLang="en-US" sz="1200" b="1" dirty="0">
                <a:latin typeface="宋体" panose="02010600030101010101" pitchFamily="2" charset="-122"/>
                <a:ea typeface="宋体" panose="02010600030101010101" pitchFamily="2" charset="-122"/>
                <a:cs typeface="宋体" panose="02010600030101010101" pitchFamily="2" charset="-122"/>
              </a:rPr>
              <a:t>等</a:t>
            </a:r>
            <a:endParaRPr lang="en-US" altLang="ko-KR" sz="700" b="1" dirty="0">
              <a:latin typeface="宋体" panose="02010600030101010101" pitchFamily="2" charset="-122"/>
              <a:ea typeface="宋体" panose="02010600030101010101" pitchFamily="2" charset="-122"/>
              <a:cs typeface="宋体" panose="02010600030101010101" pitchFamily="2" charset="-122"/>
            </a:endParaRPr>
          </a:p>
        </p:txBody>
      </p:sp>
      <p:sp>
        <p:nvSpPr>
          <p:cNvPr id="31" name="Text Placeholder 2"/>
          <p:cNvSpPr txBox="1"/>
          <p:nvPr/>
        </p:nvSpPr>
        <p:spPr>
          <a:xfrm>
            <a:off x="3617264" y="5749458"/>
            <a:ext cx="6019050" cy="304868"/>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Wingdings" panose="05000000000000000000" pitchFamily="2" charset="2"/>
              <a:buChar char="q"/>
            </a:pPr>
            <a:r>
              <a:rPr lang="zh-CN" altLang="en-US" sz="1200" b="1" dirty="0">
                <a:latin typeface="宋体" panose="02010600030101010101" pitchFamily="2" charset="-122"/>
                <a:ea typeface="宋体" panose="02010600030101010101" pitchFamily="2" charset="-122"/>
                <a:cs typeface="宋体" panose="02010600030101010101" pitchFamily="2" charset="-122"/>
              </a:rPr>
              <a:t>支持</a:t>
            </a:r>
            <a:r>
              <a:rPr lang="en-US" altLang="zh-CN" sz="1200" b="1" dirty="0">
                <a:latin typeface="宋体" panose="02010600030101010101" pitchFamily="2" charset="-122"/>
                <a:ea typeface="宋体" panose="02010600030101010101" pitchFamily="2" charset="-122"/>
                <a:cs typeface="宋体" panose="02010600030101010101" pitchFamily="2" charset="-122"/>
              </a:rPr>
              <a:t>90</a:t>
            </a:r>
            <a:r>
              <a:rPr lang="zh-CN" altLang="en-US" sz="1200" b="1" dirty="0">
                <a:latin typeface="宋体" panose="02010600030101010101" pitchFamily="2" charset="-122"/>
                <a:ea typeface="宋体" panose="02010600030101010101" pitchFamily="2" charset="-122"/>
                <a:cs typeface="宋体" panose="02010600030101010101" pitchFamily="2" charset="-122"/>
              </a:rPr>
              <a:t>多种机器人，</a:t>
            </a:r>
            <a:r>
              <a:rPr lang="en-US" altLang="zh-CN" sz="1200" b="1" dirty="0">
                <a:latin typeface="宋体" panose="02010600030101010101" pitchFamily="2" charset="-122"/>
                <a:ea typeface="宋体" panose="02010600030101010101" pitchFamily="2" charset="-122"/>
                <a:cs typeface="宋体" panose="02010600030101010101" pitchFamily="2" charset="-122"/>
              </a:rPr>
              <a:t>80</a:t>
            </a:r>
            <a:r>
              <a:rPr lang="zh-CN" altLang="en-US" sz="1200" b="1" dirty="0">
                <a:latin typeface="宋体" panose="02010600030101010101" pitchFamily="2" charset="-122"/>
                <a:ea typeface="宋体" panose="02010600030101010101" pitchFamily="2" charset="-122"/>
                <a:cs typeface="宋体" panose="02010600030101010101" pitchFamily="2" charset="-122"/>
              </a:rPr>
              <a:t>多种传感器</a:t>
            </a:r>
            <a:endParaRPr lang="en-US" sz="1200" b="1" dirty="0">
              <a:latin typeface="宋体" panose="02010600030101010101" pitchFamily="2" charset="-122"/>
              <a:ea typeface="宋体" panose="02010600030101010101" pitchFamily="2" charset="-122"/>
              <a:cs typeface="宋体" panose="02010600030101010101" pitchFamily="2" charset="-122"/>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6"/>
          <p:cNvSpPr>
            <a:spLocks noGrp="1"/>
          </p:cNvSpPr>
          <p:nvPr>
            <p:ph type="title"/>
          </p:nvPr>
        </p:nvSpPr>
        <p:spPr>
          <a:xfrm>
            <a:off x="382555" y="234494"/>
            <a:ext cx="11290041" cy="679903"/>
          </a:xfrm>
        </p:spPr>
        <p:txBody>
          <a:bodyPr>
            <a:normAutofit/>
          </a:bodyPr>
          <a:lstStyle/>
          <a:p>
            <a:r>
              <a:rPr lang="en-US" altLang="ja-JP" dirty="0"/>
              <a:t>ROS1 </a:t>
            </a:r>
            <a:r>
              <a:rPr lang="zh-CN" altLang="en-US" dirty="0">
                <a:latin typeface="宋体" panose="02010600030101010101" pitchFamily="2" charset="-122"/>
                <a:ea typeface="宋体" panose="02010600030101010101" pitchFamily="2" charset="-122"/>
                <a:cs typeface="宋体" panose="02010600030101010101" pitchFamily="2" charset="-122"/>
              </a:rPr>
              <a:t>运行试验</a:t>
            </a:r>
            <a:endParaRPr lang="ko-KR" altLang="en-US" dirty="0">
              <a:latin typeface="宋体" panose="02010600030101010101" pitchFamily="2" charset="-122"/>
              <a:ea typeface="宋体" panose="02010600030101010101" pitchFamily="2" charset="-122"/>
              <a:cs typeface="宋体" panose="02010600030101010101" pitchFamily="2" charset="-122"/>
            </a:endParaRPr>
          </a:p>
        </p:txBody>
      </p:sp>
      <p:sp>
        <p:nvSpPr>
          <p:cNvPr id="3" name="Text Placeholder 1"/>
          <p:cNvSpPr>
            <a:spLocks noGrp="1"/>
          </p:cNvSpPr>
          <p:nvPr>
            <p:ph idx="1"/>
          </p:nvPr>
        </p:nvSpPr>
        <p:spPr>
          <a:xfrm>
            <a:off x="382555" y="998376"/>
            <a:ext cx="11290041" cy="5494498"/>
          </a:xfrm>
        </p:spPr>
        <p:txBody>
          <a:bodyPr/>
          <a:lstStyle/>
          <a:p>
            <a:r>
              <a:rPr lang="en-US" altLang="en-US" b="1" dirty="0" err="1">
                <a:latin typeface="+mj-ea"/>
              </a:rPr>
              <a:t>turtlesim</a:t>
            </a:r>
            <a:r>
              <a:rPr lang="en-US" altLang="en-US" b="1" dirty="0">
                <a:latin typeface="+mj-ea"/>
              </a:rPr>
              <a:t> package</a:t>
            </a:r>
            <a:endParaRPr lang="en-US" altLang="ko-KR" dirty="0">
              <a:latin typeface="+mj-ea"/>
            </a:endParaRPr>
          </a:p>
          <a:p>
            <a:endParaRPr lang="en-US" altLang="ko-KR" dirty="0"/>
          </a:p>
          <a:p>
            <a:pPr>
              <a:buFont typeface="Wingdings" panose="05000000000000000000" pitchFamily="2" charset="2"/>
              <a:buChar char="§"/>
            </a:pPr>
            <a:r>
              <a:rPr lang="en-US" altLang="en-US" dirty="0" err="1"/>
              <a:t>roscore</a:t>
            </a:r>
            <a:endParaRPr lang="en-US" altLang="en-US" dirty="0"/>
          </a:p>
          <a:p>
            <a:pPr>
              <a:buFont typeface="Wingdings" panose="05000000000000000000" pitchFamily="2" charset="2"/>
              <a:buChar char="§"/>
            </a:pPr>
            <a:endParaRPr lang="en-US" altLang="ko-KR" dirty="0"/>
          </a:p>
          <a:p>
            <a:pPr>
              <a:buFont typeface="Wingdings" panose="05000000000000000000" pitchFamily="2" charset="2"/>
              <a:buChar char="§"/>
            </a:pPr>
            <a:r>
              <a:rPr lang="en-US" altLang="en-US" dirty="0" err="1"/>
              <a:t>rosrun</a:t>
            </a:r>
            <a:r>
              <a:rPr lang="en-US" altLang="en-US" dirty="0"/>
              <a:t> </a:t>
            </a:r>
            <a:r>
              <a:rPr lang="en-US" altLang="en-US" dirty="0" err="1"/>
              <a:t>turtlesim</a:t>
            </a:r>
            <a:r>
              <a:rPr lang="en-US" altLang="en-US" dirty="0"/>
              <a:t> </a:t>
            </a:r>
            <a:r>
              <a:rPr lang="en-US" altLang="en-US" dirty="0" err="1"/>
              <a:t>turtlesim_node</a:t>
            </a:r>
            <a:endParaRPr lang="en-US" altLang="en-US" dirty="0"/>
          </a:p>
          <a:p>
            <a:pPr>
              <a:buFont typeface="Wingdings" panose="05000000000000000000" pitchFamily="2" charset="2"/>
              <a:buChar char="§"/>
            </a:pPr>
            <a:endParaRPr lang="en-US" altLang="en-US" dirty="0"/>
          </a:p>
          <a:p>
            <a:pPr>
              <a:buFont typeface="Wingdings" panose="05000000000000000000" pitchFamily="2" charset="2"/>
              <a:buChar char="§"/>
            </a:pPr>
            <a:r>
              <a:rPr lang="en-US" altLang="en-US" dirty="0" err="1"/>
              <a:t>rosrun</a:t>
            </a:r>
            <a:r>
              <a:rPr lang="en-US" altLang="en-US" dirty="0"/>
              <a:t> </a:t>
            </a:r>
            <a:r>
              <a:rPr lang="en-US" altLang="en-US" dirty="0" err="1"/>
              <a:t>turtlesim</a:t>
            </a:r>
            <a:r>
              <a:rPr lang="en-US" altLang="en-US" dirty="0"/>
              <a:t> </a:t>
            </a:r>
            <a:r>
              <a:rPr lang="en-US" altLang="en-US" dirty="0" err="1"/>
              <a:t>turtle_teleop_key</a:t>
            </a:r>
            <a:endParaRPr lang="en-US" altLang="en-US" dirty="0"/>
          </a:p>
          <a:p>
            <a:pPr>
              <a:buFont typeface="Wingdings" panose="05000000000000000000" pitchFamily="2" charset="2"/>
              <a:buChar char="§"/>
            </a:pPr>
            <a:endParaRPr lang="en-US" altLang="en-US" dirty="0"/>
          </a:p>
          <a:p>
            <a:pPr>
              <a:buFont typeface="Wingdings" panose="05000000000000000000" pitchFamily="2" charset="2"/>
              <a:buChar char="§"/>
            </a:pPr>
            <a:r>
              <a:rPr lang="en-US" altLang="en-US" dirty="0" err="1"/>
              <a:t>rosrun</a:t>
            </a:r>
            <a:r>
              <a:rPr lang="en-US" altLang="en-US" dirty="0"/>
              <a:t> </a:t>
            </a:r>
            <a:r>
              <a:rPr lang="en-US" altLang="en-US" dirty="0" err="1"/>
              <a:t>rqt_graph</a:t>
            </a:r>
            <a:r>
              <a:rPr lang="en-US" altLang="en-US" dirty="0"/>
              <a:t> </a:t>
            </a:r>
            <a:r>
              <a:rPr lang="en-US" altLang="en-US" dirty="0" err="1"/>
              <a:t>rqt_graph</a:t>
            </a:r>
            <a:endParaRPr lang="en-US" altLang="en-US" dirty="0"/>
          </a:p>
          <a:p>
            <a:endParaRPr lang="en-US" altLang="en-US" dirty="0"/>
          </a:p>
          <a:p>
            <a:endParaRPr lang="en-US" altLang="en-US" dirty="0"/>
          </a:p>
          <a:p>
            <a:endParaRPr lang="en-US" altLang="ko-KR" dirty="0"/>
          </a:p>
          <a:p>
            <a:endParaRPr lang="en-US" altLang="ko-KR" dirty="0"/>
          </a:p>
          <a:p>
            <a:endParaRPr lang="en-US" dirty="0"/>
          </a:p>
        </p:txBody>
      </p:sp>
      <p:sp>
        <p:nvSpPr>
          <p:cNvPr id="4" name="Slide Number Placeholder 7"/>
          <p:cNvSpPr>
            <a:spLocks noGrp="1"/>
          </p:cNvSpPr>
          <p:nvPr>
            <p:ph type="sldNum" sz="quarter" idx="12"/>
          </p:nvPr>
        </p:nvSpPr>
        <p:spPr>
          <a:xfrm>
            <a:off x="9448800" y="6492874"/>
            <a:ext cx="2743200" cy="365125"/>
          </a:xfrm>
        </p:spPr>
        <p:txBody>
          <a:bodyPr/>
          <a:lstStyle/>
          <a:p>
            <a:fld id="{F19DD69B-5B93-40AA-9F86-65D820C689CC}" type="slidenum">
              <a:rPr lang="ko-KR" altLang="en-US" smtClean="0"/>
              <a:t>7</a:t>
            </a:fld>
            <a:endParaRPr lang="ko-KR" altLang="en-US" dirty="0"/>
          </a:p>
        </p:txBody>
      </p:sp>
      <p:pic>
        <p:nvPicPr>
          <p:cNvPr id="5" name="Picture 3" descr="http://cafeptthumb3.phinf.naver.net/20130908_8/passionvirus_13786285093853Assa_PNG/tutlesim2.png?type=w740"/>
          <p:cNvPicPr/>
          <p:nvPr/>
        </p:nvPicPr>
        <p:blipFill>
          <a:blip r:embed="rId2">
            <a:extLst>
              <a:ext uri="{28A0092B-C50C-407E-A947-70E740481C1C}">
                <a14:useLocalDpi xmlns:a14="http://schemas.microsoft.com/office/drawing/2010/main" val="0"/>
              </a:ext>
            </a:extLst>
          </a:blip>
          <a:srcRect/>
          <a:stretch>
            <a:fillRect/>
          </a:stretch>
        </p:blipFill>
        <p:spPr bwMode="auto">
          <a:xfrm>
            <a:off x="6785993" y="1550797"/>
            <a:ext cx="2294511" cy="2749522"/>
          </a:xfrm>
          <a:prstGeom prst="rect">
            <a:avLst/>
          </a:prstGeom>
          <a:noFill/>
          <a:ln>
            <a:noFill/>
          </a:ln>
        </p:spPr>
      </p:pic>
      <p:pic>
        <p:nvPicPr>
          <p:cNvPr id="6" name="Picture 4" descr="http://cafeptthumb1.phinf.naver.net/20130908_119/passionvirus_1378628509564KKVq0_PNG/tutlesim3.png?type=w740"/>
          <p:cNvPicPr/>
          <p:nvPr/>
        </p:nvPicPr>
        <p:blipFill>
          <a:blip r:embed="rId3">
            <a:extLst>
              <a:ext uri="{28A0092B-C50C-407E-A947-70E740481C1C}">
                <a14:useLocalDpi xmlns:a14="http://schemas.microsoft.com/office/drawing/2010/main" val="0"/>
              </a:ext>
            </a:extLst>
          </a:blip>
          <a:srcRect/>
          <a:stretch>
            <a:fillRect/>
          </a:stretch>
        </p:blipFill>
        <p:spPr bwMode="auto">
          <a:xfrm>
            <a:off x="9124744" y="1550798"/>
            <a:ext cx="2269760" cy="2749521"/>
          </a:xfrm>
          <a:prstGeom prst="rect">
            <a:avLst/>
          </a:prstGeom>
          <a:noFill/>
          <a:ln>
            <a:noFill/>
          </a:ln>
        </p:spPr>
      </p:pic>
      <p:pic>
        <p:nvPicPr>
          <p:cNvPr id="7" name="Picture 5" descr="http://cafeptthumb4.phinf.naver.net/20130916_103/passionvirus_13793076135113bdo5_PNG/rqtgraph.png?type=w740"/>
          <p:cNvPicPr/>
          <p:nvPr/>
        </p:nvPicPr>
        <p:blipFill>
          <a:blip r:embed="rId4">
            <a:extLst>
              <a:ext uri="{28A0092B-C50C-407E-A947-70E740481C1C}">
                <a14:useLocalDpi xmlns:a14="http://schemas.microsoft.com/office/drawing/2010/main" val="0"/>
              </a:ext>
            </a:extLst>
          </a:blip>
          <a:srcRect/>
          <a:stretch>
            <a:fillRect/>
          </a:stretch>
        </p:blipFill>
        <p:spPr bwMode="auto">
          <a:xfrm>
            <a:off x="6785992" y="4487255"/>
            <a:ext cx="4608512" cy="1582358"/>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번호 개체 틀 3"/>
          <p:cNvSpPr>
            <a:spLocks noGrp="1"/>
          </p:cNvSpPr>
          <p:nvPr>
            <p:ph type="sldNum" sz="quarter" idx="12"/>
          </p:nvPr>
        </p:nvSpPr>
        <p:spPr>
          <a:xfrm>
            <a:off x="9448800" y="6492874"/>
            <a:ext cx="2743200" cy="365125"/>
          </a:xfrm>
        </p:spPr>
        <p:txBody>
          <a:bodyPr/>
          <a:lstStyle/>
          <a:p>
            <a:fld id="{A7AA09E4-EDB9-4D6A-8918-B1B0AEC6D61D}" type="slidenum">
              <a:rPr lang="ko-KR" altLang="en-US" smtClean="0"/>
              <a:t>8</a:t>
            </a:fld>
            <a:endParaRPr lang="ko-KR" altLang="en-US" dirty="0"/>
          </a:p>
        </p:txBody>
      </p:sp>
      <p:sp>
        <p:nvSpPr>
          <p:cNvPr id="3" name="직사각형 4"/>
          <p:cNvSpPr/>
          <p:nvPr/>
        </p:nvSpPr>
        <p:spPr>
          <a:xfrm>
            <a:off x="1039190" y="2355511"/>
            <a:ext cx="10113667" cy="2800767"/>
          </a:xfrm>
          <a:prstGeom prst="rect">
            <a:avLst/>
          </a:prstGeom>
        </p:spPr>
        <p:txBody>
          <a:bodyPr wrap="none">
            <a:spAutoFit/>
          </a:bodyPr>
          <a:lstStyle/>
          <a:p>
            <a:pPr lvl="1" algn="ctr"/>
            <a:r>
              <a:rPr lang="zh-CN" altLang="en-US" sz="8800" b="1" dirty="0">
                <a:solidFill>
                  <a:schemeClr val="accent1"/>
                </a:solidFill>
                <a:latin typeface="Wawati SC" charset="-122"/>
                <a:ea typeface="Wawati SC" charset="-122"/>
                <a:cs typeface="Wawati SC" charset="-122"/>
              </a:rPr>
              <a:t>集成开发环境</a:t>
            </a:r>
            <a:r>
              <a:rPr lang="en-US" altLang="ko-KR" sz="8800" b="1" dirty="0">
                <a:solidFill>
                  <a:schemeClr val="accent1"/>
                </a:solidFill>
                <a:latin typeface="Wawati SC" charset="-122"/>
                <a:ea typeface="Wawati SC" charset="-122"/>
                <a:cs typeface="Wawati SC" charset="-122"/>
              </a:rPr>
              <a:t>(IDE)</a:t>
            </a:r>
          </a:p>
          <a:p>
            <a:pPr lvl="1" algn="ctr"/>
            <a:r>
              <a:rPr lang="en-US" altLang="ko-KR" sz="8800" b="1" dirty="0">
                <a:solidFill>
                  <a:schemeClr val="accent1"/>
                </a:solidFill>
                <a:latin typeface="Wawati SC" charset="-122"/>
                <a:ea typeface="Wawati SC" charset="-122"/>
                <a:cs typeface="Wawati SC" charset="-122"/>
              </a:rPr>
              <a:t>ROS</a:t>
            </a:r>
            <a:r>
              <a:rPr lang="zh-CN" altLang="en-US" sz="8800" b="1" dirty="0">
                <a:solidFill>
                  <a:schemeClr val="accent1"/>
                </a:solidFill>
                <a:latin typeface="Wawati SC" charset="-122"/>
                <a:ea typeface="Wawati SC" charset="-122"/>
                <a:cs typeface="Wawati SC" charset="-122"/>
              </a:rPr>
              <a:t>提供</a:t>
            </a:r>
            <a:endParaRPr lang="ko-KR" altLang="en-US" sz="8800" b="1" dirty="0">
              <a:solidFill>
                <a:schemeClr val="accent1"/>
              </a:solidFill>
              <a:latin typeface="Wawati SC" charset="-122"/>
              <a:ea typeface="Wawati SC" charset="-122"/>
              <a:cs typeface="Wawati SC" charset="-122"/>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2555" y="234494"/>
            <a:ext cx="11290041" cy="679903"/>
          </a:xfrm>
        </p:spPr>
        <p:txBody>
          <a:bodyPr>
            <a:normAutofit/>
          </a:bodyPr>
          <a:lstStyle/>
          <a:p>
            <a:r>
              <a:rPr lang="zh-CN" altLang="en-US" dirty="0">
                <a:latin typeface="宋体" panose="02010600030101010101" pitchFamily="2" charset="-122"/>
                <a:ea typeface="宋体" panose="02010600030101010101" pitchFamily="2" charset="-122"/>
                <a:cs typeface="宋体" panose="02010600030101010101" pitchFamily="2" charset="-122"/>
              </a:rPr>
              <a:t>开源资源</a:t>
            </a:r>
            <a:endParaRPr lang="ko-KR" altLang="en-US" dirty="0">
              <a:latin typeface="宋体" panose="02010600030101010101" pitchFamily="2" charset="-122"/>
              <a:ea typeface="宋体" panose="02010600030101010101" pitchFamily="2" charset="-122"/>
              <a:cs typeface="宋体" panose="02010600030101010101" pitchFamily="2" charset="-122"/>
            </a:endParaRPr>
          </a:p>
        </p:txBody>
      </p:sp>
      <p:sp>
        <p:nvSpPr>
          <p:cNvPr id="3" name="Content Placeholder 2"/>
          <p:cNvSpPr>
            <a:spLocks noGrp="1"/>
          </p:cNvSpPr>
          <p:nvPr>
            <p:ph idx="1"/>
          </p:nvPr>
        </p:nvSpPr>
        <p:spPr>
          <a:xfrm>
            <a:off x="2272315" y="2182017"/>
            <a:ext cx="7633685" cy="2826864"/>
          </a:xfrm>
        </p:spPr>
        <p:txBody>
          <a:bodyPr>
            <a:normAutofit/>
          </a:bodyPr>
          <a:lstStyle/>
          <a:p>
            <a:pPr marL="0" indent="0">
              <a:lnSpc>
                <a:spcPct val="150000"/>
              </a:lnSpc>
              <a:buNone/>
            </a:pPr>
            <a:r>
              <a:rPr lang="en-US" altLang="zh-CN" sz="2000" dirty="0">
                <a:latin typeface="宋体" panose="02010600030101010101" pitchFamily="2" charset="-122"/>
                <a:ea typeface="宋体" panose="02010600030101010101" pitchFamily="2" charset="-122"/>
                <a:cs typeface="宋体" panose="02010600030101010101" pitchFamily="2" charset="-122"/>
              </a:rPr>
              <a:t>TurtleBot3</a:t>
            </a:r>
            <a:r>
              <a:rPr lang="zh-CN" altLang="en-US" sz="2000" dirty="0">
                <a:latin typeface="宋体" panose="02010600030101010101" pitchFamily="2" charset="-122"/>
                <a:ea typeface="宋体" panose="02010600030101010101" pitchFamily="2" charset="-122"/>
                <a:cs typeface="宋体" panose="02010600030101010101" pitchFamily="2" charset="-122"/>
              </a:rPr>
              <a:t>的应用案例： </a:t>
            </a:r>
            <a:endParaRPr lang="en-US" altLang="zh-CN" sz="2000" dirty="0">
              <a:latin typeface="宋体" panose="02010600030101010101" pitchFamily="2" charset="-122"/>
              <a:ea typeface="宋体" panose="02010600030101010101" pitchFamily="2" charset="-122"/>
              <a:cs typeface="宋体" panose="02010600030101010101" pitchFamily="2" charset="-122"/>
            </a:endParaRPr>
          </a:p>
          <a:p>
            <a:pPr marL="0" indent="0">
              <a:buNone/>
            </a:pPr>
            <a:endParaRPr lang="zh-CN" altLang="en-US" sz="2000" dirty="0">
              <a:latin typeface="宋体" panose="02010600030101010101" pitchFamily="2" charset="-122"/>
              <a:ea typeface="宋体" panose="02010600030101010101" pitchFamily="2" charset="-122"/>
              <a:cs typeface="宋体" panose="02010600030101010101" pitchFamily="2" charset="-122"/>
            </a:endParaRPr>
          </a:p>
          <a:p>
            <a:pPr>
              <a:buFont typeface="Wingdings" panose="05000000000000000000" pitchFamily="2" charset="2"/>
              <a:buChar char="Ø"/>
            </a:pPr>
            <a:r>
              <a:rPr lang="zh-CN" altLang="en-US" sz="2000" dirty="0">
                <a:latin typeface="宋体" panose="02010600030101010101" pitchFamily="2" charset="-122"/>
                <a:ea typeface="宋体" panose="02010600030101010101" pitchFamily="2" charset="-122"/>
                <a:cs typeface="宋体" panose="02010600030101010101" pitchFamily="2" charset="-122"/>
              </a:rPr>
              <a:t>讲义资料    </a:t>
            </a:r>
            <a:r>
              <a:rPr lang="en-US" altLang="zh-CN" sz="2000" dirty="0">
                <a:latin typeface="宋体" panose="02010600030101010101" pitchFamily="2" charset="-122"/>
                <a:ea typeface="宋体" panose="02010600030101010101" pitchFamily="2" charset="-122"/>
                <a:cs typeface="宋体" panose="02010600030101010101" pitchFamily="2" charset="-122"/>
              </a:rPr>
              <a:t>https://</a:t>
            </a:r>
            <a:r>
              <a:rPr lang="en-US" altLang="zh-CN" sz="2000" dirty="0" err="1">
                <a:latin typeface="宋体" panose="02010600030101010101" pitchFamily="2" charset="-122"/>
                <a:ea typeface="宋体" panose="02010600030101010101" pitchFamily="2" charset="-122"/>
                <a:cs typeface="宋体" panose="02010600030101010101" pitchFamily="2" charset="-122"/>
              </a:rPr>
              <a:t>github.com</a:t>
            </a:r>
            <a:r>
              <a:rPr lang="en-US" altLang="zh-CN" sz="2000" dirty="0">
                <a:latin typeface="宋体" panose="02010600030101010101" pitchFamily="2" charset="-122"/>
                <a:ea typeface="宋体" panose="02010600030101010101" pitchFamily="2" charset="-122"/>
                <a:cs typeface="宋体" panose="02010600030101010101" pitchFamily="2" charset="-122"/>
              </a:rPr>
              <a:t>/ROBOTIS-GIT/</a:t>
            </a:r>
            <a:r>
              <a:rPr lang="en-US" altLang="zh-CN" sz="2000" dirty="0" err="1">
                <a:latin typeface="宋体" panose="02010600030101010101" pitchFamily="2" charset="-122"/>
                <a:ea typeface="宋体" panose="02010600030101010101" pitchFamily="2" charset="-122"/>
                <a:cs typeface="宋体" panose="02010600030101010101" pitchFamily="2" charset="-122"/>
              </a:rPr>
              <a:t>ros_seminar</a:t>
            </a:r>
            <a:r>
              <a:rPr lang="en-US" altLang="zh-CN" sz="2000" dirty="0">
                <a:latin typeface="宋体" panose="02010600030101010101" pitchFamily="2" charset="-122"/>
                <a:ea typeface="宋体" panose="02010600030101010101" pitchFamily="2" charset="-122"/>
                <a:cs typeface="宋体" panose="02010600030101010101" pitchFamily="2" charset="-122"/>
              </a:rPr>
              <a:t> </a:t>
            </a:r>
          </a:p>
          <a:p>
            <a:pPr>
              <a:buFont typeface="Wingdings" panose="05000000000000000000" pitchFamily="2" charset="2"/>
              <a:buChar char="Ø"/>
            </a:pPr>
            <a:r>
              <a:rPr lang="zh-CN" altLang="en-US" sz="2000" dirty="0">
                <a:latin typeface="宋体" panose="02010600030101010101" pitchFamily="2" charset="-122"/>
                <a:ea typeface="宋体" panose="02010600030101010101" pitchFamily="2" charset="-122"/>
                <a:cs typeface="宋体" panose="02010600030101010101" pitchFamily="2" charset="-122"/>
              </a:rPr>
              <a:t>参考资料    </a:t>
            </a:r>
            <a:r>
              <a:rPr lang="en-US" altLang="zh-CN" sz="2000" dirty="0">
                <a:latin typeface="宋体" panose="02010600030101010101" pitchFamily="2" charset="-122"/>
                <a:ea typeface="宋体" panose="02010600030101010101" pitchFamily="2" charset="-122"/>
                <a:cs typeface="宋体" panose="02010600030101010101" pitchFamily="2" charset="-122"/>
              </a:rPr>
              <a:t>https://</a:t>
            </a:r>
            <a:r>
              <a:rPr lang="en-US" altLang="zh-CN" sz="2000" dirty="0" err="1">
                <a:latin typeface="宋体" panose="02010600030101010101" pitchFamily="2" charset="-122"/>
                <a:ea typeface="宋体" panose="02010600030101010101" pitchFamily="2" charset="-122"/>
                <a:cs typeface="宋体" panose="02010600030101010101" pitchFamily="2" charset="-122"/>
              </a:rPr>
              <a:t>github.com</a:t>
            </a:r>
            <a:r>
              <a:rPr lang="en-US" altLang="zh-CN" sz="2000" dirty="0">
                <a:latin typeface="宋体" panose="02010600030101010101" pitchFamily="2" charset="-122"/>
                <a:ea typeface="宋体" panose="02010600030101010101" pitchFamily="2" charset="-122"/>
                <a:cs typeface="宋体" panose="02010600030101010101" pitchFamily="2" charset="-122"/>
              </a:rPr>
              <a:t>/ROBOTIS-GIT/</a:t>
            </a:r>
            <a:r>
              <a:rPr lang="en-US" altLang="zh-CN" sz="2000" dirty="0" err="1">
                <a:latin typeface="宋体" panose="02010600030101010101" pitchFamily="2" charset="-122"/>
                <a:ea typeface="宋体" panose="02010600030101010101" pitchFamily="2" charset="-122"/>
                <a:cs typeface="宋体" panose="02010600030101010101" pitchFamily="2" charset="-122"/>
              </a:rPr>
              <a:t>ros_book</a:t>
            </a:r>
            <a:r>
              <a:rPr lang="en-US" altLang="zh-CN" sz="2000" dirty="0">
                <a:latin typeface="宋体" panose="02010600030101010101" pitchFamily="2" charset="-122"/>
                <a:ea typeface="宋体" panose="02010600030101010101" pitchFamily="2" charset="-122"/>
                <a:cs typeface="宋体" panose="02010600030101010101" pitchFamily="2" charset="-122"/>
              </a:rPr>
              <a:t> </a:t>
            </a:r>
          </a:p>
          <a:p>
            <a:pPr>
              <a:buFont typeface="Wingdings" panose="05000000000000000000" pitchFamily="2" charset="2"/>
              <a:buChar char="Ø"/>
            </a:pPr>
            <a:r>
              <a:rPr lang="zh-CN" altLang="en-US" sz="2000" dirty="0">
                <a:latin typeface="宋体" panose="02010600030101010101" pitchFamily="2" charset="-122"/>
                <a:ea typeface="宋体" panose="02010600030101010101" pitchFamily="2" charset="-122"/>
                <a:cs typeface="宋体" panose="02010600030101010101" pitchFamily="2" charset="-122"/>
              </a:rPr>
              <a:t>源代码资料  </a:t>
            </a:r>
            <a:r>
              <a:rPr lang="en-US" altLang="zh-CN" sz="2000" dirty="0">
                <a:latin typeface="宋体" panose="02010600030101010101" pitchFamily="2" charset="-122"/>
                <a:ea typeface="宋体" panose="02010600030101010101" pitchFamily="2" charset="-122"/>
                <a:cs typeface="宋体" panose="02010600030101010101" pitchFamily="2" charset="-122"/>
              </a:rPr>
              <a:t>https://</a:t>
            </a:r>
            <a:r>
              <a:rPr lang="en-US" altLang="zh-CN" sz="2000" dirty="0" err="1">
                <a:latin typeface="宋体" panose="02010600030101010101" pitchFamily="2" charset="-122"/>
                <a:ea typeface="宋体" panose="02010600030101010101" pitchFamily="2" charset="-122"/>
                <a:cs typeface="宋体" panose="02010600030101010101" pitchFamily="2" charset="-122"/>
              </a:rPr>
              <a:t>github.com</a:t>
            </a:r>
            <a:r>
              <a:rPr lang="en-US" altLang="zh-CN" sz="2000" dirty="0">
                <a:latin typeface="宋体" panose="02010600030101010101" pitchFamily="2" charset="-122"/>
                <a:ea typeface="宋体" panose="02010600030101010101" pitchFamily="2" charset="-122"/>
                <a:cs typeface="宋体" panose="02010600030101010101" pitchFamily="2" charset="-122"/>
              </a:rPr>
              <a:t>/ROBOTIS-GIT/</a:t>
            </a:r>
            <a:r>
              <a:rPr lang="en-US" altLang="zh-CN" sz="2000" dirty="0" err="1">
                <a:latin typeface="宋体" panose="02010600030101010101" pitchFamily="2" charset="-122"/>
                <a:ea typeface="宋体" panose="02010600030101010101" pitchFamily="2" charset="-122"/>
                <a:cs typeface="宋体" panose="02010600030101010101" pitchFamily="2" charset="-122"/>
              </a:rPr>
              <a:t>ros_tutorials</a:t>
            </a:r>
            <a:r>
              <a:rPr lang="en-US" altLang="zh-CN" sz="2000" dirty="0">
                <a:latin typeface="宋体" panose="02010600030101010101" pitchFamily="2" charset="-122"/>
                <a:ea typeface="宋体" panose="02010600030101010101" pitchFamily="2" charset="-122"/>
                <a:cs typeface="宋体" panose="02010600030101010101" pitchFamily="2" charset="-122"/>
              </a:rPr>
              <a:t> </a:t>
            </a:r>
          </a:p>
          <a:p>
            <a:pPr marL="514350" indent="-514350">
              <a:buFont typeface="+mj-lt"/>
              <a:buAutoNum type="arabicPeriod"/>
            </a:pPr>
            <a:endParaRPr lang="ko-KR" altLang="en-US" b="1" dirty="0">
              <a:latin typeface="宋体" panose="02010600030101010101" pitchFamily="2" charset="-122"/>
              <a:ea typeface="宋体" panose="02010600030101010101" pitchFamily="2" charset="-122"/>
              <a:cs typeface="宋体" panose="02010600030101010101" pitchFamily="2" charset="-122"/>
            </a:endParaRPr>
          </a:p>
        </p:txBody>
      </p:sp>
      <p:cxnSp>
        <p:nvCxnSpPr>
          <p:cNvPr id="4" name="Straight Connector 4"/>
          <p:cNvCxnSpPr/>
          <p:nvPr/>
        </p:nvCxnSpPr>
        <p:spPr>
          <a:xfrm>
            <a:off x="494522" y="914397"/>
            <a:ext cx="11290041" cy="0"/>
          </a:xfrm>
          <a:prstGeom prst="line">
            <a:avLst/>
          </a:prstGeom>
          <a:ln w="31750"/>
        </p:spPr>
        <p:style>
          <a:lnRef idx="1">
            <a:schemeClr val="accent1"/>
          </a:lnRef>
          <a:fillRef idx="0">
            <a:schemeClr val="accent1"/>
          </a:fillRef>
          <a:effectRef idx="0">
            <a:schemeClr val="accent1"/>
          </a:effectRef>
          <a:fontRef idx="minor">
            <a:schemeClr val="tx1"/>
          </a:fontRef>
        </p:style>
      </p:cxnSp>
      <p:sp>
        <p:nvSpPr>
          <p:cNvPr id="5" name="Slide Number Placeholder 5"/>
          <p:cNvSpPr>
            <a:spLocks noGrp="1"/>
          </p:cNvSpPr>
          <p:nvPr>
            <p:ph type="sldNum" sz="quarter" idx="12"/>
          </p:nvPr>
        </p:nvSpPr>
        <p:spPr>
          <a:xfrm>
            <a:off x="9448800" y="6492874"/>
            <a:ext cx="2743200" cy="365125"/>
          </a:xfrm>
        </p:spPr>
        <p:txBody>
          <a:bodyPr/>
          <a:lstStyle/>
          <a:p>
            <a:fld id="{A7AA09E4-EDB9-4D6A-8918-B1B0AEC6D61D}" type="slidenum">
              <a:rPr lang="ko-KR" altLang="en-US" smtClean="0">
                <a:solidFill>
                  <a:srgbClr val="5B9BD5"/>
                </a:solidFill>
                <a:latin typeface="Malgun Gothic" panose="020B0503020000020004" charset="-127"/>
                <a:cs typeface="Tahoma" panose="020B0604030504040204" pitchFamily="34" charset="0"/>
              </a:rPr>
              <a:t>9</a:t>
            </a:fld>
            <a:endParaRPr lang="ko-KR" altLang="en-US" dirty="0">
              <a:solidFill>
                <a:srgbClr val="5B9BD5"/>
              </a:solidFill>
              <a:latin typeface="Malgun Gothic" panose="020B0503020000020004" charset="-127"/>
              <a:cs typeface="Tahoma" panose="020B0604030504040204" pitchFamily="34" charset="0"/>
            </a:endParaRPr>
          </a:p>
        </p:txBody>
      </p:sp>
    </p:spTree>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Korea">
      <a:majorFont>
        <a:latin typeface="Times New Roman"/>
        <a:ea typeface="Malgun Gothic"/>
        <a:cs typeface=""/>
      </a:majorFont>
      <a:minorFont>
        <a:latin typeface="Times New Roman"/>
        <a:ea typeface="Malgun Gothic"/>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맑은 고딕"/>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맑은 고딕"/>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맑은 고딕"/>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맑은 고딕"/>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TotalTime>
  <Words>745</Words>
  <Application>Microsoft Office PowerPoint</Application>
  <PresentationFormat>宽屏</PresentationFormat>
  <Paragraphs>165</Paragraphs>
  <Slides>9</Slides>
  <Notes>0</Notes>
  <HiddenSlides>0</HiddenSlides>
  <MMClips>0</MMClips>
  <ScaleCrop>false</ScaleCrop>
  <HeadingPairs>
    <vt:vector size="6" baseType="variant">
      <vt:variant>
        <vt:lpstr>已用的字体</vt:lpstr>
      </vt:variant>
      <vt:variant>
        <vt:i4>9</vt:i4>
      </vt:variant>
      <vt:variant>
        <vt:lpstr>主题</vt:lpstr>
      </vt:variant>
      <vt:variant>
        <vt:i4>1</vt:i4>
      </vt:variant>
      <vt:variant>
        <vt:lpstr>幻灯片标题</vt:lpstr>
      </vt:variant>
      <vt:variant>
        <vt:i4>9</vt:i4>
      </vt:variant>
    </vt:vector>
  </HeadingPairs>
  <TitlesOfParts>
    <vt:vector size="19" baseType="lpstr">
      <vt:lpstr>굴림</vt:lpstr>
      <vt:lpstr>맑은 고딕</vt:lpstr>
      <vt:lpstr>맑은 고딕</vt:lpstr>
      <vt:lpstr>NanumGothic</vt:lpstr>
      <vt:lpstr>Wawati SC</vt:lpstr>
      <vt:lpstr>宋体</vt:lpstr>
      <vt:lpstr>Arial</vt:lpstr>
      <vt:lpstr>Times New Roman</vt:lpstr>
      <vt:lpstr>Wingdings</vt:lpstr>
      <vt:lpstr>Office Theme</vt:lpstr>
      <vt:lpstr>What is ROS?</vt:lpstr>
      <vt:lpstr>元操作系统</vt:lpstr>
      <vt:lpstr>元操作系统</vt:lpstr>
      <vt:lpstr>软件框架</vt:lpstr>
      <vt:lpstr>ROS1组件</vt:lpstr>
      <vt:lpstr>ROS的生态系统</vt:lpstr>
      <vt:lpstr>ROS1 运行试验</vt:lpstr>
      <vt:lpstr>PowerPoint 演示文稿</vt:lpstr>
      <vt:lpstr>开源资源</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Yoonseok Pyo</dc:creator>
  <cp:lastModifiedBy>1546230753@qq.com</cp:lastModifiedBy>
  <cp:revision>587</cp:revision>
  <cp:lastPrinted>2023-06-06T01:42:00Z</cp:lastPrinted>
  <dcterms:created xsi:type="dcterms:W3CDTF">2015-12-13T03:35:00Z</dcterms:created>
  <dcterms:modified xsi:type="dcterms:W3CDTF">2026-05-17T00:22:59Z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2052-12.1.0.25865</vt:lpwstr>
  </property>
  <property fmtid="{D5CDD505-2E9C-101B-9397-08002B2CF9AE}" pid="3" name="ICV">
    <vt:lpwstr>81536FFF80944CA097EAC465450B3B82_12</vt:lpwstr>
  </property>
</Properties>
</file>