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26AC8-4ED1-CF4F-03E8-90D6C5CFE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F0849A-30AA-CE25-DF83-07D8E0AC6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C9C1E-AFF5-74D6-7DC1-7EB4AD12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52B4F2-3F15-0DF7-517F-2769E662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68075-859F-AEB3-A7FB-BB22729E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001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B238B-75EB-F459-E9B6-A28855EB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E7F2EF-D4B8-939A-C61D-3F88A7012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BA56EE-3CB2-EB7F-6611-E3A5AB14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F75EE-B20D-1631-7528-E1C6FF2F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617279-48E9-F07A-0BF8-2DB42002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04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3F405-C886-1D3D-A996-F737B6D6A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5702B8-F379-D640-0D2A-D4A8312F0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D65D2-FDA4-C62B-CCF8-50C889C6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3D2C13-D919-CC8B-CB25-485D6A78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84A00-0D47-1873-C51C-36EA651A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7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FE1E5-2375-D5D2-B868-5E38299B1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B53C9F-E2C7-9E08-9C5C-96B332F8A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9BA3F5-8EE4-A2E8-B186-169CD4DF3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231223-5D82-866D-FFE7-E7F1B6C7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CCB980-2B82-DF9F-1221-2F4DB53A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4C3593-C58B-4AEF-3580-1E8B522A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9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D65DD-F5FA-6431-D80F-8D5D9257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AA455A-A1BC-9071-E9EA-CDF88A9CC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1DD845-A03B-5BC4-D64C-620E3A25D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7E6B1F-7C93-1C81-D7E4-211ED507E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D4DD00-AA4C-2DAD-524D-0E540150F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A71F3C-54AC-4A43-7788-211BE8E7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1A4692-DEB5-07D0-C6EA-4BFF436C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73C926-D3C0-27D3-89E0-B42B3B04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36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14E11-DBD3-DC86-3C73-E79873CB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1A1840-8C3E-5039-5237-302B08467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3860A5-DBA5-9365-ACEF-D772B891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44BDB1-2E04-1582-6795-30F00088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95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39648A-54CA-F25C-C829-46D7AA58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2B75C8-8E83-9A8D-1E73-1CC5A7DD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7C4639-7858-4B70-39BD-FE500FB9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7311B-6DB3-3617-6C8F-410B2384E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4DE55B-831F-0119-C399-E024CF225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6B13A0-4EFB-53C5-FA02-7CD71612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1EE19B-8B8E-3ED2-D295-9B4FFE73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A2D39E-AA9A-3EC9-1443-6362AAF4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0C86A0-BF0E-238F-1CDC-F6C6C8F6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59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FF81C-90B9-1E99-6AB2-AC0C962E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BE4B41-A1FC-9E6D-7744-4D9C7711B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2A4DFC-8E97-8F44-5D7B-1EA6D05E3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00329F-4AA5-798E-0E52-8E81E694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7AB49E-7BB3-7F1F-FE62-C2C4788C0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C6FAEE-2072-0B01-FFFC-5A97AD24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80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1585A-4345-1707-888C-D370B3DC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3830ED-AF15-8EC3-2B50-037097CB2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18C1C-BE86-8FA5-9ECF-EA773DCF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DF0899-85B7-FA06-BF28-AF1F2CCE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3776AF-2AFD-9C94-6366-200FDFD8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3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20EA6B-F5A5-7B53-7746-3F87895BB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C5AD57-70A9-4118-563C-7FD7F5D8A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84192-0304-E90C-6C94-DEABD711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DB2CF-8C4C-7562-B232-A85509FE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95D8F2-C8F8-443C-9142-5070F4B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76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944945-E869-E40F-66CE-C1159415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0FCFFA-00AE-B0BC-4D35-C9DC3FA69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18670-D58B-8E71-97DA-4A5E9CD07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0B880-19B1-487A-88E1-A6AA1548CD3E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8D7AF-FB9A-5721-EC35-E8CA1571B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DE121A-0E10-F9E1-D663-16FB6D26C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EE93A-3170-461A-8D81-B986970F2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16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0EF15F-2C8D-ACF5-3D20-9CE43249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584" y="1244487"/>
            <a:ext cx="7410831" cy="43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3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603275-B241-00F5-DE24-24646400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23" y="1517552"/>
            <a:ext cx="6883754" cy="382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7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9C6947-0E85-88D3-E304-1AFD15D65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702" y="0"/>
            <a:ext cx="5836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30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A155D5-E9A1-0EBD-6B25-21095A238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71" y="1358793"/>
            <a:ext cx="6947257" cy="41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9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D781A2-CCC5-3A62-B080-F02952C80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028" y="104327"/>
            <a:ext cx="5263757" cy="28966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6834DC2-32A1-2449-F634-DE4E95B6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648" y="3158939"/>
            <a:ext cx="5493751" cy="346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3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18036F-C6F7-1728-4C60-EF39C161B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05" y="0"/>
            <a:ext cx="6367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0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FA84F7-6472-34B9-0CCD-56A4A095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698" y="1184852"/>
            <a:ext cx="6890104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8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2776DF-05F6-9AAF-0A09-EA942A729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30" y="1342918"/>
            <a:ext cx="7575939" cy="417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11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49476D2-DA24-8044-D3CF-DB3C7FB2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167" y="1320691"/>
            <a:ext cx="7099665" cy="42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4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6B4467-3BD3-A707-F73B-7B4C662A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362" y="1654084"/>
            <a:ext cx="6331275" cy="354983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554DFE-94FE-7AF7-3459-8726924B8485}"/>
              </a:ext>
            </a:extLst>
          </p:cNvPr>
          <p:cNvSpPr txBox="1"/>
          <p:nvPr/>
        </p:nvSpPr>
        <p:spPr>
          <a:xfrm>
            <a:off x="1405353" y="355941"/>
            <a:ext cx="6996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具体就是设了个函数来建立对应关系，不是那种真实的根据光源想象去投影，记住特性就行</a:t>
            </a:r>
          </a:p>
        </p:txBody>
      </p:sp>
    </p:spTree>
    <p:extLst>
      <p:ext uri="{BB962C8B-B14F-4D97-AF65-F5344CB8AC3E}">
        <p14:creationId xmlns:p14="http://schemas.microsoft.com/office/powerpoint/2010/main" val="2249705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D975E0-4786-0D6B-1E9C-455628174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788549" cy="33507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4F53EC-C303-F6D6-0214-8A4344594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549" y="0"/>
            <a:ext cx="6406813" cy="43354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B9BDB1-B0FB-A3F0-5E5A-D6D6E538A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5744275" cy="24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4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A8FD00-63D7-EEF1-C7F0-92D355AFA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01" y="1333392"/>
            <a:ext cx="7721997" cy="41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33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1C532C-1609-D7E3-B3DF-1BF955012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831" y="0"/>
            <a:ext cx="5942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11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983DCE-0E1F-0B72-C0F1-0B6423E45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22" y="1777915"/>
            <a:ext cx="5937555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0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25</Words>
  <Application>Microsoft Office PowerPoint</Application>
  <PresentationFormat>宽屏</PresentationFormat>
  <Paragraphs>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1</cp:revision>
  <dcterms:created xsi:type="dcterms:W3CDTF">2026-05-15T13:36:59Z</dcterms:created>
  <dcterms:modified xsi:type="dcterms:W3CDTF">2026-05-15T14:56:21Z</dcterms:modified>
</cp:coreProperties>
</file>