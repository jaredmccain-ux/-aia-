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67" r:id="rId11"/>
    <p:sldId id="266" r:id="rId12"/>
    <p:sldId id="265" r:id="rId13"/>
    <p:sldId id="270" r:id="rId14"/>
    <p:sldId id="269" r:id="rId15"/>
    <p:sldId id="268" r:id="rId16"/>
    <p:sldId id="273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3" autoAdjust="0"/>
    <p:restoredTop sz="94408" autoAdjust="0"/>
  </p:normalViewPr>
  <p:slideViewPr>
    <p:cSldViewPr snapToGrid="0" showGuides="1">
      <p:cViewPr varScale="1">
        <p:scale>
          <a:sx n="84" d="100"/>
          <a:sy n="84" d="100"/>
        </p:scale>
        <p:origin x="984" y="9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172E3-F20B-44BE-828C-3C09110EA160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22387-8F54-493C-9BD5-26C4F5303C3D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826F6-A5A6-4DAF-A128-D06AF7315F1C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8034B-207C-4E0E-A5F6-40709A494233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979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2060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ea"/>
                <a:ea typeface="+mn-ea"/>
              </a:defRPr>
            </a:lvl1pPr>
            <a:lvl2pPr>
              <a:lnSpc>
                <a:spcPct val="100000"/>
              </a:lnSpc>
              <a:defRPr>
                <a:latin typeface="+mn-ea"/>
                <a:ea typeface="+mn-ea"/>
              </a:defRPr>
            </a:lvl2pPr>
            <a:lvl3pPr>
              <a:lnSpc>
                <a:spcPct val="100000"/>
              </a:lnSpc>
              <a:defRPr>
                <a:latin typeface="+mn-ea"/>
                <a:ea typeface="+mn-ea"/>
              </a:defRPr>
            </a:lvl3pPr>
            <a:lvl4pPr>
              <a:lnSpc>
                <a:spcPct val="100000"/>
              </a:lnSpc>
              <a:defRPr>
                <a:latin typeface="+mn-ea"/>
                <a:ea typeface="+mn-ea"/>
              </a:defRPr>
            </a:lvl4pPr>
            <a:lvl5pPr>
              <a:lnSpc>
                <a:spcPct val="100000"/>
              </a:lnSpc>
              <a:defRPr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fld id="{A7AA09E4-EDB9-4D6A-8918-B1B0AEC6D61D}" type="slidenum">
              <a:rPr lang="ko-KR" altLang="en-US" smtClean="0"/>
            </a:fld>
            <a:endParaRPr lang="ko-KR" alt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94522" y="914397"/>
            <a:ext cx="11178074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fld id="{A7AA09E4-EDB9-4D6A-8918-B1B0AEC6D61D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09E4-EDB9-4D6A-8918-B1B0AEC6D61D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51" y="956390"/>
            <a:ext cx="9634850" cy="182668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48" y="2825063"/>
            <a:ext cx="7381602" cy="39586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193" y="1152866"/>
            <a:ext cx="7533333" cy="5466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994" y="1189308"/>
            <a:ext cx="8516615" cy="5324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588" y="956390"/>
            <a:ext cx="10870083" cy="5627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839" y="1002110"/>
            <a:ext cx="11290041" cy="56955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6459" y="955036"/>
            <a:ext cx="8304762" cy="58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303" y="1232207"/>
            <a:ext cx="10152381" cy="49428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894" y="1036603"/>
            <a:ext cx="8571625" cy="5573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96" y="914397"/>
            <a:ext cx="10423691" cy="5820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036" y="1068965"/>
            <a:ext cx="10252234" cy="56130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51" y="914397"/>
            <a:ext cx="11198912" cy="57986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398" y="1148991"/>
            <a:ext cx="10011204" cy="52618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376" y="1091243"/>
            <a:ext cx="10093024" cy="52247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31" y="1463649"/>
            <a:ext cx="10114286" cy="46857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400" y="1111787"/>
            <a:ext cx="9886560" cy="55611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018" y="1178588"/>
            <a:ext cx="8419048" cy="53142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970" y="1689350"/>
            <a:ext cx="10257143" cy="40285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69345" y="102964"/>
            <a:ext cx="4760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ko-KR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829" y="1216262"/>
            <a:ext cx="9651261" cy="4327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978" y="5267093"/>
            <a:ext cx="8257143" cy="1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rea">
      <a:majorFont>
        <a:latin typeface="Times New Roman"/>
        <a:ea typeface="Malgun Gothic"/>
        <a:cs typeface=""/>
      </a:majorFont>
      <a:minorFont>
        <a:latin typeface="Times New Roman"/>
        <a:ea typeface="Malgun Gothic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演示</Application>
  <PresentationFormat>宽屏</PresentationFormat>
  <Paragraphs>72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Malgun Gothic</vt:lpstr>
      <vt:lpstr>Tahoma</vt:lpstr>
      <vt:lpstr>微软雅黑</vt:lpstr>
      <vt:lpstr>Times New Roman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Yoonseok Pyo</dc:creator>
  <cp:lastModifiedBy>WPS_1608288063</cp:lastModifiedBy>
  <cp:revision>591</cp:revision>
  <dcterms:created xsi:type="dcterms:W3CDTF">2015-12-13T03:35:00Z</dcterms:created>
  <dcterms:modified xsi:type="dcterms:W3CDTF">2026-04-23T03:25:47Z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DABC8A6E9A224A6793597A46EFAEDC2A_12</vt:lpwstr>
  </property>
  <property fmtid="{D5CDD505-2E9C-101B-9397-08002B2CF9AE}" pid="3" name="KSOProductBuildVer">
    <vt:lpwstr>2052-12.1.0.25865</vt:lpwstr>
  </property>
</Properties>
</file>