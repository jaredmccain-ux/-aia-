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9" r:id="rId34"/>
    <p:sldId id="290" r:id="rId35"/>
    <p:sldId id="291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92D103-B7CE-1078-51F8-75B8BCDC02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5BAA7DC-C3AA-7140-8652-D53A658F4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2A1B31-E119-6C25-4136-9F09B0A1A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B712E-B578-4A42-9B31-9E14D3B0B86A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CC899B-6F14-90E6-0361-514C10B05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1A1B70-1B29-F0D8-CA9E-87CEA705B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8247-FC57-4C71-8B85-A7322E1075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800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B4D8AE-C366-7864-E4FE-E05C0E747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DEEBF2-70D5-6261-9B65-A6F6713FB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127ADD-967D-F012-8273-98BFE45C2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B712E-B578-4A42-9B31-9E14D3B0B86A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DD03C3-3BD3-7D33-BB99-871DE61D5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80BEAF-1C2E-3FFA-A4B9-812239378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8247-FC57-4C71-8B85-A7322E1075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023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B1DD8C-E144-F9F0-C793-2E747B2D1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22CA4D-37F3-3C6C-A4D4-800DC62F7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4109BE-94B7-6CFD-9976-BD85BEA54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B712E-B578-4A42-9B31-9E14D3B0B86A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FE0515-AEDA-95C9-A555-0CEDE1DF9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6E3267-AE92-769C-F368-AB14D362C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8247-FC57-4C71-8B85-A7322E1075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7580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9963FE-262B-74BA-EA13-E3BE64040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2F2D3E-7A60-DCDC-089B-5A30C36D38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019F65-C01E-B79C-D514-DFC5853C58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80BAA8-A45C-F8C4-DA3A-795BE0504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B712E-B578-4A42-9B31-9E14D3B0B86A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70AD96-958A-34DB-6724-6761C2FA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F406AB-C0AF-9DA5-BE12-9346AF404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8247-FC57-4C71-8B85-A7322E1075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310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2C2103-5ED3-D986-992F-CFCF72F92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234507-7E03-9D4E-FD78-4AE2543D0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B9E7F2-2E46-7329-B7F7-592C3ADD3C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1E181C5-F7EC-505B-90D5-1E54308153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413ED3A-EB6E-CFFA-9017-7DAF0DE5B6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4BB590A-96DF-1A54-CAAE-5578B2F75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B712E-B578-4A42-9B31-9E14D3B0B86A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F44237E-B592-99CB-51E9-C3C5D82BF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8C0F7C5-9FF0-5B5D-7072-DD4A59A0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8247-FC57-4C71-8B85-A7322E1075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1783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E24CDA-81B1-D53F-196A-24226585C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203ED15-3720-F5FE-4998-6B761EDAB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B712E-B578-4A42-9B31-9E14D3B0B86A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F52A069-0331-6500-16E9-5F89B54B0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F5C3E4-13C5-A054-50E8-E10219951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8247-FC57-4C71-8B85-A7322E1075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625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29A24E1-820A-8D11-92A3-9951DBA0B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B712E-B578-4A42-9B31-9E14D3B0B86A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93C285E-4521-900A-BCD3-51ED511FA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4698BF-6938-46A8-C9A1-3096C74EE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8247-FC57-4C71-8B85-A7322E1075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082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006E94-5AFE-951F-6749-63132679E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1B4F15-469A-F3D2-84A2-FC9B36C35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62B96A3-1568-F3DF-FC7C-EE6020F78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C6D8A0-53F2-4B95-BE61-74F6A7997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B712E-B578-4A42-9B31-9E14D3B0B86A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9E7B66-8B58-8AF4-32CB-CDB1CC93E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26FCB9-21CE-999F-FB98-4851E2110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8247-FC57-4C71-8B85-A7322E1075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743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49F1FE-BAB3-A42E-B188-D9397CD14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C848645-37E3-56B6-0CFD-CEF53CF97E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E53383-A906-C0D8-DEFD-DA0829D024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95EEEE-613E-B533-7DCF-70A8529FF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B712E-B578-4A42-9B31-9E14D3B0B86A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9D38DE-0751-9B8C-B14B-35477AE5D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DDE209-4078-28FD-4124-E4BD16B05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8247-FC57-4C71-8B85-A7322E1075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994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810F5A-36C2-7065-B017-506BB977D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B9E53C-672B-CDA4-835B-8E0F64A07D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E8A5E9-C768-C788-A75F-8FB3BBCBB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B712E-B578-4A42-9B31-9E14D3B0B86A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F04353-D6E4-5260-38EB-38B115B21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424B3A-1DB9-2957-FDC7-D81E3790C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8247-FC57-4C71-8B85-A7322E1075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4939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3B4F27B-68A4-82CB-1F20-F7FF745AEC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EA450F-EA95-C5CF-2C2F-9F43F6C0CC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4BE728-7306-861A-651F-8BE280FB0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B712E-B578-4A42-9B31-9E14D3B0B86A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C6C7FC-6697-F2C4-7869-071B1CE96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955C84-9E26-855F-6D0D-713AA45E0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8247-FC57-4C71-8B85-A7322E1075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74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B8D2289-DE36-CC85-C933-2D8577EC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3041AD-940A-2D0C-F983-28C2CFCE5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09F0B6-19EC-7A55-3FFC-580B19AB0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3B712E-B578-4A42-9B31-9E14D3B0B86A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4A071F-332E-A752-0C2E-1E324755B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181DD-E7FF-024F-E0A9-E97CE0CFF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AE8247-FC57-4C71-8B85-A7322E1075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184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1E9E2E6-B7A9-DDAF-2460-119A409BB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839" y="1333392"/>
            <a:ext cx="7220321" cy="41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010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168C852-4453-A67C-E465-183F116D1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533" y="1368319"/>
            <a:ext cx="7448933" cy="412136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FBEB368-5396-73C6-42EF-5110BE6D14FC}"/>
              </a:ext>
            </a:extLst>
          </p:cNvPr>
          <p:cNvSpPr txBox="1"/>
          <p:nvPr/>
        </p:nvSpPr>
        <p:spPr>
          <a:xfrm>
            <a:off x="3645326" y="319119"/>
            <a:ext cx="44185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前台会有误差累计，可能会导致最后的巨大误差所以需要有后台的优化来解决这个问题</a:t>
            </a:r>
          </a:p>
        </p:txBody>
      </p:sp>
    </p:spTree>
    <p:extLst>
      <p:ext uri="{BB962C8B-B14F-4D97-AF65-F5344CB8AC3E}">
        <p14:creationId xmlns:p14="http://schemas.microsoft.com/office/powerpoint/2010/main" val="690999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17C0028-CB86-64D6-75A1-A21972B39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455606" cy="319119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06801EC-7F20-CE13-1E03-D136A2ADB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607" y="189792"/>
            <a:ext cx="6484608" cy="359668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B00EC94-F16D-9836-56A2-03A156987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56893"/>
            <a:ext cx="5282852" cy="312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327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5A1D27E-CD4E-931D-1AEB-CB84316B6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167" y="1311166"/>
            <a:ext cx="7099665" cy="423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999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5A1CE81-1C51-385E-6A8A-6A52678EE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27549" cy="318230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EACC006-C791-7C91-2E5C-3883F6545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182305"/>
            <a:ext cx="6353730" cy="318230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74C9C11-0DF7-872B-72E8-64687A28EA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645" y="353277"/>
            <a:ext cx="5455295" cy="3850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91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17F7B93-EC59-5766-0F29-562B19522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11351" cy="325870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F9FE4D7-79CA-1042-1116-92B699518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58701"/>
            <a:ext cx="5781609" cy="268183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D7A8DC9-2543-BBD9-E258-BEC7263ED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351" y="0"/>
            <a:ext cx="5592235" cy="432652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FFACC16-A07B-09D9-A537-DC89A06107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9766" y="4326523"/>
            <a:ext cx="5399117" cy="249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426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DC01B0C-58D7-1E52-B7E9-0E5EAA038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5643910" cy="335075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988390B-198F-B406-7B61-41F1541F6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9166" y="82509"/>
            <a:ext cx="5422204" cy="425629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C1BFF93-CE6B-FC55-8F96-ADF30B26E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36" y="4585628"/>
            <a:ext cx="7340977" cy="201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705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14500ED-CE44-AAD3-C37D-0197A2A65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591" y="1377844"/>
            <a:ext cx="7156818" cy="410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121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1999322-A796-5DCA-91DC-00AA80C22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878" y="76027"/>
            <a:ext cx="5696243" cy="670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250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515A2EB-DB74-305C-31A6-74223A2B9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528" y="155407"/>
            <a:ext cx="5708943" cy="6547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465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286A808-F8BC-1C24-E02F-8506609A9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477" y="1809667"/>
            <a:ext cx="5747045" cy="323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108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BA353DA-2C37-FDA2-85AB-4C906493C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878" y="1857294"/>
            <a:ext cx="5696243" cy="3143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217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0924325-AE75-69F5-B8C6-34B2BFBEF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974" y="1796966"/>
            <a:ext cx="5874052" cy="326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582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6E99460-6B33-7CFB-2396-6574B424F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518" y="1454048"/>
            <a:ext cx="7086964" cy="3949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698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DC262E3-0B39-36A0-702B-03F5D5C5C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480" y="1517552"/>
            <a:ext cx="6617040" cy="3822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3404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16166FA-BA93-3EE5-F066-F30B42318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065" y="1501676"/>
            <a:ext cx="7175869" cy="385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815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1C9A0A7-3931-A76E-D671-7E447526A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613" y="1346093"/>
            <a:ext cx="7264773" cy="4165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581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F8EB29F-B3ED-39C4-D9EA-F65BBF3E7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38" y="0"/>
            <a:ext cx="6099638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05F17E1-5FE7-80F9-2885-EA431E2D8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7151"/>
            <a:ext cx="5309977" cy="294062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41D3BDB-3250-AF8E-C885-B9AA1D7AD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4517" y="3170211"/>
            <a:ext cx="5746521" cy="276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815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C3C4BFC-0CF9-AEFE-971B-FF7A929D0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088" y="1365144"/>
            <a:ext cx="7283824" cy="4127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04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EC5A67F-690D-C00F-D48A-B1F52BF01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757" y="118124"/>
            <a:ext cx="5033089" cy="268183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09FEF88-E741-D293-ED9A-6B33DFECB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400344" cy="291808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C8192E5-A7B9-3A50-C036-A2E5EA2B9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37" y="2918081"/>
            <a:ext cx="5765009" cy="378672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ACE9888-E83C-AB4D-34F7-BA2EDDBF71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610" y="2918081"/>
            <a:ext cx="4827123" cy="385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8680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7E783A1-799A-9D6E-271C-CCC508F5D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2589" y="0"/>
            <a:ext cx="5857330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7CCB82D-96AE-459A-FF3C-DCA0EEF6D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354604"/>
            <a:ext cx="5932448" cy="324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6901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31250C1-7C14-7C9A-CA17-2CBF6B279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76" y="128875"/>
            <a:ext cx="5288807" cy="58423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3D7AC45-9BA4-5BEA-080E-1326CA1C8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277" y="128875"/>
            <a:ext cx="5493764" cy="623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7375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2C9DAA4-EBAD-D143-09F6-DAE70F239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457" y="1546128"/>
            <a:ext cx="6509085" cy="3765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7221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A246CEC-D8B0-C1ED-0E58-5DDE7C663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76804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A8C8A4A-91BA-8C32-E17F-16BD91757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1147" y="306846"/>
            <a:ext cx="5593293" cy="6351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8181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B8FDB36-8A3E-D000-5ED3-19CA3D1AD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795" y="1488975"/>
            <a:ext cx="7004410" cy="388004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23ACFB0-0F60-50E2-3934-0F0B4B146F15}"/>
              </a:ext>
            </a:extLst>
          </p:cNvPr>
          <p:cNvSpPr txBox="1"/>
          <p:nvPr/>
        </p:nvSpPr>
        <p:spPr>
          <a:xfrm>
            <a:off x="2847528" y="773251"/>
            <a:ext cx="2681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光流法是要求相机运动较慢的</a:t>
            </a:r>
          </a:p>
        </p:txBody>
      </p:sp>
    </p:spTree>
    <p:extLst>
      <p:ext uri="{BB962C8B-B14F-4D97-AF65-F5344CB8AC3E}">
        <p14:creationId xmlns:p14="http://schemas.microsoft.com/office/powerpoint/2010/main" val="18267942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A632CAD-2321-CB5F-5CCE-05692DBE5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072" y="1469924"/>
            <a:ext cx="6921856" cy="391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30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1BD4D6E-5455-D81F-B274-37754100E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305" y="1555653"/>
            <a:ext cx="6623390" cy="374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5659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21068BD-C68F-6201-3E59-F2DC88C2F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429" y="0"/>
            <a:ext cx="61571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442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9F6F3B4-3B18-ED2C-ABE6-F2788DFB2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67" y="0"/>
            <a:ext cx="5953400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6A316CE-FB02-B3FB-3FE7-3F4DB4347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8667" y="0"/>
            <a:ext cx="59279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8488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F115094-345F-DC2D-76D4-FDFE24403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653" y="0"/>
            <a:ext cx="59446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5655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7987080-73C6-0E28-7B05-F1275CFF0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203" y="1425472"/>
            <a:ext cx="6699594" cy="400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3733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F3FF80E-23AF-7BED-1679-47986CCCF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779" y="1600106"/>
            <a:ext cx="6642441" cy="365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4292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CA9E79F-4D06-828F-3C23-11B53222E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729" y="0"/>
            <a:ext cx="62125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1777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3C3FDD5-6B20-041C-0098-16053658C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487" y="0"/>
            <a:ext cx="6153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1935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E82C9D4-336C-5A3E-46E7-92A354DB8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333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728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33</Words>
  <Application>Microsoft Office PowerPoint</Application>
  <PresentationFormat>宽屏</PresentationFormat>
  <Paragraphs>2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3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1546230753@qq.com</dc:creator>
  <cp:lastModifiedBy>1546230753@qq.com</cp:lastModifiedBy>
  <cp:revision>1</cp:revision>
  <dcterms:created xsi:type="dcterms:W3CDTF">2026-05-16T02:09:32Z</dcterms:created>
  <dcterms:modified xsi:type="dcterms:W3CDTF">2026-05-16T06:36:36Z</dcterms:modified>
</cp:coreProperties>
</file>