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4F0D4-7CDF-4B9E-B0F3-3AD6C4016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7D7B92-4F18-6751-EBAC-78AABB25B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F5EE4F-F3B2-76D7-2B2A-B049EEA1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EF127F-7DF7-35D4-06B7-BDA043E4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DD5C4B-4B9E-7E21-1A2A-05A6676D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05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69F7B-5C38-D4AE-E947-9E9C4303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F9E1B-B924-6304-69F2-2BE73DE54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565A77-4CFD-7AB7-CB64-28880956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1827A3-0EAB-8625-E5D2-706B41E6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5188F9-D4E7-B1F2-919C-CD5C6DD7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222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5CE2C-A80A-18CC-09EF-BA1EB1D0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5A90EB-F626-CB2C-9C71-9FF49CCD8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587C3-FC0F-1A48-50EB-1292CF2F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72CC5-B098-BE08-334A-B32A126B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8CFE0E-5020-E6CE-C3CC-BF83BF71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46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DE0E7-0B1F-8C8D-8967-8779E59D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49FA1-8568-A940-1A03-BD11255FB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61C4B8-1708-3DC9-94D7-54A3FB2B2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3E0F72-DBDE-35C9-2C50-E3810A587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83EE1B-034C-4300-ED8F-73EEAEA2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2A513E-2C17-7EE2-C756-8D35815D2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41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1F664-B30B-62AA-5931-A89DB7DD4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868A57-B3D6-D870-CD64-78221A058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F40BFF-E072-ECE8-9303-F37031970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B1EDD7-FB6F-6F69-74F4-C21528D28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C1B7D9-34DF-C9C2-DD9A-042D414F6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C7847D-8EB5-C6C6-247B-094C2021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7FE937-6478-A040-19D2-7FF9FFFA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2CA35C-DFC5-EC5B-96C9-07FCD950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613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89453-42E7-10ED-DA9D-B8348F3E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24C57D-A2A0-E117-DD73-8BF7A3BE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F72A5-E603-E07F-991B-CAB8C73D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4549F0-F810-BE61-3D86-C7257B9D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015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6AE04C-CF3F-2543-587B-8A05463D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498AB9-6AF7-C5C6-1AA1-DFF31325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0A03C5-BF5F-5EE1-EE87-140F2CA7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8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4F8DE-7359-B6CD-A3AE-3D2A879E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F15209-E7F3-9742-70A6-6DCA6F62C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999ABA-6BCC-46FC-E72E-7A64E6F07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ABD643-EFD2-0C25-F004-5B92518B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C2D0A0-DF26-0821-0B25-A85AC702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710872-F636-2FB8-83F1-C29EFB931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72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E517D-3DE9-2928-5640-5E3BAB87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8FD76A-9BCF-D04F-2483-D2807BAE8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331CEA-F124-F56B-3E68-EC1C995F1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972A14-060F-CAED-588A-87169FC7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4084E0-630F-2303-EA1C-07C2EDAB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168169-6755-5FBF-6783-FAB549C9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5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5B03C-C6FE-8D4C-BB44-AE297B7BB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604BA5-8C54-6035-AC25-9E4D7835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75253-3278-2F7B-8C39-CDD9060F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ECC59A-4C77-A9DA-E58E-7DF517F9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907D7-525D-930A-BD4E-82C8AE25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6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CE1BEC-9C44-9010-825F-2F90ABD50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874FC6-A006-4647-DE33-6939AE97A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05E4E8-0E19-E093-3C62-C657537E9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D46BFA-3CE6-A308-48DA-46EE1887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679FC-EC28-1CFC-26BB-C7AEA481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562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BB5A65-90CD-D53F-C2E1-9DDAD19CC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419FE1-DC52-331C-D7EB-AF9FB33ED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AAA24-DB0E-BC91-BA4D-DC8738147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5BF5F-0827-4CF2-B8CD-61F8C9155849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D8DAEE-F5C9-E3E1-F3FF-9E4A60557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F3530F-F994-840A-2309-960C29080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1A6CA-B48F-49C5-B2DA-1A23AD43D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18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0EC894A-5DC9-9B53-4E95-4DC53AD3B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20" y="1622332"/>
            <a:ext cx="6013759" cy="361333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B8EA15D-C2E6-468B-F9DA-8DFE931CCDC3}"/>
              </a:ext>
            </a:extLst>
          </p:cNvPr>
          <p:cNvSpPr/>
          <p:nvPr/>
        </p:nvSpPr>
        <p:spPr>
          <a:xfrm>
            <a:off x="6480579" y="4700875"/>
            <a:ext cx="1982223" cy="4725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8CDCC6-32C1-DD95-DC40-D3276E374C2E}"/>
              </a:ext>
            </a:extLst>
          </p:cNvPr>
          <p:cNvSpPr txBox="1"/>
          <p:nvPr/>
        </p:nvSpPr>
        <p:spPr>
          <a:xfrm>
            <a:off x="6204419" y="5547769"/>
            <a:ext cx="289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留意下三维的优缺点</a:t>
            </a:r>
          </a:p>
        </p:txBody>
      </p:sp>
    </p:spTree>
    <p:extLst>
      <p:ext uri="{BB962C8B-B14F-4D97-AF65-F5344CB8AC3E}">
        <p14:creationId xmlns:p14="http://schemas.microsoft.com/office/powerpoint/2010/main" val="2994453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C89E23-F803-1B45-38BB-437CDCAEC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993" y="1720762"/>
            <a:ext cx="5112013" cy="34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95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AAAD341-BE9C-4F4F-F5C0-90E6AF20A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471" y="1660434"/>
            <a:ext cx="6001058" cy="353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04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111C455-99E3-AD60-60BE-7A6410D88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493" y="1758864"/>
            <a:ext cx="6109014" cy="33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61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38C9AB-1EB4-207C-36AD-17FBF07A3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668" y="1593755"/>
            <a:ext cx="6102664" cy="367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4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9D8D533-D9D6-B934-ADBD-4DB951AB1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821" y="1619157"/>
            <a:ext cx="5988358" cy="36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24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02C1DD-ECC7-72DF-9603-847C96A29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471" y="1746163"/>
            <a:ext cx="6001058" cy="33656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5914566-5F98-E63F-AC0F-F1D1D0221973}"/>
              </a:ext>
            </a:extLst>
          </p:cNvPr>
          <p:cNvSpPr txBox="1"/>
          <p:nvPr/>
        </p:nvSpPr>
        <p:spPr>
          <a:xfrm>
            <a:off x="7100408" y="5265471"/>
            <a:ext cx="157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无运动变形</a:t>
            </a:r>
          </a:p>
        </p:txBody>
      </p:sp>
    </p:spTree>
    <p:extLst>
      <p:ext uri="{BB962C8B-B14F-4D97-AF65-F5344CB8AC3E}">
        <p14:creationId xmlns:p14="http://schemas.microsoft.com/office/powerpoint/2010/main" val="1372114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C02999-C751-485F-37E4-FF9BBFA6A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70407" cy="28782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A6A6A7A-CE12-CBD1-9D35-DF995F773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712" y="106704"/>
            <a:ext cx="6163029" cy="34573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3766DF-B1EC-157A-EB7C-BC3C053FC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186" y="3564013"/>
            <a:ext cx="5526709" cy="305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85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6B5996-6EAB-EE8F-2EBF-8CE798965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0" y="1584230"/>
            <a:ext cx="6788499" cy="36895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7D3BD62-3950-B6F5-0368-00D44B8B4483}"/>
              </a:ext>
            </a:extLst>
          </p:cNvPr>
          <p:cNvSpPr txBox="1"/>
          <p:nvPr/>
        </p:nvSpPr>
        <p:spPr>
          <a:xfrm>
            <a:off x="5517085" y="478679"/>
            <a:ext cx="279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利用拍频和多普勒效应测，即可测得点云，又可测得速度</a:t>
            </a:r>
          </a:p>
        </p:txBody>
      </p:sp>
    </p:spTree>
    <p:extLst>
      <p:ext uri="{BB962C8B-B14F-4D97-AF65-F5344CB8AC3E}">
        <p14:creationId xmlns:p14="http://schemas.microsoft.com/office/powerpoint/2010/main" val="2103105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CADBC2-ACC0-D20C-6570-6756C033C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39" y="797024"/>
            <a:ext cx="5994708" cy="36069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F8EA1CA-8422-52A0-F4BA-A33E2D48B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014" y="1198523"/>
            <a:ext cx="5503647" cy="320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4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FE0D1AC-681A-39AC-F67B-A6FCB1A16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57" y="1908097"/>
            <a:ext cx="4565885" cy="304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4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FCED378-3C49-C031-F911-14B67A6C0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64" y="0"/>
            <a:ext cx="6115364" cy="31497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6252922-7BC1-7D99-57D8-66441A7CA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44" y="0"/>
            <a:ext cx="5931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420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7AA86F-E8EF-2964-A098-4BD0A0E0E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2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74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C4D828-5A93-107D-7B80-A8E187D65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456" y="1456448"/>
            <a:ext cx="6070912" cy="344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56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F9E003-E870-DDD8-374C-41E8DCBB1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648" y="0"/>
            <a:ext cx="57827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15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266FF4E-19E9-ACF2-1F67-E6355F64C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355" y="204394"/>
            <a:ext cx="6633043" cy="51285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0C12BFF-0E2E-7BEE-0561-611859A6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2" y="1096667"/>
            <a:ext cx="5495989" cy="328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98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93D1E5-B48C-471E-8A3A-E96E1FA71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790" y="262509"/>
            <a:ext cx="5957725" cy="51705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1640CB7-D366-D268-58D9-708BD5571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94" y="1514668"/>
            <a:ext cx="5766196" cy="318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7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854D75-C6C7-7DE6-54AD-ACBAF45A0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282" y="1606456"/>
            <a:ext cx="6515435" cy="364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21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26</Words>
  <Application>Microsoft Office PowerPoint</Application>
  <PresentationFormat>宽屏</PresentationFormat>
  <Paragraphs>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1546230753@qq.com</dc:creator>
  <cp:lastModifiedBy>1546230753@qq.com</cp:lastModifiedBy>
  <cp:revision>1</cp:revision>
  <dcterms:created xsi:type="dcterms:W3CDTF">2026-05-15T07:46:25Z</dcterms:created>
  <dcterms:modified xsi:type="dcterms:W3CDTF">2026-05-15T08:56:46Z</dcterms:modified>
</cp:coreProperties>
</file>