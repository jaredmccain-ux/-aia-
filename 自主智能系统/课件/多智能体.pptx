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4" r:id="rId33"/>
    <p:sldId id="298" r:id="rId34"/>
    <p:sldId id="295" r:id="rId35"/>
    <p:sldId id="296" r:id="rId36"/>
    <p:sldId id="297" r:id="rId37"/>
    <p:sldId id="287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D8EBF-49D8-466A-42EC-12DFCAF9A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A1A716-B27B-CB9D-38E9-70AF87AA2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AD9750-11A8-36CE-C482-2D2C7D00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3420-AD1F-4154-9EEB-33B4EE6F3A22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62C74A-1E46-4390-39C7-D8A6D6CC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ADD975-3347-E9A5-6E54-C477D801F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EE55-C3C0-408C-AFDB-0ACCECD857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0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42A0C-DC86-0B99-C093-33A341166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D3FA1D-7751-1043-399E-1F3D5E770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9E3EF7-2E84-97A3-A050-D2DB4869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3420-AD1F-4154-9EEB-33B4EE6F3A22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DE2F39-0A09-F61A-8650-04E71942A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EF747A-BE81-C5F8-B5E6-60F1B5BA1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EE55-C3C0-408C-AFDB-0ACCECD857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89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E3F0D-25AC-59E0-A9B1-C619BD6E6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BB49B5-462C-84E1-A89E-1987B11A1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72A7FC-E47A-00B9-A803-9E99852A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3420-AD1F-4154-9EEB-33B4EE6F3A22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8FFF99-2697-8C82-FABE-15E34F62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80B69D-524D-DE92-ABF0-AA2F9637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EE55-C3C0-408C-AFDB-0ACCECD857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89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77C55-E5F9-96CB-20E2-B059258E1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447759-8858-666D-17F0-A70A7EB2E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E9C6D9-5179-1F8A-DDAC-4B49F378F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DA6A46-DA40-32F5-3E25-FB290FBC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3420-AD1F-4154-9EEB-33B4EE6F3A22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F45CDA-567C-C39E-450C-16848F6B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0113F6-E941-2F2A-9F08-20FF0145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EE55-C3C0-408C-AFDB-0ACCECD857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709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C91FE-E496-A65C-8C82-D6BFD67CD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393095-B2FA-C1BE-BB53-03E5BFE11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AD621E-9CCD-169E-711F-282E513BB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096AE7-0449-D977-5E56-91951510B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38612C-9033-7156-DB9F-DBC98C2254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46D900-EDBD-D87B-DA08-14A2B1068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3420-AD1F-4154-9EEB-33B4EE6F3A22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46D8EC-3B83-2D0B-0900-10D7937D5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B13F04-F99F-D9E4-5D11-997F37144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EE55-C3C0-408C-AFDB-0ACCECD857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59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0F72D-DC7C-5A1B-B4FB-4F18212A8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5ED92F-1834-EEED-F5DA-219305AA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3420-AD1F-4154-9EEB-33B4EE6F3A22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087A6B-DA8A-23C6-8C16-B1B0DDC2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BE9F1F-E85C-9664-E0BD-FEBCBA3B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EE55-C3C0-408C-AFDB-0ACCECD857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37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D208AC-685F-ED4D-1695-0950D485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3420-AD1F-4154-9EEB-33B4EE6F3A22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0532A1-4365-C0E3-7A05-A614D53E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B7A90-14AE-0E64-110D-4F751BA4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EE55-C3C0-408C-AFDB-0ACCECD857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894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DD0CB-546A-5DB0-0A6E-F886E96D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9BAB56-C80F-8CA9-0E74-F4BBD9CD5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4DC36D-A507-44C9-8EEF-CDB947FAF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BEC855-2D43-7E3D-9B4B-7BFBC57A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3420-AD1F-4154-9EEB-33B4EE6F3A22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E65DDB-FF10-25A8-7678-78A4F71E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F98036-0A47-9E86-F060-C6C3ACB72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EE55-C3C0-408C-AFDB-0ACCECD857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48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5A2904-BF68-AE4F-43B5-23DD0400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C619C87-9A9B-EC51-2DFE-E3C04DC57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5141DB-157D-20B3-AFE9-13EC4562C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B6F3D7-43C1-0261-CA46-1106F8FC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3420-AD1F-4154-9EEB-33B4EE6F3A22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4BFF54-1593-2515-BAA0-4BA30391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3B19FD-992F-CD86-2851-BAF8A119A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EE55-C3C0-408C-AFDB-0ACCECD857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19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F5CA8-BF1A-7C40-904E-4DEA9EFD4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AD3D41-566A-7428-384A-10D5EA012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5DD1E9-45E0-8150-AB62-53CFC8171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3420-AD1F-4154-9EEB-33B4EE6F3A22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69D026-944C-88EC-A45B-F6D98DA6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20F1A3-8422-DE90-8973-4F7EB1B7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EE55-C3C0-408C-AFDB-0ACCECD857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71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56B930-65F8-D31E-0579-00D66513F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94B888-19C4-CF4B-051F-D56E76D1C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F5D732-59C6-F5C1-8E10-D5021B6D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3420-AD1F-4154-9EEB-33B4EE6F3A22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94AF6E-F627-AEA4-B3B7-5EC20770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F3CB74-0F9F-09CA-90E9-D54F78A5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EE55-C3C0-408C-AFDB-0ACCECD857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195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30939A-826D-77A6-57B5-4A09DEA16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24F511-4546-7E39-3641-19C0DF4B0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C08A3F-AB6B-456D-5C23-EF82AF7415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E3420-AD1F-4154-9EEB-33B4EE6F3A22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937602-9ECD-CDF4-0A20-EF691C151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51AF0C-88E7-FE08-4C19-BCA15EB16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FEE55-C3C0-408C-AFDB-0ACCECD857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448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2BF20B-0ED0-8D08-759B-D1AD65B19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590" y="895220"/>
            <a:ext cx="9150820" cy="506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53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996F795-4F9E-A7CC-ECC1-4A2AC748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25" y="1063503"/>
            <a:ext cx="8750750" cy="473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8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4C2A60-3312-47C6-C5FC-5B5C55812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042" y="393544"/>
            <a:ext cx="9061916" cy="607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79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637EEB3-8529-3FD9-5335-61ADE91CA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086" y="384018"/>
            <a:ext cx="9277827" cy="608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7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FDB257F-2952-1CC1-AEE4-0048CED38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208" y="730111"/>
            <a:ext cx="8439584" cy="53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70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FF1EB6-CDF5-2E22-B8D5-5005F5751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485" y="720586"/>
            <a:ext cx="8357029" cy="54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2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36A336-3EBF-CD51-E395-B0B731AF4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026" y="409420"/>
            <a:ext cx="8699947" cy="603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34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D8E581B-E188-A070-2C0E-958C72108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743" y="406244"/>
            <a:ext cx="9036514" cy="604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212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756AE43-73F4-2B70-5159-5D31E8A49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829" y="926971"/>
            <a:ext cx="8598342" cy="500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48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1D401DE-F93D-4DFD-AF04-4BC13FCFD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523" y="498324"/>
            <a:ext cx="8826954" cy="586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45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84D5E7-0602-60C3-E14A-83F669955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405" y="590404"/>
            <a:ext cx="8541189" cy="56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0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D65C297-A98C-FDA5-5CF1-1ED2A5C90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01" y="577703"/>
            <a:ext cx="8693597" cy="570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6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C0417F6-1EF3-0621-0C8B-C760E4CBA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106" y="1622332"/>
            <a:ext cx="8515788" cy="36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57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97D2821-0F8A-8210-C32B-5B653A31F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727" y="1095255"/>
            <a:ext cx="8674546" cy="466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261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92A4E8A-C042-B199-F482-353EF8D92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3" y="612630"/>
            <a:ext cx="8223673" cy="56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74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0823BA8-66B6-8245-5FD5-234F3CFE6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259" y="434821"/>
            <a:ext cx="8401482" cy="598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29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847490E-E051-C74E-C599-D81AEB074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383" y="0"/>
            <a:ext cx="8611043" cy="54930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89A681A-048C-91BE-9731-C70E04167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610" y="5688720"/>
            <a:ext cx="7880755" cy="1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16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A0967A-9F82-C159-281B-BAEBB2EBC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67" y="364967"/>
            <a:ext cx="9042865" cy="612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9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E0F5C4-CFE1-DFFD-BB65-3372C96FD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28278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8CFCDEC-04EB-40F6-3DDD-E3C352CE1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247" y="1604108"/>
            <a:ext cx="6343976" cy="378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295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FC10AD5-9F8F-D019-3809-8DA6CB504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917" y="0"/>
            <a:ext cx="52741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92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6D92F3-28E5-A067-9B4B-A08D725FE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5" y="160929"/>
            <a:ext cx="4648439" cy="640112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FCA2C7-41E2-CF1F-45D8-A99E27A5A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793" y="435721"/>
            <a:ext cx="6782863" cy="534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59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E77051-0ECE-4682-706D-D76D71644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621" y="0"/>
            <a:ext cx="4688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92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72A99F-3599-B236-4F04-B1BF67948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678" y="25225"/>
            <a:ext cx="4724643" cy="680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63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0D6A34-1480-CD6E-83C1-656B909E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245" y="0"/>
            <a:ext cx="4591724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DD52F37-866A-E640-E574-46CDAB55C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411" y="0"/>
            <a:ext cx="45779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73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A7C6DF-D23E-DF2F-E338-E54841F39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18" y="0"/>
            <a:ext cx="4628695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D59420-F88E-C176-328E-492A5C01E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92" y="82378"/>
            <a:ext cx="4832598" cy="669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23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E3E28FC-8CA5-813D-F593-AE38CBCD9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19" y="0"/>
            <a:ext cx="479129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946CE3E-94CD-1A1D-9BE8-C5D0B0173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689" y="0"/>
            <a:ext cx="4746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62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DF00626-C715-2E9B-014E-8B6AE6974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226" y="358617"/>
            <a:ext cx="4813547" cy="61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55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632280-7918-4135-ADFE-12488093E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6" y="190333"/>
            <a:ext cx="4737343" cy="64773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5FD583-A069-DF25-2E4A-7107F897B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108" y="0"/>
            <a:ext cx="44895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79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508F8BD-4E07-39E5-0A0C-B67D815E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30518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60EA185-DDBC-E205-4853-B8F3B36B1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379" y="-122738"/>
            <a:ext cx="4554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801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474458-424C-3272-AA7B-CAE1E26F1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876" y="25225"/>
            <a:ext cx="4826248" cy="680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29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462DF80-A3EB-FB3C-1C0F-B0633E465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54" y="796789"/>
            <a:ext cx="8579291" cy="526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15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3090E3-AC45-02C7-5ED2-92C0B768E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097" y="717410"/>
            <a:ext cx="7899806" cy="542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28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57A8-2A8F-7501-F6D6-D64ADF3E4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D3A0B8E-A26B-7C97-7768-01CA9B8B5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960" y="780914"/>
            <a:ext cx="8376080" cy="529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54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72918C-7BCC-538C-84A7-6A5EEF030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077" y="914271"/>
            <a:ext cx="8661845" cy="502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92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92BE5E6-9021-27E7-01FF-760A80B3D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74" y="901570"/>
            <a:ext cx="8788852" cy="505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67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9EB42DF-CF5E-5B28-458A-6D4EB5630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19" y="352267"/>
            <a:ext cx="8979361" cy="615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355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0B5416-9A0F-3418-B9B3-A0DA6623C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67" y="682484"/>
            <a:ext cx="9042865" cy="549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0</Words>
  <Application>Microsoft Office PowerPoint</Application>
  <PresentationFormat>宽屏</PresentationFormat>
  <Paragraphs>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1546230753@qq.com</dc:creator>
  <cp:lastModifiedBy>1546230753@qq.com</cp:lastModifiedBy>
  <cp:revision>2</cp:revision>
  <dcterms:created xsi:type="dcterms:W3CDTF">2026-05-16T12:15:01Z</dcterms:created>
  <dcterms:modified xsi:type="dcterms:W3CDTF">2026-05-16T15:08:43Z</dcterms:modified>
</cp:coreProperties>
</file>