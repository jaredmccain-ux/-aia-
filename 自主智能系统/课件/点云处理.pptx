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B6A937-D234-AB45-9622-AA97243819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F6BC894-4AFB-85A9-8D9B-D6D0A73D3A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8D27DA-6EF1-0511-BE4E-8694D8BFF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DF2CE-48C0-47BF-9EE7-C68738C8B5F8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252232-5603-306B-CB73-0AF4E1665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DDC07C-B346-CDCD-85BC-ADAB37E83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3077-6B2F-4E7E-97E8-BC89203C4F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472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6F7FDD-EF10-0922-1A23-973012396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5D17DE-55A5-F948-E47D-1218299AA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7647E1-4CC6-2674-80FE-62B140830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DF2CE-48C0-47BF-9EE7-C68738C8B5F8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C5A861-06B0-C093-3560-F2FF01AD9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BFF57B-683C-11A1-2971-1A112DB17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3077-6B2F-4E7E-97E8-BC89203C4F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5035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7DD768-D442-5381-7252-B718C1646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37A6A9-06A2-C029-4348-E6AB8F378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B29876-5724-1489-9652-15FFEA014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DF2CE-48C0-47BF-9EE7-C68738C8B5F8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E895E5-765F-57AD-DFE2-077DE93B0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121751-9370-E690-52B3-397275584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3077-6B2F-4E7E-97E8-BC89203C4F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7114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F1C852-FCCB-3874-FB0A-E81F223BC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48F1C9-27C1-BDF3-0112-9703003505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3EBE942-22F8-F32B-E174-C9877EA484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74F776-4CEF-03AC-8542-466BB8823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DF2CE-48C0-47BF-9EE7-C68738C8B5F8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B3472F-A1D7-126C-3BA9-A8FD1D22B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9E1BF4-46D4-F1FD-4C92-E1308A57F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3077-6B2F-4E7E-97E8-BC89203C4F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0294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136495-52FB-A77B-B82C-873311A48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139AF4-C4DB-E59B-32DA-75FB5E470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C31F33-058D-DBD0-DDF8-4E5F1100D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4E0F5B4-D849-A691-3979-D6763BAB70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EB443D3-9E3B-84DF-3A68-1107662C68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923E8B6-1CC7-2999-508E-4C8D4E6BF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DF2CE-48C0-47BF-9EE7-C68738C8B5F8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7FDE285-761B-E6D5-050B-DDCC78733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671616D-A2B0-6276-8852-FE7286E56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3077-6B2F-4E7E-97E8-BC89203C4F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4297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51EEB3-10D7-B669-D2B1-BB6A92EB6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87E8D72-2BEC-F25E-1B52-C4CE06957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DF2CE-48C0-47BF-9EE7-C68738C8B5F8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C3D9C2B-B1C1-F236-1220-765A6ECB3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3242891-DE37-306A-F3EB-022C564DE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3077-6B2F-4E7E-97E8-BC89203C4F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750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8C8F5C9-202F-D3A7-7477-703268095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DF2CE-48C0-47BF-9EE7-C68738C8B5F8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76B67CE-D780-A18E-5741-2A3F33E89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9F2357-75FB-9188-6AF7-8F18C2748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3077-6B2F-4E7E-97E8-BC89203C4F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7166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741A8D-0E28-A61F-72FD-832C4CDCD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F3E421-298F-D5BD-CEB7-576423730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3A790EB-C879-9949-6553-24AD1F26E7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FEF962-C073-9FC1-B5BD-65C7BA215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DF2CE-48C0-47BF-9EE7-C68738C8B5F8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2C96CA-8174-F57D-985A-164ABE7C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BC53E1-ABC9-5025-521A-97D97144E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3077-6B2F-4E7E-97E8-BC89203C4F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030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C32F48-0F1C-9674-25B5-DF539B59A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EF8284B-A416-FD8B-EE84-24DB113D74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86B9E39-CE04-622B-2E82-E5983E5F17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174F33-8FC3-0CDE-6973-440334A20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DF2CE-48C0-47BF-9EE7-C68738C8B5F8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18CF0D-FBB4-F6E2-0D3E-01409FE42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F6284A-41D4-C090-F2E6-11CA6729D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3077-6B2F-4E7E-97E8-BC89203C4F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185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F709EE-B977-16E2-2C5C-746B4BF02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FD1B70-B6F0-C3DA-344F-E39BA6A28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3072D0-24EA-0A19-CB48-BDBA334C1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DF2CE-48C0-47BF-9EE7-C68738C8B5F8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609A73-9E92-7673-7F0F-51AE4F494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73C9D5-99C4-EBE2-C9D1-B4793E1DD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3077-6B2F-4E7E-97E8-BC89203C4F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7799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96BFC80-79FF-602A-C85F-C4862489A2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23FBF1D-DD33-F561-8E4E-D6DC5C710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116EDE-4B59-9424-D221-EFBC900B2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DF2CE-48C0-47BF-9EE7-C68738C8B5F8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E9DDA1-32A4-8720-F69F-62486852A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E8A4C3-7498-9C89-329B-414F682EA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3077-6B2F-4E7E-97E8-BC89203C4F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8904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540F1F4-F9D4-337F-4309-00403D3EE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30E09E-8C11-A790-E5A9-36785EDF0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0F8F78-9FAF-4CE5-376C-62EC2B9D74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CDF2CE-48C0-47BF-9EE7-C68738C8B5F8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6665ED-5F06-8E76-2C71-9BD8E9E387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F62635-35C4-7C82-5D96-6A0840255E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1D3077-6B2F-4E7E-97E8-BC89203C4F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2417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2C020E8-18B8-C377-D73E-C4A9F1106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0983" y="1288940"/>
            <a:ext cx="6490034" cy="428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453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390B104-A5E8-F08F-34A2-FCA2981B8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034" y="1406421"/>
            <a:ext cx="6451932" cy="404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587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428FC9C-8200-800D-4CDB-4C256C067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502" y="1314341"/>
            <a:ext cx="6724996" cy="422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552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2EDC63B-6A8A-522D-B810-F2DBB102F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5237690" cy="308073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D4AF410-B169-746F-D10D-AD82D9E8A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1922" y="3051200"/>
            <a:ext cx="4891418" cy="38068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73CA3D6-A056-53F6-43A6-FFA1E70256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143" y="3335267"/>
            <a:ext cx="7169518" cy="323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704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3D9B21D-1D44-F4D1-EDE3-2F3AF04E3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566" y="0"/>
            <a:ext cx="63308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642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E45440F-DF00-D51F-D739-F11FAF8F0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78" y="54280"/>
            <a:ext cx="5793246" cy="337646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CFF28FA-752D-475C-9325-FB6902458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377" y="54280"/>
            <a:ext cx="5716465" cy="337472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284CEF8-6435-0D7A-CD79-0552C18F83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78" y="3429000"/>
            <a:ext cx="5998794" cy="347159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4DE77A9-8769-7448-C99C-96413E59DF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2750" y="3515813"/>
            <a:ext cx="5794872" cy="3204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667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D8C6CBB-D5C3-F011-6709-1AB77662E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511" y="1390545"/>
            <a:ext cx="7340977" cy="4076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559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4C9D9E2-92EB-823E-CD8F-6DEE13F1D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919" y="1381019"/>
            <a:ext cx="7036162" cy="409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547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ED688C4-1415-B647-06CA-5C3458023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409" y="1412771"/>
            <a:ext cx="7417181" cy="403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241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D46B296-8A96-59F8-C6F2-7EA608539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975" y="0"/>
            <a:ext cx="63880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528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A390A76-2364-EE8E-2F77-F0598DFD3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680" y="1285765"/>
            <a:ext cx="7588640" cy="428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075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7F40340-B461-6EE5-0A5A-7BB2DC13C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180" y="1288940"/>
            <a:ext cx="6591639" cy="428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522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571E98F-3B70-5D86-41BB-5B811B7DF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32" y="70848"/>
            <a:ext cx="5793246" cy="334807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84815EA-2381-5EB3-B7E8-420C63DD9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32" y="3509924"/>
            <a:ext cx="6855670" cy="3277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3474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793F46E-5E96-21F6-AFD7-45C19A08B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855" y="1295290"/>
            <a:ext cx="7582290" cy="426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37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967847B-AB71-A100-7A21-097F7FFEF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065" y="1285765"/>
            <a:ext cx="7175869" cy="428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569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BE7C76B-18BE-54AC-BFB1-DCA27D0E9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7523" y="3082365"/>
            <a:ext cx="4438260" cy="366823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33A401C-D7BB-8EA2-4A46-DB07FA9EA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667843" cy="412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621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37B5B8D-B3F5-C4D1-D39F-9C5DDE766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037" y="1228612"/>
            <a:ext cx="7321926" cy="440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9801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EBE0455-4431-C6E9-DD2B-2B69BEBFB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7897" y="0"/>
            <a:ext cx="57562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5873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B1DC6CB-FA45-AEE2-2665-FB80B9661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101" y="1495325"/>
            <a:ext cx="6775798" cy="386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9531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6C81741-9858-D943-7C1D-C8F271AFA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582" y="1406421"/>
            <a:ext cx="6540836" cy="404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5384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6E00658-0CF0-C738-4954-ECF7E4F71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2336" y="1396895"/>
            <a:ext cx="7347328" cy="4064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6274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EE7702E-7C08-C958-2F35-9AB320660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695169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DA98E23-CBE3-FD9B-FE22-97F64C54E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169" y="1415332"/>
            <a:ext cx="6426530" cy="388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097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0</Words>
  <Application>Microsoft Office PowerPoint</Application>
  <PresentationFormat>宽屏</PresentationFormat>
  <Paragraphs>0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1546230753@qq.com</dc:creator>
  <cp:lastModifiedBy>1546230753@qq.com</cp:lastModifiedBy>
  <cp:revision>2</cp:revision>
  <dcterms:created xsi:type="dcterms:W3CDTF">2026-05-15T08:57:30Z</dcterms:created>
  <dcterms:modified xsi:type="dcterms:W3CDTF">2026-05-15T13:38:10Z</dcterms:modified>
</cp:coreProperties>
</file>