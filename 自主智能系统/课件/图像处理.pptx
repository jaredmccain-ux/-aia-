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F6A86-5B29-45A8-541B-002315585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0CF07F-AF42-2830-026A-6DDD65DEA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3C440D-25C6-ABD8-D026-C7F50BF6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6C900-91AA-64D3-3B8C-4D3598B1E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0654E-BEF7-A84B-46B4-F67C171A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6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F302E-C916-D4B4-797E-1EA4567A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D489DA-95D0-8798-ED67-B944F1BE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BFC669-923F-B7B6-4430-0C3639525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5B7B53-2B59-9EEE-1E20-C0230D94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8835A-10DE-86BF-977E-D5D53578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04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A2622-5FDE-853E-2258-0BB0E93B3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E13061-BF0D-4D69-C91D-6B42BC6DB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B22F73-D98F-74B8-C9BE-CB79EF71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D39D7B-350E-D63A-8AFD-0D5FE873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E269C-2333-47BC-5FD2-7E4C0B19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04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B5FBC-6EB5-2349-E87A-6F491B6A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189CBE-D4A6-EAD3-5B0E-E1B0D7A37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E9372A-9668-7053-61BA-658F020ED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D2D356-E79C-E3A8-71D0-AD64C4E4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A86D48-FD79-E8EF-59CA-DE132F7A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CB6624-075F-FB15-E84A-56FBC512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55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AE27-01FD-44BE-A99B-AD38FE7AE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B2EBDB-BD94-2666-CA4B-A9EF094B7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4B7A4F-CA84-84B3-6E8D-B59C4439D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11C3FC-D1B5-BA43-B1D2-01368A72C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392DC1-C75E-ED90-78BC-D7B3D8368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9426B5-05D3-ECDB-5128-5A71B12D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1C02D0-D9EA-9C3D-2078-F98EC292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23182D-AE71-E5D1-E455-22828258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2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0541D-557D-FF19-112F-2392657E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1BB004-8F76-35F8-4538-15726CFF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3B6E7C-5B02-0284-2C48-9E30EED1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552422-4C47-CC0A-5213-6991B516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96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FA5D67-2369-2A3A-651D-52235F3B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BEEE5-7990-85D0-0C8A-4C311659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CE521-2DD4-C029-3950-EDE6604F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99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0BFEB-4AD0-6C60-9EA7-6F445EB0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7C843A-8794-8D01-AFB9-FD3B4DBD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58C490-7B75-F4D5-B8D0-111DAC37D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70F1F8-DD35-1F53-5AD6-00280959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2BBAE4-8B44-187D-8C52-2125458C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2139DB-75F3-026E-DEEC-F71539E8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653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6064A-C01D-5ABE-2DB2-9F0AF5DC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3CE0CE-5F5F-D986-BCC7-FBD0053E8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D6D094-C16A-4D10-E24E-82DED4F24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AB2BB4-35E0-5E8B-3C8F-FEBB598D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0DFDA5-56C7-E14E-20BD-368CB065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2EFA3C-B174-4148-7642-DAAC3966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74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59A76-EE4F-4763-D8C9-C8F99104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96BD48-28A4-79C3-291D-6710326BA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7EBD7-D804-CB2B-9621-48777B76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F6A20-0C0A-956A-43B8-CD139F99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803101-80CF-E667-AD81-2C2458EA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03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DF2CAD-A8E7-A666-2865-DEE38593C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B30CB5-62A3-1582-FB93-D138A48A0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7D607-B435-CDC1-6869-AED5EB60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33F05-9E60-5F0F-C3A7-97D2C450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0FDE1-3656-8931-9E95-E5AF7852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10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D29099-0213-057C-E4BD-8BC5AEE0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B35E8F-582A-5F05-9757-502603A82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4D4C7-BB8D-2E0E-066F-423A6F6C1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F729E-B819-4274-A078-92FD073B47F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875418-B8BE-5114-1B0F-F6D2549C0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B56DB-5699-74FD-D44E-284AF5EC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F6CD1-37D4-488D-9BE1-481B0E7CAA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94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03D90F-680A-5F31-4DEA-44F11632E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11" y="1511201"/>
            <a:ext cx="6369377" cy="38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7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E5BF0D8-2F0C-EC7F-3D50-44EF6A6D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295" y="1419121"/>
            <a:ext cx="6007409" cy="40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8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0BEE0E-CF7F-F6CE-B290-1A948BD7A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51388" cy="288321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FEB619-4AB7-2310-D491-111E8D13A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388" y="63212"/>
            <a:ext cx="5978903" cy="39564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82E8D8-E6D1-406E-B95C-9755C1F6F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52292"/>
            <a:ext cx="5098887" cy="288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05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D064B2-23F0-464D-E557-530584F39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535495" cy="30841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90E707-DC62-5A4C-9435-19428FC8F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86" y="0"/>
            <a:ext cx="3973947" cy="37565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F9322B-C7D5-54C1-FB1C-3A4AB3539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84197"/>
            <a:ext cx="4060705" cy="37995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5706E7-8BFE-A25B-F535-59CCC9B0FAA7}"/>
              </a:ext>
            </a:extLst>
          </p:cNvPr>
          <p:cNvSpPr txBox="1"/>
          <p:nvPr/>
        </p:nvSpPr>
        <p:spPr>
          <a:xfrm>
            <a:off x="5842341" y="3970583"/>
            <a:ext cx="2651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注意暗通道就是对于局部的那个窗口统计来讲的</a:t>
            </a:r>
          </a:p>
        </p:txBody>
      </p:sp>
    </p:spTree>
    <p:extLst>
      <p:ext uri="{BB962C8B-B14F-4D97-AF65-F5344CB8AC3E}">
        <p14:creationId xmlns:p14="http://schemas.microsoft.com/office/powerpoint/2010/main" val="97296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9517AA-45C8-769C-2674-47C461FE6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460" y="1476274"/>
            <a:ext cx="7379079" cy="390545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2E25A54-0930-76F6-4D23-F372964E0E65}"/>
              </a:ext>
            </a:extLst>
          </p:cNvPr>
          <p:cNvSpPr/>
          <p:nvPr/>
        </p:nvSpPr>
        <p:spPr>
          <a:xfrm>
            <a:off x="2687968" y="4160827"/>
            <a:ext cx="466405" cy="165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A2F688-AE78-ED94-ED1C-B124A795DDD1}"/>
              </a:ext>
            </a:extLst>
          </p:cNvPr>
          <p:cNvSpPr txBox="1"/>
          <p:nvPr/>
        </p:nvSpPr>
        <p:spPr>
          <a:xfrm>
            <a:off x="2614325" y="736430"/>
            <a:ext cx="527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就找暗通道值排前</a:t>
            </a:r>
            <a:r>
              <a:rPr lang="en-US" altLang="zh-CN" dirty="0"/>
              <a:t>0.1%</a:t>
            </a:r>
            <a:r>
              <a:rPr lang="zh-CN" altLang="en-US" dirty="0"/>
              <a:t>的</a:t>
            </a:r>
          </a:p>
        </p:txBody>
      </p:sp>
    </p:spTree>
    <p:extLst>
      <p:ext uri="{BB962C8B-B14F-4D97-AF65-F5344CB8AC3E}">
        <p14:creationId xmlns:p14="http://schemas.microsoft.com/office/powerpoint/2010/main" val="306970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C48E2D-931A-2F39-3AD1-5F11121A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56" y="1463574"/>
            <a:ext cx="6559887" cy="39308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93CB947-76F9-29D5-38F7-941DB3495129}"/>
              </a:ext>
            </a:extLst>
          </p:cNvPr>
          <p:cNvSpPr txBox="1"/>
          <p:nvPr/>
        </p:nvSpPr>
        <p:spPr>
          <a:xfrm>
            <a:off x="8014807" y="300709"/>
            <a:ext cx="2184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天空不满足暗通道先验的假设</a:t>
            </a:r>
          </a:p>
        </p:txBody>
      </p:sp>
    </p:spTree>
    <p:extLst>
      <p:ext uri="{BB962C8B-B14F-4D97-AF65-F5344CB8AC3E}">
        <p14:creationId xmlns:p14="http://schemas.microsoft.com/office/powerpoint/2010/main" val="413416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D21E957-312F-F625-B3A7-6B0175EE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8809" cy="35041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78AC082-7A37-D299-D192-9089457DC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809" y="81629"/>
            <a:ext cx="6147722" cy="48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04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7285D41-4A9C-581C-CEAA-CD4647F3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411900" cy="31175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17B5A5-0B37-AABD-35DB-BC2B1234D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6423578" cy="37489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34392F6-C24D-ECB4-72B4-622EFCDE58F0}"/>
              </a:ext>
            </a:extLst>
          </p:cNvPr>
          <p:cNvSpPr txBox="1"/>
          <p:nvPr/>
        </p:nvSpPr>
        <p:spPr>
          <a:xfrm>
            <a:off x="1227383" y="4081047"/>
            <a:ext cx="21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留意下知道有这个东西就行</a:t>
            </a:r>
          </a:p>
        </p:txBody>
      </p:sp>
    </p:spTree>
    <p:extLst>
      <p:ext uri="{BB962C8B-B14F-4D97-AF65-F5344CB8AC3E}">
        <p14:creationId xmlns:p14="http://schemas.microsoft.com/office/powerpoint/2010/main" val="1772331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E32CD84-73AF-5216-816D-5B1B02CDB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333" y="1184185"/>
            <a:ext cx="7696596" cy="430552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7FB65E6-7991-BA8A-1201-6BB83D0721D1}"/>
              </a:ext>
            </a:extLst>
          </p:cNvPr>
          <p:cNvSpPr txBox="1"/>
          <p:nvPr/>
        </p:nvSpPr>
        <p:spPr>
          <a:xfrm>
            <a:off x="7339748" y="147286"/>
            <a:ext cx="2289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处理单色炫光很垃圾，因为单色本身就会有某个通道值接近于</a:t>
            </a:r>
            <a:r>
              <a:rPr lang="en-US" altLang="zh-CN" dirty="0"/>
              <a:t>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02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8D9379-045E-E3D7-DD95-36EADF77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1371494"/>
            <a:ext cx="7283824" cy="41150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6E21E0-CCEC-02A3-C405-45ACAA844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1371494"/>
            <a:ext cx="7283824" cy="41150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3F4E99-81F9-5B0F-8E84-0A093AFBC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4088" y="5819782"/>
            <a:ext cx="7194920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53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4126EF-B9A2-F23E-C23C-EA5411C33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693975" cy="30807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5671F9-C289-6D03-3D02-A1910BA11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975" y="42958"/>
            <a:ext cx="5196413" cy="4424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8A92F7-A9EE-C505-A85E-08C173AEA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0163"/>
            <a:ext cx="5473787" cy="37578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F1E12E-7774-9A5B-DD1F-BA17A86B5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975" y="4467672"/>
            <a:ext cx="4179354" cy="22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27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2895D9-67A7-2BDC-1B38-5F0545BBC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81280" cy="28997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05E1DF-20BA-2165-A855-02FA453D7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9775"/>
            <a:ext cx="3438395" cy="30459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771457-9094-3C56-93F5-0F84E9F19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3" y="5921884"/>
            <a:ext cx="3223767" cy="9361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48DA264-6CDB-B462-772D-F579FB9E5C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381" y="0"/>
            <a:ext cx="4778277" cy="38828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A764B3B-5781-B145-B591-EB149A2D4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300" y="3870009"/>
            <a:ext cx="3884730" cy="298799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48BE063-707F-DAB8-CCDE-EB748E5B264E}"/>
              </a:ext>
            </a:extLst>
          </p:cNvPr>
          <p:cNvSpPr txBox="1"/>
          <p:nvPr/>
        </p:nvSpPr>
        <p:spPr>
          <a:xfrm>
            <a:off x="10265079" y="1941436"/>
            <a:ext cx="158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背景模型和阈值的解释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529163-F313-18A1-3CAB-77399EF11570}"/>
              </a:ext>
            </a:extLst>
          </p:cNvPr>
          <p:cNvSpPr txBox="1"/>
          <p:nvPr/>
        </p:nvSpPr>
        <p:spPr>
          <a:xfrm>
            <a:off x="10440444" y="350729"/>
            <a:ext cx="148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这是检测黑飞的第一步检测飞行的物体</a:t>
            </a:r>
          </a:p>
        </p:txBody>
      </p:sp>
    </p:spTree>
    <p:extLst>
      <p:ext uri="{BB962C8B-B14F-4D97-AF65-F5344CB8AC3E}">
        <p14:creationId xmlns:p14="http://schemas.microsoft.com/office/powerpoint/2010/main" val="2008096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9EB706-15E8-8E1D-8E37-A4A6A0CD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09" y="1431822"/>
            <a:ext cx="7442582" cy="39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0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F2FCD1-39BC-AEDC-27F2-48F12C343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403" y="1349268"/>
            <a:ext cx="7671194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83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D226F2-0924-C60D-D947-FD878D77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99410" cy="37496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DC9D486-87CD-DFD9-81A8-3C9DB0AD5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31" y="43314"/>
            <a:ext cx="5188538" cy="43200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24100A-534E-FB8C-4E0A-7337FDB0B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39" y="3875433"/>
            <a:ext cx="5706831" cy="27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0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15E073-B3FA-1536-5B0E-E06D01289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67"/>
            <a:ext cx="5016936" cy="27656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D61B12-DA33-57BE-6F7D-E3E5E388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" y="2912384"/>
            <a:ext cx="5550403" cy="39005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4FEDDF-FE89-43F5-54DD-11716DF9D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701" y="401400"/>
            <a:ext cx="5919487" cy="53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4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74</Words>
  <Application>Microsoft Office PowerPoint</Application>
  <PresentationFormat>宽屏</PresentationFormat>
  <Paragraphs>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2</cp:revision>
  <dcterms:created xsi:type="dcterms:W3CDTF">2026-05-14T15:27:54Z</dcterms:created>
  <dcterms:modified xsi:type="dcterms:W3CDTF">2026-05-15T07:45:50Z</dcterms:modified>
</cp:coreProperties>
</file>