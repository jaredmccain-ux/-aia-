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mp3" ContentType="audio/m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6" r:id="rId2"/>
  </p:sldMasterIdLst>
  <p:notesMasterIdLst>
    <p:notesMasterId r:id="rId63"/>
  </p:notesMasterIdLst>
  <p:handoutMasterIdLst>
    <p:handoutMasterId r:id="rId64"/>
  </p:handoutMasterIdLst>
  <p:sldIdLst>
    <p:sldId id="403" r:id="rId3"/>
    <p:sldId id="346" r:id="rId4"/>
    <p:sldId id="348" r:id="rId5"/>
    <p:sldId id="472" r:id="rId6"/>
    <p:sldId id="349" r:id="rId7"/>
    <p:sldId id="350" r:id="rId8"/>
    <p:sldId id="473" r:id="rId9"/>
    <p:sldId id="351" r:id="rId10"/>
    <p:sldId id="352" r:id="rId11"/>
    <p:sldId id="353" r:id="rId12"/>
    <p:sldId id="354" r:id="rId13"/>
    <p:sldId id="355" r:id="rId14"/>
    <p:sldId id="356" r:id="rId15"/>
    <p:sldId id="357" r:id="rId16"/>
    <p:sldId id="358" r:id="rId17"/>
    <p:sldId id="359" r:id="rId18"/>
    <p:sldId id="360" r:id="rId19"/>
    <p:sldId id="361" r:id="rId20"/>
    <p:sldId id="362" r:id="rId21"/>
    <p:sldId id="363" r:id="rId22"/>
    <p:sldId id="364" r:id="rId23"/>
    <p:sldId id="366" r:id="rId24"/>
    <p:sldId id="367" r:id="rId25"/>
    <p:sldId id="368" r:id="rId26"/>
    <p:sldId id="369" r:id="rId27"/>
    <p:sldId id="370" r:id="rId28"/>
    <p:sldId id="371" r:id="rId29"/>
    <p:sldId id="372" r:id="rId30"/>
    <p:sldId id="374" r:id="rId31"/>
    <p:sldId id="375" r:id="rId32"/>
    <p:sldId id="376" r:id="rId33"/>
    <p:sldId id="377" r:id="rId34"/>
    <p:sldId id="378" r:id="rId35"/>
    <p:sldId id="379" r:id="rId36"/>
    <p:sldId id="380" r:id="rId37"/>
    <p:sldId id="381" r:id="rId38"/>
    <p:sldId id="382" r:id="rId39"/>
    <p:sldId id="383" r:id="rId40"/>
    <p:sldId id="384" r:id="rId41"/>
    <p:sldId id="385" r:id="rId42"/>
    <p:sldId id="386" r:id="rId43"/>
    <p:sldId id="387" r:id="rId44"/>
    <p:sldId id="388" r:id="rId45"/>
    <p:sldId id="389" r:id="rId46"/>
    <p:sldId id="390" r:id="rId47"/>
    <p:sldId id="391" r:id="rId48"/>
    <p:sldId id="392" r:id="rId49"/>
    <p:sldId id="393" r:id="rId50"/>
    <p:sldId id="394" r:id="rId51"/>
    <p:sldId id="395" r:id="rId52"/>
    <p:sldId id="396" r:id="rId53"/>
    <p:sldId id="397" r:id="rId54"/>
    <p:sldId id="398" r:id="rId55"/>
    <p:sldId id="399" r:id="rId56"/>
    <p:sldId id="400" r:id="rId57"/>
    <p:sldId id="401" r:id="rId58"/>
    <p:sldId id="402" r:id="rId59"/>
    <p:sldId id="404" r:id="rId60"/>
    <p:sldId id="470" r:id="rId61"/>
    <p:sldId id="471" r:id="rId62"/>
  </p:sldIdLst>
  <p:sldSz cx="12192000" cy="6858000"/>
  <p:notesSz cx="6858000" cy="9144000"/>
  <p:custDataLst>
    <p:tags r:id="rId6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越 李" initials="越" lastIdx="1" clrIdx="0">
    <p:extLst>
      <p:ext uri="{19B8F6BF-5375-455C-9EA6-DF929625EA0E}">
        <p15:presenceInfo xmlns:p15="http://schemas.microsoft.com/office/powerpoint/2012/main" userId="62eeef3d7da66ee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6F6F6"/>
    <a:srgbClr val="B79BCD"/>
    <a:srgbClr val="BEA6D1"/>
    <a:srgbClr val="DFD6E6"/>
    <a:srgbClr val="85C5FF"/>
    <a:srgbClr val="FFFFFF"/>
    <a:srgbClr val="898989"/>
    <a:srgbClr val="E6001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27" autoAdjust="0"/>
    <p:restoredTop sz="83692" autoAdjust="0"/>
  </p:normalViewPr>
  <p:slideViewPr>
    <p:cSldViewPr snapToGrid="0" showGuides="1">
      <p:cViewPr varScale="1">
        <p:scale>
          <a:sx n="93" d="100"/>
          <a:sy n="93" d="100"/>
        </p:scale>
        <p:origin x="1032" y="20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168" d="100"/>
          <a:sy n="168" d="100"/>
        </p:scale>
        <p:origin x="5432" y="21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notesMaster" Target="notesMasters/notesMaster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E870044-25ED-4E18-901A-C6EB763D6C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5F289518-C443-4D56-AE28-EFD59093B5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A445A5-EAEA-471A-A764-D02BDE2350C3}" type="datetimeFigureOut">
              <a:rPr lang="zh-CN" altLang="en-US" smtClean="0"/>
              <a:t>2025/11/27</a:t>
            </a:fld>
            <a:endParaRPr lang="zh-CN" altLang="en-US"/>
          </a:p>
        </p:txBody>
      </p:sp>
      <p:sp>
        <p:nvSpPr>
          <p:cNvPr id="4" name="页脚占位符 3">
            <a:extLst>
              <a:ext uri="{FF2B5EF4-FFF2-40B4-BE49-F238E27FC236}">
                <a16:creationId xmlns:a16="http://schemas.microsoft.com/office/drawing/2014/main" id="{0CAB52DA-5EBE-4165-AC1A-DBC6F4BC4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9519C8A6-40B6-456C-A701-2ABBF283DB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86B029-1D43-47DC-AA71-792A29313082}" type="slidenum">
              <a:rPr lang="zh-CN" altLang="en-US" smtClean="0"/>
              <a:t>‹#›</a:t>
            </a:fld>
            <a:endParaRPr lang="zh-CN" altLang="en-US"/>
          </a:p>
        </p:txBody>
      </p:sp>
    </p:spTree>
    <p:extLst>
      <p:ext uri="{BB962C8B-B14F-4D97-AF65-F5344CB8AC3E}">
        <p14:creationId xmlns:p14="http://schemas.microsoft.com/office/powerpoint/2010/main" val="28653790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BA2A3E-3786-4FE7-BA9C-4C7CD2D5C4D8}" type="datetimeFigureOut">
              <a:rPr lang="zh-CN" altLang="en-US" smtClean="0"/>
              <a:t>2025/11/27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5D5D6-4E3F-411C-8722-AE80321700F2}" type="slidenum">
              <a:rPr lang="zh-CN" altLang="en-US" smtClean="0"/>
              <a:t>‹#›</a:t>
            </a:fld>
            <a:endParaRPr lang="zh-CN" altLang="en-US"/>
          </a:p>
        </p:txBody>
      </p:sp>
    </p:spTree>
    <p:extLst>
      <p:ext uri="{BB962C8B-B14F-4D97-AF65-F5344CB8AC3E}">
        <p14:creationId xmlns:p14="http://schemas.microsoft.com/office/powerpoint/2010/main" val="41201142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www.515ppt.com</a:t>
            </a:r>
          </a:p>
        </p:txBody>
      </p:sp>
      <p:sp>
        <p:nvSpPr>
          <p:cNvPr id="4" name="灯片编号占位符 3"/>
          <p:cNvSpPr>
            <a:spLocks noGrp="1"/>
          </p:cNvSpPr>
          <p:nvPr>
            <p:ph type="sldNum" sz="quarter" idx="10"/>
          </p:nvPr>
        </p:nvSpPr>
        <p:spPr/>
        <p:txBody>
          <a:bodyPr/>
          <a:lstStyle/>
          <a:p>
            <a:fld id="{8A036312-6A05-4643-B813-780AEBCA5446}" type="slidenum">
              <a:rPr lang="zh-CN" altLang="en-US" smtClean="0"/>
              <a:t>1</a:t>
            </a:fld>
            <a:endParaRPr lang="zh-CN" altLang="en-US"/>
          </a:p>
        </p:txBody>
      </p:sp>
    </p:spTree>
    <p:extLst>
      <p:ext uri="{BB962C8B-B14F-4D97-AF65-F5344CB8AC3E}">
        <p14:creationId xmlns:p14="http://schemas.microsoft.com/office/powerpoint/2010/main" val="2044821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A036312-6A05-4643-B813-780AEBCA5446}" type="slidenum">
              <a:rPr lang="zh-CN" altLang="en-US" smtClean="0"/>
              <a:t>2</a:t>
            </a:fld>
            <a:endParaRPr lang="zh-CN" altLang="en-US"/>
          </a:p>
        </p:txBody>
      </p:sp>
    </p:spTree>
    <p:extLst>
      <p:ext uri="{BB962C8B-B14F-4D97-AF65-F5344CB8AC3E}">
        <p14:creationId xmlns:p14="http://schemas.microsoft.com/office/powerpoint/2010/main" val="1307866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参数更新 </a:t>
            </a:r>
            <a:r>
              <a:rPr lang="en-US" altLang="zh-CN" dirty="0"/>
              <a:t>= </a:t>
            </a:r>
            <a:r>
              <a:rPr lang="zh-CN" altLang="en-US" dirty="0"/>
              <a:t>朝着“损失最小”方向走一步过拟合产生的原因：</a:t>
            </a:r>
            <a:r>
              <a:rPr lang="zh-CN" altLang="en-US" sz="1200" spc="-10" dirty="0">
                <a:latin typeface="+mn-ea"/>
              </a:rPr>
              <a:t>数据集规模不够；模型太复杂，参数过多；样本里面的噪声数据干扰过大；训练集和测试集特征分布不一样</a:t>
            </a:r>
            <a:endParaRPr lang="en-US" altLang="zh-CN" sz="1200" spc="-10" dirty="0">
              <a:latin typeface="+mn-ea"/>
            </a:endParaRP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3</a:t>
            </a:fld>
            <a:endParaRPr lang="zh-CN" altLang="en-US"/>
          </a:p>
        </p:txBody>
      </p:sp>
    </p:spTree>
    <p:extLst>
      <p:ext uri="{BB962C8B-B14F-4D97-AF65-F5344CB8AC3E}">
        <p14:creationId xmlns:p14="http://schemas.microsoft.com/office/powerpoint/2010/main" val="4000895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过拟合产生的原因：</a:t>
            </a:r>
            <a:r>
              <a:rPr lang="zh-CN" altLang="en-US" sz="1200" spc="-10" dirty="0">
                <a:latin typeface="+mn-ea"/>
              </a:rPr>
              <a:t>数据集规模不够；模型太复杂，参数过多；样本里面的噪声数据干扰过大；训练集和测试集特征分布不一样</a:t>
            </a:r>
            <a:endParaRPr lang="en-US" altLang="zh-CN" sz="1200" spc="-10" dirty="0">
              <a:latin typeface="+mn-ea"/>
            </a:endParaRP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4</a:t>
            </a:fld>
            <a:endParaRPr lang="zh-CN" altLang="en-US"/>
          </a:p>
        </p:txBody>
      </p:sp>
    </p:spTree>
    <p:extLst>
      <p:ext uri="{BB962C8B-B14F-4D97-AF65-F5344CB8AC3E}">
        <p14:creationId xmlns:p14="http://schemas.microsoft.com/office/powerpoint/2010/main" val="2221195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5</a:t>
            </a:fld>
            <a:endParaRPr lang="zh-CN" altLang="en-US"/>
          </a:p>
        </p:txBody>
      </p:sp>
    </p:spTree>
    <p:extLst>
      <p:ext uri="{BB962C8B-B14F-4D97-AF65-F5344CB8AC3E}">
        <p14:creationId xmlns:p14="http://schemas.microsoft.com/office/powerpoint/2010/main" val="2240096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7</a:t>
            </a:fld>
            <a:endParaRPr lang="zh-CN" altLang="en-US"/>
          </a:p>
        </p:txBody>
      </p:sp>
    </p:spTree>
    <p:extLst>
      <p:ext uri="{BB962C8B-B14F-4D97-AF65-F5344CB8AC3E}">
        <p14:creationId xmlns:p14="http://schemas.microsoft.com/office/powerpoint/2010/main" val="3484324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8</a:t>
            </a:fld>
            <a:endParaRPr lang="zh-CN" altLang="en-US"/>
          </a:p>
        </p:txBody>
      </p:sp>
    </p:spTree>
    <p:extLst>
      <p:ext uri="{BB962C8B-B14F-4D97-AF65-F5344CB8AC3E}">
        <p14:creationId xmlns:p14="http://schemas.microsoft.com/office/powerpoint/2010/main" val="3391703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kern="1200" dirty="0">
                <a:solidFill>
                  <a:schemeClr val="tx1"/>
                </a:solidFill>
                <a:effectLst/>
                <a:latin typeface="+mn-lt"/>
                <a:ea typeface="+mn-ea"/>
                <a:cs typeface="+mn-cs"/>
              </a:rPr>
              <a:t>（</a:t>
            </a:r>
            <a:r>
              <a:rPr lang="en-US" altLang="zh-CN" sz="1200" b="1" i="0" kern="1200" dirty="0">
                <a:solidFill>
                  <a:schemeClr val="tx1"/>
                </a:solidFill>
                <a:effectLst/>
                <a:latin typeface="+mn-lt"/>
                <a:ea typeface="+mn-ea"/>
                <a:cs typeface="+mn-cs"/>
              </a:rPr>
              <a:t>1</a:t>
            </a:r>
            <a:r>
              <a:rPr lang="zh-CN" altLang="en-US" sz="1200" b="1" i="0" kern="1200" dirty="0">
                <a:solidFill>
                  <a:schemeClr val="tx1"/>
                </a:solidFill>
                <a:effectLst/>
                <a:latin typeface="+mn-lt"/>
                <a:ea typeface="+mn-ea"/>
                <a:cs typeface="+mn-cs"/>
              </a:rPr>
              <a:t>）取平均的作用：</a:t>
            </a:r>
            <a:r>
              <a:rPr lang="zh-CN" altLang="en-US" sz="1200" b="0" i="0" kern="1200" dirty="0">
                <a:solidFill>
                  <a:schemeClr val="tx1"/>
                </a:solidFill>
                <a:effectLst/>
                <a:latin typeface="+mn-lt"/>
                <a:ea typeface="+mn-ea"/>
                <a:cs typeface="+mn-cs"/>
              </a:rPr>
              <a:t> 先回到标准的模型即没有</a:t>
            </a:r>
            <a:r>
              <a:rPr lang="en-US" altLang="zh-CN" sz="1200" b="0" i="0" kern="1200" dirty="0">
                <a:solidFill>
                  <a:schemeClr val="tx1"/>
                </a:solidFill>
                <a:effectLst/>
                <a:latin typeface="+mn-lt"/>
                <a:ea typeface="+mn-ea"/>
                <a:cs typeface="+mn-cs"/>
              </a:rPr>
              <a:t>dropout，</a:t>
            </a:r>
            <a:r>
              <a:rPr lang="zh-CN" altLang="en-US" sz="1200" b="0" i="0" kern="1200" dirty="0">
                <a:solidFill>
                  <a:schemeClr val="tx1"/>
                </a:solidFill>
                <a:effectLst/>
                <a:latin typeface="+mn-lt"/>
                <a:ea typeface="+mn-ea"/>
                <a:cs typeface="+mn-cs"/>
              </a:rPr>
              <a:t>我们用相同的训练数据去训练</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个不同的神经网络，一般会得到</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个不同的结果，此时我们可以采用 “</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个结果取均值”或者“多数取胜的投票策略”去决定最终结果。例如</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个网络判断结果为数字</a:t>
            </a:r>
            <a:r>
              <a:rPr lang="en-US" altLang="zh-CN" sz="1200" b="0" i="0" kern="1200" dirty="0">
                <a:solidFill>
                  <a:schemeClr val="tx1"/>
                </a:solidFill>
                <a:effectLst/>
                <a:latin typeface="+mn-lt"/>
                <a:ea typeface="+mn-ea"/>
                <a:cs typeface="+mn-cs"/>
              </a:rPr>
              <a:t>9,</a:t>
            </a:r>
            <a:r>
              <a:rPr lang="zh-CN" altLang="en-US" sz="1200" b="0" i="0" kern="1200" dirty="0">
                <a:solidFill>
                  <a:schemeClr val="tx1"/>
                </a:solidFill>
                <a:effectLst/>
                <a:latin typeface="+mn-lt"/>
                <a:ea typeface="+mn-ea"/>
                <a:cs typeface="+mn-cs"/>
              </a:rPr>
              <a:t>那么很有可能真正的结果就是数字</a:t>
            </a:r>
            <a:r>
              <a:rPr lang="en-US" altLang="zh-CN" sz="1200" b="0" i="0" kern="1200" dirty="0">
                <a:solidFill>
                  <a:schemeClr val="tx1"/>
                </a:solidFill>
                <a:effectLst/>
                <a:latin typeface="+mn-lt"/>
                <a:ea typeface="+mn-ea"/>
                <a:cs typeface="+mn-cs"/>
              </a:rPr>
              <a:t>9</a:t>
            </a:r>
            <a:r>
              <a:rPr lang="zh-CN" altLang="en-US" sz="1200" b="0" i="0" kern="1200" dirty="0">
                <a:solidFill>
                  <a:schemeClr val="tx1"/>
                </a:solidFill>
                <a:effectLst/>
                <a:latin typeface="+mn-lt"/>
                <a:ea typeface="+mn-ea"/>
                <a:cs typeface="+mn-cs"/>
              </a:rPr>
              <a:t>，其它两个网络给出了错误结果。这种“综合起来取平均”的策略通常可以有效防止过拟合问题。因为不同的网络可能产生不同的过拟合，取平均则有可能让一些“相反的”拟合互相抵消。</a:t>
            </a:r>
            <a:r>
              <a:rPr lang="en-US" altLang="zh-CN" sz="1200" b="0" i="0" kern="1200" dirty="0">
                <a:solidFill>
                  <a:schemeClr val="tx1"/>
                </a:solidFill>
                <a:effectLst/>
                <a:latin typeface="+mn-lt"/>
                <a:ea typeface="+mn-ea"/>
                <a:cs typeface="+mn-cs"/>
              </a:rPr>
              <a:t>dropout</a:t>
            </a:r>
            <a:r>
              <a:rPr lang="zh-CN" altLang="en-US" sz="1200" b="0" i="0" kern="1200" dirty="0">
                <a:solidFill>
                  <a:schemeClr val="tx1"/>
                </a:solidFill>
                <a:effectLst/>
                <a:latin typeface="+mn-lt"/>
                <a:ea typeface="+mn-ea"/>
                <a:cs typeface="+mn-cs"/>
              </a:rPr>
              <a:t>掉不同的隐藏神经元就类似在训练不同的网络，随机删掉一半隐藏神经元导致网络结构已经不同，整个</a:t>
            </a:r>
            <a:r>
              <a:rPr lang="en-US" altLang="zh-CN" sz="1200" b="0" i="0" kern="1200" dirty="0">
                <a:solidFill>
                  <a:schemeClr val="tx1"/>
                </a:solidFill>
                <a:effectLst/>
                <a:latin typeface="+mn-lt"/>
                <a:ea typeface="+mn-ea"/>
                <a:cs typeface="+mn-cs"/>
              </a:rPr>
              <a:t>dropout</a:t>
            </a:r>
            <a:r>
              <a:rPr lang="zh-CN" altLang="en-US" sz="1200" b="0" i="0" kern="1200" dirty="0">
                <a:solidFill>
                  <a:schemeClr val="tx1"/>
                </a:solidFill>
                <a:effectLst/>
                <a:latin typeface="+mn-lt"/>
                <a:ea typeface="+mn-ea"/>
                <a:cs typeface="+mn-cs"/>
              </a:rPr>
              <a:t>过程就相当于对很多个不同的神经网络取平均。而不同的网络产生不同的过拟合，一些互为“反向”的拟合相互抵消就可以达到整体上减少过拟合。</a:t>
            </a:r>
            <a:endParaRPr lang="en-CN" altLang="zh-CN" dirty="0"/>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15</a:t>
            </a:fld>
            <a:endParaRPr lang="zh-CN" altLang="en-US"/>
          </a:p>
        </p:txBody>
      </p:sp>
    </p:spTree>
    <p:extLst>
      <p:ext uri="{BB962C8B-B14F-4D97-AF65-F5344CB8AC3E}">
        <p14:creationId xmlns:p14="http://schemas.microsoft.com/office/powerpoint/2010/main" val="372684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22</a:t>
            </a:fld>
            <a:endParaRPr lang="zh-CN" altLang="en-US"/>
          </a:p>
        </p:txBody>
      </p:sp>
    </p:spTree>
    <p:extLst>
      <p:ext uri="{BB962C8B-B14F-4D97-AF65-F5344CB8AC3E}">
        <p14:creationId xmlns:p14="http://schemas.microsoft.com/office/powerpoint/2010/main" val="940797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28</a:t>
            </a:fld>
            <a:endParaRPr lang="zh-CN" altLang="en-US"/>
          </a:p>
        </p:txBody>
      </p:sp>
    </p:spTree>
    <p:extLst>
      <p:ext uri="{BB962C8B-B14F-4D97-AF65-F5344CB8AC3E}">
        <p14:creationId xmlns:p14="http://schemas.microsoft.com/office/powerpoint/2010/main" val="1701020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33</a:t>
            </a:fld>
            <a:endParaRPr lang="zh-CN" altLang="en-US"/>
          </a:p>
        </p:txBody>
      </p:sp>
    </p:spTree>
    <p:extLst>
      <p:ext uri="{BB962C8B-B14F-4D97-AF65-F5344CB8AC3E}">
        <p14:creationId xmlns:p14="http://schemas.microsoft.com/office/powerpoint/2010/main" val="6556731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35</a:t>
            </a:fld>
            <a:endParaRPr lang="zh-CN" altLang="en-US"/>
          </a:p>
        </p:txBody>
      </p:sp>
    </p:spTree>
    <p:extLst>
      <p:ext uri="{BB962C8B-B14F-4D97-AF65-F5344CB8AC3E}">
        <p14:creationId xmlns:p14="http://schemas.microsoft.com/office/powerpoint/2010/main" val="1825453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E285D5D6-4E3F-411C-8722-AE80321700F2}" type="slidenum">
              <a:rPr lang="zh-CN" altLang="en-US" smtClean="0"/>
              <a:t>39</a:t>
            </a:fld>
            <a:endParaRPr lang="zh-CN" altLang="en-US"/>
          </a:p>
        </p:txBody>
      </p:sp>
    </p:spTree>
    <p:extLst>
      <p:ext uri="{BB962C8B-B14F-4D97-AF65-F5344CB8AC3E}">
        <p14:creationId xmlns:p14="http://schemas.microsoft.com/office/powerpoint/2010/main" val="1274607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playground.tensorflow.org/#activation=relu&amp;batchSize=10&amp;dataset=circle&amp;regDataset=reg-plane&amp;learningRate=0.03&amp;regularizationRate=0&amp;noise=0&amp;networkShape=4,4&amp;seed=0.83154&amp;showTestData=false&amp;discretize=false&amp;percTrainData=50&amp;x=true&amp;y=true&amp;xTimesY=false&amp;xSquared=false&amp;ySquared=false&amp;cosX=false&amp;sinX=false&amp;cosY=false&amp;sinY=false&amp;collectStats=false&amp;problem=classification&amp;initZero=false&amp;hideText=false</a:t>
            </a:r>
          </a:p>
          <a:p>
            <a:endParaRPr lang="en-US" altLang="zh-CN" dirty="0"/>
          </a:p>
          <a:p>
            <a:endParaRPr lang="en-US" altLang="zh-CN" dirty="0"/>
          </a:p>
          <a:p>
            <a:r>
              <a:rPr lang="en-US" altLang="zh-CN" dirty="0" err="1"/>
              <a:t>圆形数据</a:t>
            </a:r>
            <a:r>
              <a:rPr lang="en-US" altLang="zh-CN" dirty="0"/>
              <a:t>--》sigmoid </a:t>
            </a:r>
            <a:r>
              <a:rPr lang="zh-CN" altLang="en-US" dirty="0"/>
              <a:t>与</a:t>
            </a:r>
            <a:r>
              <a:rPr lang="en-US" altLang="zh-CN" dirty="0" err="1"/>
              <a:t>ReLU</a:t>
            </a:r>
            <a:r>
              <a:rPr lang="zh-CN" altLang="en-US" dirty="0"/>
              <a:t>速度的对比，梯度消失问题的比较</a:t>
            </a:r>
            <a:r>
              <a:rPr lang="en-US" altLang="zh-CN" dirty="0"/>
              <a:t>【4</a:t>
            </a:r>
            <a:r>
              <a:rPr lang="zh-CN" altLang="en-US" dirty="0"/>
              <a:t>，</a:t>
            </a:r>
            <a:r>
              <a:rPr lang="en-US" altLang="zh-CN" dirty="0"/>
              <a:t>4</a:t>
            </a:r>
            <a:r>
              <a:rPr lang="zh-CN" altLang="en-US" dirty="0"/>
              <a:t>，</a:t>
            </a:r>
            <a:r>
              <a:rPr lang="en-US" altLang="zh-CN" dirty="0"/>
              <a:t>4】</a:t>
            </a:r>
            <a:r>
              <a:rPr lang="zh-CN" altLang="en-US" dirty="0"/>
              <a:t>出现梯度消失的情况 </a:t>
            </a:r>
            <a:r>
              <a:rPr lang="en-US" altLang="zh-CN" dirty="0"/>
              <a:t>【4</a:t>
            </a:r>
            <a:r>
              <a:rPr lang="zh-CN" altLang="en-US" dirty="0"/>
              <a:t>，</a:t>
            </a:r>
            <a:r>
              <a:rPr lang="en-US" altLang="zh-CN" dirty="0"/>
              <a:t>4】</a:t>
            </a:r>
            <a:r>
              <a:rPr lang="zh-CN" altLang="en-US" dirty="0"/>
              <a:t>可求解出结果</a:t>
            </a:r>
            <a:endParaRPr lang="en-CN" altLang="zh-CN" dirty="0"/>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46</a:t>
            </a:fld>
            <a:endParaRPr lang="zh-CN" altLang="en-US"/>
          </a:p>
        </p:txBody>
      </p:sp>
    </p:spTree>
    <p:extLst>
      <p:ext uri="{BB962C8B-B14F-4D97-AF65-F5344CB8AC3E}">
        <p14:creationId xmlns:p14="http://schemas.microsoft.com/office/powerpoint/2010/main" val="40544974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48</a:t>
            </a:fld>
            <a:endParaRPr lang="zh-CN" altLang="en-US"/>
          </a:p>
        </p:txBody>
      </p:sp>
    </p:spTree>
    <p:extLst>
      <p:ext uri="{BB962C8B-B14F-4D97-AF65-F5344CB8AC3E}">
        <p14:creationId xmlns:p14="http://schemas.microsoft.com/office/powerpoint/2010/main" val="7531683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53</a:t>
            </a:fld>
            <a:endParaRPr lang="zh-CN" altLang="en-US"/>
          </a:p>
        </p:txBody>
      </p:sp>
    </p:spTree>
    <p:extLst>
      <p:ext uri="{BB962C8B-B14F-4D97-AF65-F5344CB8AC3E}">
        <p14:creationId xmlns:p14="http://schemas.microsoft.com/office/powerpoint/2010/main" val="14163735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R="50800" lvl="0" rtl="0" fontAlgn="auto">
              <a:lnSpc>
                <a:spcPct val="150000"/>
              </a:lnSpc>
              <a:spcBef>
                <a:spcPts val="0"/>
              </a:spcBef>
              <a:spcAft>
                <a:spcPts val="0"/>
              </a:spcAft>
              <a:buFont typeface="Wingdings" pitchFamily="2" charset="2"/>
              <a:buChar char="q"/>
            </a:pPr>
            <a:r>
              <a:rPr lang="zh-CN" altLang="en-US" sz="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数据量少，但数据相似度非常高</a:t>
            </a:r>
            <a:r>
              <a:rPr lang="zh-CN" altLang="en-US"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en-US" altLang="zh-CN"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zh-CN" altLang="en-US"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这种情况下，一般修改</a:t>
            </a:r>
            <a:r>
              <a:rPr lang="zh-CN" altLang="en-US" sz="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最后几层或最终的</a:t>
            </a:r>
            <a:r>
              <a:rPr lang="en-US" altLang="zh-CN" sz="1200" dirty="0" err="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softmax</a:t>
            </a:r>
            <a:r>
              <a:rPr lang="zh-CN" altLang="en-US" sz="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图层</a:t>
            </a:r>
            <a:r>
              <a:rPr lang="zh-CN" altLang="en-US"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的输出类别。</a:t>
            </a:r>
          </a:p>
          <a:p>
            <a:pPr marR="50800" lvl="0" rtl="0" fontAlgn="auto">
              <a:lnSpc>
                <a:spcPct val="150000"/>
              </a:lnSpc>
              <a:spcBef>
                <a:spcPts val="0"/>
              </a:spcBef>
              <a:spcAft>
                <a:spcPts val="0"/>
              </a:spcAft>
              <a:buFont typeface="Wingdings" pitchFamily="2" charset="2"/>
              <a:buChar char="q"/>
            </a:pPr>
            <a:r>
              <a:rPr lang="zh-CN" altLang="en-US" sz="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数据量少，数据相似度低</a:t>
            </a:r>
            <a:r>
              <a:rPr lang="zh-CN" altLang="en-US"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en-US" altLang="zh-CN"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zh-CN" altLang="en-US"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在这种情况下，我们可以</a:t>
            </a:r>
            <a:r>
              <a:rPr lang="zh-CN" altLang="en-US" sz="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冻结预训练模型的初始层（比如</a:t>
            </a:r>
            <a:r>
              <a:rPr lang="en-US" altLang="zh-CN" sz="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k</a:t>
            </a:r>
            <a:r>
              <a:rPr lang="zh-CN" altLang="en-US" sz="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层），并再次训练剩余的（</a:t>
            </a:r>
            <a:r>
              <a:rPr lang="en-US" altLang="zh-CN" sz="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n-k</a:t>
            </a:r>
            <a:r>
              <a:rPr lang="zh-CN" altLang="en-US" sz="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）层</a:t>
            </a:r>
            <a:r>
              <a:rPr lang="zh-CN" altLang="en-US"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。由于新数据集的相似度较低，因此根据新数据集对较高层进行重新训练具有重要意义。</a:t>
            </a:r>
          </a:p>
          <a:p>
            <a:pPr marR="50800" lvl="0" rtl="0" fontAlgn="auto">
              <a:lnSpc>
                <a:spcPct val="150000"/>
              </a:lnSpc>
              <a:spcBef>
                <a:spcPts val="0"/>
              </a:spcBef>
              <a:spcAft>
                <a:spcPts val="0"/>
              </a:spcAft>
              <a:buFont typeface="Wingdings" pitchFamily="2" charset="2"/>
              <a:buChar char="q"/>
            </a:pPr>
            <a:r>
              <a:rPr lang="zh-CN" altLang="en-US" sz="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数据量大，数据相似度低</a:t>
            </a:r>
            <a:r>
              <a:rPr lang="zh-CN" altLang="en-US"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en-US" altLang="zh-CN"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zh-CN" altLang="en-US"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在这种情况下，由于我们有一个大的数据集，我们的神经网络训练将会很有效。但是，由于我们的数据与用于训练我们的预训练模型的数据相比有很大不同。使用预训练模型进行的预测不会有效。因此，最好根据你的数据</a:t>
            </a:r>
            <a:r>
              <a:rPr lang="zh-CN" altLang="en-US" sz="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从头开始训练神经网络（</a:t>
            </a:r>
            <a:r>
              <a:rPr lang="en-US" altLang="zh-CN" sz="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Training from </a:t>
            </a:r>
            <a:r>
              <a:rPr lang="en-US" altLang="zh-CN" sz="1200" dirty="0" err="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scatch</a:t>
            </a:r>
            <a:r>
              <a:rPr lang="zh-CN" altLang="en-US" sz="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r>
              <a:rPr lang="zh-CN" altLang="en-US"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p>
          <a:p>
            <a:pPr marR="50800" lvl="0" rtl="0" fontAlgn="auto">
              <a:lnSpc>
                <a:spcPct val="150000"/>
              </a:lnSpc>
              <a:spcBef>
                <a:spcPts val="0"/>
              </a:spcBef>
              <a:spcAft>
                <a:spcPts val="0"/>
              </a:spcAft>
              <a:buFont typeface="Wingdings" pitchFamily="2" charset="2"/>
              <a:buChar char="q"/>
            </a:pPr>
            <a:r>
              <a:rPr lang="zh-CN" altLang="en-US" sz="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数据量大，数据相似度高</a:t>
            </a:r>
            <a:r>
              <a:rPr lang="zh-CN" altLang="en-US"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en-US" altLang="zh-CN"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a:t>
            </a:r>
            <a:r>
              <a:rPr lang="zh-CN" altLang="en-US" sz="1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是理想情况。在此预训练模型应该是最有效的。使用模型的最好方法是保留模型的体系结构和模型的初始权重。然后，我们可以</a:t>
            </a:r>
            <a:r>
              <a:rPr lang="zh-CN" altLang="en-US" sz="1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使用在预先训练的模型中的权重来重新训练该模型。</a:t>
            </a:r>
          </a:p>
          <a:p>
            <a:pPr marL="0" lvl="0" indent="0" rtl="0">
              <a:lnSpc>
                <a:spcPct val="100000"/>
              </a:lnSpc>
              <a:spcBef>
                <a:spcPts val="0"/>
              </a:spcBef>
              <a:spcAft>
                <a:spcPts val="0"/>
              </a:spcAft>
              <a:buNone/>
            </a:pPr>
            <a:endParaRPr lang="zh-CN" altLang="en-US" sz="1200" dirty="0">
              <a:solidFill>
                <a:schemeClr val="accent1"/>
              </a:solidFill>
            </a:endParaRPr>
          </a:p>
          <a:p>
            <a:endParaRPr lang="zh-CN" altLang="en-US" dirty="0"/>
          </a:p>
        </p:txBody>
      </p:sp>
      <p:sp>
        <p:nvSpPr>
          <p:cNvPr id="4" name="灯片编号占位符 3"/>
          <p:cNvSpPr>
            <a:spLocks noGrp="1"/>
          </p:cNvSpPr>
          <p:nvPr>
            <p:ph type="sldNum" sz="quarter" idx="5"/>
          </p:nvPr>
        </p:nvSpPr>
        <p:spPr/>
        <p:txBody>
          <a:bodyPr/>
          <a:lstStyle/>
          <a:p>
            <a:fld id="{E285D5D6-4E3F-411C-8722-AE80321700F2}" type="slidenum">
              <a:rPr lang="zh-CN" altLang="en-US" smtClean="0"/>
              <a:t>55</a:t>
            </a:fld>
            <a:endParaRPr lang="zh-CN" altLang="en-US"/>
          </a:p>
        </p:txBody>
      </p:sp>
    </p:spTree>
    <p:extLst>
      <p:ext uri="{BB962C8B-B14F-4D97-AF65-F5344CB8AC3E}">
        <p14:creationId xmlns:p14="http://schemas.microsoft.com/office/powerpoint/2010/main" val="2634381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BCE08-4539-90D7-CF4C-1C451F9ECA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4F59C29-7CE9-850E-367E-DC13A6AF98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32F3DF-B9F6-2FB7-8231-E5A0558EF1E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005FA7C-CD48-B67C-850B-7E900CB7D386}"/>
              </a:ext>
            </a:extLst>
          </p:cNvPr>
          <p:cNvSpPr>
            <a:spLocks noGrp="1"/>
          </p:cNvSpPr>
          <p:nvPr>
            <p:ph type="sldNum" sz="quarter" idx="5"/>
          </p:nvPr>
        </p:nvSpPr>
        <p:spPr/>
        <p:txBody>
          <a:bodyPr/>
          <a:lstStyle/>
          <a:p>
            <a:fld id="{E285D5D6-4E3F-411C-8722-AE80321700F2}" type="slidenum">
              <a:rPr lang="zh-CN" altLang="en-US" smtClean="0"/>
              <a:t>59</a:t>
            </a:fld>
            <a:endParaRPr lang="zh-CN" altLang="en-US"/>
          </a:p>
        </p:txBody>
      </p:sp>
    </p:spTree>
    <p:extLst>
      <p:ext uri="{BB962C8B-B14F-4D97-AF65-F5344CB8AC3E}">
        <p14:creationId xmlns:p14="http://schemas.microsoft.com/office/powerpoint/2010/main" val="1911047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C6D58-B4E3-0DA3-03CA-FA94A782C4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D480E55-FFCA-B027-AE3E-08AC6CBFCAC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2BFB01C-9B54-AA28-361E-877BE05B4BC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FD0A399-0510-CDEF-95E3-BA14552D4041}"/>
              </a:ext>
            </a:extLst>
          </p:cNvPr>
          <p:cNvSpPr>
            <a:spLocks noGrp="1"/>
          </p:cNvSpPr>
          <p:nvPr>
            <p:ph type="sldNum" sz="quarter" idx="5"/>
          </p:nvPr>
        </p:nvSpPr>
        <p:spPr/>
        <p:txBody>
          <a:bodyPr/>
          <a:lstStyle/>
          <a:p>
            <a:fld id="{E285D5D6-4E3F-411C-8722-AE80321700F2}" type="slidenum">
              <a:rPr lang="zh-CN" altLang="en-US" smtClean="0"/>
              <a:t>60</a:t>
            </a:fld>
            <a:endParaRPr lang="zh-CN" altLang="en-US"/>
          </a:p>
        </p:txBody>
      </p:sp>
    </p:spTree>
    <p:extLst>
      <p:ext uri="{BB962C8B-B14F-4D97-AF65-F5344CB8AC3E}">
        <p14:creationId xmlns:p14="http://schemas.microsoft.com/office/powerpoint/2010/main" val="3640383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11" name="图片占位符 10">
            <a:extLst>
              <a:ext uri="{FF2B5EF4-FFF2-40B4-BE49-F238E27FC236}">
                <a16:creationId xmlns:a16="http://schemas.microsoft.com/office/drawing/2014/main" id="{73DD5BA4-EB39-4204-B78A-8A1CBA10FBE2}"/>
              </a:ext>
            </a:extLst>
          </p:cNvPr>
          <p:cNvSpPr>
            <a:spLocks noGrp="1"/>
          </p:cNvSpPr>
          <p:nvPr>
            <p:ph type="pic" sz="quarter" idx="10"/>
          </p:nvPr>
        </p:nvSpPr>
        <p:spPr>
          <a:xfrm>
            <a:off x="6772750" y="0"/>
            <a:ext cx="5419250" cy="6858000"/>
          </a:xfrm>
          <a:custGeom>
            <a:avLst/>
            <a:gdLst>
              <a:gd name="connsiteX0" fmla="*/ 3429000 w 5419250"/>
              <a:gd name="connsiteY0" fmla="*/ 0 h 6858000"/>
              <a:gd name="connsiteX1" fmla="*/ 5419250 w 5419250"/>
              <a:gd name="connsiteY1" fmla="*/ 0 h 6858000"/>
              <a:gd name="connsiteX2" fmla="*/ 5419250 w 5419250"/>
              <a:gd name="connsiteY2" fmla="*/ 6858000 h 6858000"/>
              <a:gd name="connsiteX3" fmla="*/ 3429000 w 5419250"/>
              <a:gd name="connsiteY3" fmla="*/ 6858000 h 6858000"/>
              <a:gd name="connsiteX4" fmla="*/ 0 w 5419250"/>
              <a:gd name="connsiteY4" fmla="*/ 3429000 h 6858000"/>
              <a:gd name="connsiteX5" fmla="*/ 3429000 w 541925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9250" h="6858000">
                <a:moveTo>
                  <a:pt x="3429000" y="0"/>
                </a:moveTo>
                <a:lnTo>
                  <a:pt x="5419250" y="0"/>
                </a:lnTo>
                <a:lnTo>
                  <a:pt x="5419250" y="6858000"/>
                </a:lnTo>
                <a:lnTo>
                  <a:pt x="3429000" y="6858000"/>
                </a:lnTo>
                <a:cubicBezTo>
                  <a:pt x="1535216" y="6858000"/>
                  <a:pt x="0" y="5322784"/>
                  <a:pt x="0" y="3429000"/>
                </a:cubicBezTo>
                <a:cubicBezTo>
                  <a:pt x="0" y="1535216"/>
                  <a:pt x="1535216" y="0"/>
                  <a:pt x="3429000" y="0"/>
                </a:cubicBezTo>
                <a:close/>
              </a:path>
            </a:pathLst>
          </a:custGeom>
          <a:ln w="31750">
            <a:noFill/>
          </a:ln>
        </p:spPr>
        <p:txBody>
          <a:bodyPr wrap="square">
            <a:noAutofit/>
          </a:bodyPr>
          <a:lstStyle/>
          <a:p>
            <a:endParaRPr lang="zh-CN" altLang="en-US"/>
          </a:p>
        </p:txBody>
      </p:sp>
      <p:grpSp>
        <p:nvGrpSpPr>
          <p:cNvPr id="2" name="组合 1">
            <a:extLst>
              <a:ext uri="{FF2B5EF4-FFF2-40B4-BE49-F238E27FC236}">
                <a16:creationId xmlns:a16="http://schemas.microsoft.com/office/drawing/2014/main" id="{9F84E10C-5835-44E0-9170-E090AE115F22}"/>
              </a:ext>
            </a:extLst>
          </p:cNvPr>
          <p:cNvGrpSpPr/>
          <p:nvPr userDrawn="1"/>
        </p:nvGrpSpPr>
        <p:grpSpPr>
          <a:xfrm>
            <a:off x="660400" y="478901"/>
            <a:ext cx="2073175" cy="454750"/>
            <a:chOff x="660400" y="478901"/>
            <a:chExt cx="2073175" cy="454750"/>
          </a:xfrm>
        </p:grpSpPr>
        <p:grpSp>
          <p:nvGrpSpPr>
            <p:cNvPr id="18" name="组合 17">
              <a:extLst>
                <a:ext uri="{FF2B5EF4-FFF2-40B4-BE49-F238E27FC236}">
                  <a16:creationId xmlns:a16="http://schemas.microsoft.com/office/drawing/2014/main" id="{011451AC-ED32-4E1D-B9AE-65AEE348573C}"/>
                </a:ext>
              </a:extLst>
            </p:cNvPr>
            <p:cNvGrpSpPr/>
            <p:nvPr/>
          </p:nvGrpSpPr>
          <p:grpSpPr>
            <a:xfrm>
              <a:off x="1398488" y="519026"/>
              <a:ext cx="1335087" cy="374499"/>
              <a:chOff x="10078451" y="394099"/>
              <a:chExt cx="1440449" cy="387474"/>
            </a:xfrm>
            <a:solidFill>
              <a:srgbClr val="E60012"/>
            </a:solidFill>
          </p:grpSpPr>
          <p:sp>
            <p:nvSpPr>
              <p:cNvPr id="83" name="ïṡľïďè">
                <a:extLst>
                  <a:ext uri="{FF2B5EF4-FFF2-40B4-BE49-F238E27FC236}">
                    <a16:creationId xmlns:a16="http://schemas.microsoft.com/office/drawing/2014/main" id="{C2A2D891-D994-4B2A-ADC5-752BB1D940BC}"/>
                  </a:ext>
                </a:extLst>
              </p:cNvPr>
              <p:cNvSpPr/>
              <p:nvPr/>
            </p:nvSpPr>
            <p:spPr bwMode="auto">
              <a:xfrm>
                <a:off x="10078451" y="394099"/>
                <a:ext cx="1433740" cy="292284"/>
              </a:xfrm>
              <a:custGeom>
                <a:avLst/>
                <a:gdLst>
                  <a:gd name="T0" fmla="*/ 523 w 6923"/>
                  <a:gd name="T1" fmla="*/ 1078 h 1409"/>
                  <a:gd name="T2" fmla="*/ 189 w 6923"/>
                  <a:gd name="T3" fmla="*/ 1075 h 1409"/>
                  <a:gd name="T4" fmla="*/ 2 w 6923"/>
                  <a:gd name="T5" fmla="*/ 889 h 1409"/>
                  <a:gd name="T6" fmla="*/ 314 w 6923"/>
                  <a:gd name="T7" fmla="*/ 691 h 1409"/>
                  <a:gd name="T8" fmla="*/ 452 w 6923"/>
                  <a:gd name="T9" fmla="*/ 544 h 1409"/>
                  <a:gd name="T10" fmla="*/ 258 w 6923"/>
                  <a:gd name="T11" fmla="*/ 328 h 1409"/>
                  <a:gd name="T12" fmla="*/ 826 w 6923"/>
                  <a:gd name="T13" fmla="*/ 103 h 1409"/>
                  <a:gd name="T14" fmla="*/ 928 w 6923"/>
                  <a:gd name="T15" fmla="*/ 462 h 1409"/>
                  <a:gd name="T16" fmla="*/ 667 w 6923"/>
                  <a:gd name="T17" fmla="*/ 985 h 1409"/>
                  <a:gd name="T18" fmla="*/ 6342 w 6923"/>
                  <a:gd name="T19" fmla="*/ 1286 h 1409"/>
                  <a:gd name="T20" fmla="*/ 6191 w 6923"/>
                  <a:gd name="T21" fmla="*/ 1050 h 1409"/>
                  <a:gd name="T22" fmla="*/ 6430 w 6923"/>
                  <a:gd name="T23" fmla="*/ 618 h 1409"/>
                  <a:gd name="T24" fmla="*/ 6546 w 6923"/>
                  <a:gd name="T25" fmla="*/ 448 h 1409"/>
                  <a:gd name="T26" fmla="*/ 6173 w 6923"/>
                  <a:gd name="T27" fmla="*/ 498 h 1409"/>
                  <a:gd name="T28" fmla="*/ 6004 w 6923"/>
                  <a:gd name="T29" fmla="*/ 161 h 1409"/>
                  <a:gd name="T30" fmla="*/ 6320 w 6923"/>
                  <a:gd name="T31" fmla="*/ 153 h 1409"/>
                  <a:gd name="T32" fmla="*/ 6898 w 6923"/>
                  <a:gd name="T33" fmla="*/ 189 h 1409"/>
                  <a:gd name="T34" fmla="*/ 6586 w 6923"/>
                  <a:gd name="T35" fmla="*/ 706 h 1409"/>
                  <a:gd name="T36" fmla="*/ 6514 w 6923"/>
                  <a:gd name="T37" fmla="*/ 1373 h 1409"/>
                  <a:gd name="T38" fmla="*/ 1226 w 6923"/>
                  <a:gd name="T39" fmla="*/ 755 h 1409"/>
                  <a:gd name="T40" fmla="*/ 1495 w 6923"/>
                  <a:gd name="T41" fmla="*/ 221 h 1409"/>
                  <a:gd name="T42" fmla="*/ 1999 w 6923"/>
                  <a:gd name="T43" fmla="*/ 410 h 1409"/>
                  <a:gd name="T44" fmla="*/ 1624 w 6923"/>
                  <a:gd name="T45" fmla="*/ 1343 h 1409"/>
                  <a:gd name="T46" fmla="*/ 2852 w 6923"/>
                  <a:gd name="T47" fmla="*/ 894 h 1409"/>
                  <a:gd name="T48" fmla="*/ 2884 w 6923"/>
                  <a:gd name="T49" fmla="*/ 724 h 1409"/>
                  <a:gd name="T50" fmla="*/ 3150 w 6923"/>
                  <a:gd name="T51" fmla="*/ 461 h 1409"/>
                  <a:gd name="T52" fmla="*/ 4799 w 6923"/>
                  <a:gd name="T53" fmla="*/ 1178 h 1409"/>
                  <a:gd name="T54" fmla="*/ 5174 w 6923"/>
                  <a:gd name="T55" fmla="*/ 690 h 1409"/>
                  <a:gd name="T56" fmla="*/ 5399 w 6923"/>
                  <a:gd name="T57" fmla="*/ 673 h 1409"/>
                  <a:gd name="T58" fmla="*/ 4800 w 6923"/>
                  <a:gd name="T59" fmla="*/ 1198 h 1409"/>
                  <a:gd name="T60" fmla="*/ 3740 w 6923"/>
                  <a:gd name="T61" fmla="*/ 709 h 1409"/>
                  <a:gd name="T62" fmla="*/ 3758 w 6923"/>
                  <a:gd name="T63" fmla="*/ 490 h 1409"/>
                  <a:gd name="T64" fmla="*/ 3959 w 6923"/>
                  <a:gd name="T65" fmla="*/ 248 h 1409"/>
                  <a:gd name="T66" fmla="*/ 4005 w 6923"/>
                  <a:gd name="T67" fmla="*/ 700 h 1409"/>
                  <a:gd name="T68" fmla="*/ 3979 w 6923"/>
                  <a:gd name="T69" fmla="*/ 517 h 1409"/>
                  <a:gd name="T70" fmla="*/ 4317 w 6923"/>
                  <a:gd name="T71" fmla="*/ 179 h 1409"/>
                  <a:gd name="T72" fmla="*/ 4287 w 6923"/>
                  <a:gd name="T73" fmla="*/ 341 h 1409"/>
                  <a:gd name="T74" fmla="*/ 4265 w 6923"/>
                  <a:gd name="T75" fmla="*/ 1056 h 1409"/>
                  <a:gd name="T76" fmla="*/ 5565 w 6923"/>
                  <a:gd name="T77" fmla="*/ 1137 h 1409"/>
                  <a:gd name="T78" fmla="*/ 5504 w 6923"/>
                  <a:gd name="T79" fmla="*/ 976 h 1409"/>
                  <a:gd name="T80" fmla="*/ 5472 w 6923"/>
                  <a:gd name="T81" fmla="*/ 940 h 1409"/>
                  <a:gd name="T82" fmla="*/ 5385 w 6923"/>
                  <a:gd name="T83" fmla="*/ 847 h 1409"/>
                  <a:gd name="T84" fmla="*/ 5325 w 6923"/>
                  <a:gd name="T85" fmla="*/ 796 h 1409"/>
                  <a:gd name="T86" fmla="*/ 5445 w 6923"/>
                  <a:gd name="T87" fmla="*/ 1109 h 1409"/>
                  <a:gd name="T88" fmla="*/ 2708 w 6923"/>
                  <a:gd name="T89" fmla="*/ 709 h 1409"/>
                  <a:gd name="T90" fmla="*/ 2565 w 6923"/>
                  <a:gd name="T91" fmla="*/ 422 h 1409"/>
                  <a:gd name="T92" fmla="*/ 2483 w 6923"/>
                  <a:gd name="T93" fmla="*/ 856 h 1409"/>
                  <a:gd name="T94" fmla="*/ 2525 w 6923"/>
                  <a:gd name="T95" fmla="*/ 1010 h 1409"/>
                  <a:gd name="T96" fmla="*/ 336 w 6923"/>
                  <a:gd name="T97" fmla="*/ 999 h 1409"/>
                  <a:gd name="T98" fmla="*/ 684 w 6923"/>
                  <a:gd name="T99" fmla="*/ 769 h 1409"/>
                  <a:gd name="T100" fmla="*/ 665 w 6923"/>
                  <a:gd name="T101" fmla="*/ 676 h 1409"/>
                  <a:gd name="T102" fmla="*/ 1654 w 6923"/>
                  <a:gd name="T103" fmla="*/ 672 h 1409"/>
                  <a:gd name="T104" fmla="*/ 2432 w 6923"/>
                  <a:gd name="T105" fmla="*/ 378 h 1409"/>
                  <a:gd name="T106" fmla="*/ 2390 w 6923"/>
                  <a:gd name="T107" fmla="*/ 368 h 1409"/>
                  <a:gd name="T108" fmla="*/ 767 w 6923"/>
                  <a:gd name="T109" fmla="*/ 280 h 1409"/>
                  <a:gd name="T110" fmla="*/ 767 w 6923"/>
                  <a:gd name="T111" fmla="*/ 272 h 1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923" h="1409">
                    <a:moveTo>
                      <a:pt x="568" y="1409"/>
                    </a:moveTo>
                    <a:cubicBezTo>
                      <a:pt x="563" y="1396"/>
                      <a:pt x="563" y="1396"/>
                      <a:pt x="542" y="1377"/>
                    </a:cubicBezTo>
                    <a:cubicBezTo>
                      <a:pt x="539" y="1337"/>
                      <a:pt x="536" y="1297"/>
                      <a:pt x="535" y="1258"/>
                    </a:cubicBezTo>
                    <a:cubicBezTo>
                      <a:pt x="531" y="1257"/>
                      <a:pt x="527" y="1257"/>
                      <a:pt x="523" y="1257"/>
                    </a:cubicBezTo>
                    <a:cubicBezTo>
                      <a:pt x="532" y="1192"/>
                      <a:pt x="529" y="1154"/>
                      <a:pt x="525" y="1101"/>
                    </a:cubicBezTo>
                    <a:cubicBezTo>
                      <a:pt x="536" y="1096"/>
                      <a:pt x="535" y="1080"/>
                      <a:pt x="535" y="1078"/>
                    </a:cubicBezTo>
                    <a:cubicBezTo>
                      <a:pt x="531" y="1078"/>
                      <a:pt x="527" y="1078"/>
                      <a:pt x="523" y="1078"/>
                    </a:cubicBezTo>
                    <a:cubicBezTo>
                      <a:pt x="523" y="1071"/>
                      <a:pt x="524" y="1064"/>
                      <a:pt x="525" y="1058"/>
                    </a:cubicBezTo>
                    <a:cubicBezTo>
                      <a:pt x="528" y="1057"/>
                      <a:pt x="531" y="1056"/>
                      <a:pt x="534" y="1054"/>
                    </a:cubicBezTo>
                    <a:cubicBezTo>
                      <a:pt x="534" y="1046"/>
                      <a:pt x="534" y="1039"/>
                      <a:pt x="535" y="1032"/>
                    </a:cubicBezTo>
                    <a:cubicBezTo>
                      <a:pt x="462" y="1040"/>
                      <a:pt x="386" y="1079"/>
                      <a:pt x="325" y="1097"/>
                    </a:cubicBezTo>
                    <a:cubicBezTo>
                      <a:pt x="325" y="1101"/>
                      <a:pt x="325" y="1105"/>
                      <a:pt x="325" y="1109"/>
                    </a:cubicBezTo>
                    <a:cubicBezTo>
                      <a:pt x="260" y="1114"/>
                      <a:pt x="237" y="1129"/>
                      <a:pt x="189" y="1103"/>
                    </a:cubicBezTo>
                    <a:cubicBezTo>
                      <a:pt x="189" y="1093"/>
                      <a:pt x="189" y="1083"/>
                      <a:pt x="189" y="1075"/>
                    </a:cubicBezTo>
                    <a:cubicBezTo>
                      <a:pt x="266" y="1003"/>
                      <a:pt x="391" y="889"/>
                      <a:pt x="494" y="869"/>
                    </a:cubicBezTo>
                    <a:cubicBezTo>
                      <a:pt x="532" y="838"/>
                      <a:pt x="531" y="827"/>
                      <a:pt x="534" y="787"/>
                    </a:cubicBezTo>
                    <a:cubicBezTo>
                      <a:pt x="456" y="787"/>
                      <a:pt x="393" y="839"/>
                      <a:pt x="325" y="857"/>
                    </a:cubicBezTo>
                    <a:cubicBezTo>
                      <a:pt x="303" y="902"/>
                      <a:pt x="158" y="938"/>
                      <a:pt x="110" y="945"/>
                    </a:cubicBezTo>
                    <a:cubicBezTo>
                      <a:pt x="93" y="938"/>
                      <a:pt x="77" y="931"/>
                      <a:pt x="60" y="926"/>
                    </a:cubicBezTo>
                    <a:cubicBezTo>
                      <a:pt x="59" y="923"/>
                      <a:pt x="58" y="920"/>
                      <a:pt x="56" y="918"/>
                    </a:cubicBezTo>
                    <a:cubicBezTo>
                      <a:pt x="24" y="911"/>
                      <a:pt x="18" y="898"/>
                      <a:pt x="2" y="889"/>
                    </a:cubicBezTo>
                    <a:cubicBezTo>
                      <a:pt x="1" y="875"/>
                      <a:pt x="1" y="861"/>
                      <a:pt x="0" y="847"/>
                    </a:cubicBezTo>
                    <a:cubicBezTo>
                      <a:pt x="178" y="817"/>
                      <a:pt x="187" y="811"/>
                      <a:pt x="222" y="809"/>
                    </a:cubicBezTo>
                    <a:cubicBezTo>
                      <a:pt x="222" y="804"/>
                      <a:pt x="222" y="800"/>
                      <a:pt x="223" y="796"/>
                    </a:cubicBezTo>
                    <a:cubicBezTo>
                      <a:pt x="296" y="804"/>
                      <a:pt x="436" y="745"/>
                      <a:pt x="517" y="726"/>
                    </a:cubicBezTo>
                    <a:cubicBezTo>
                      <a:pt x="524" y="647"/>
                      <a:pt x="524" y="647"/>
                      <a:pt x="521" y="632"/>
                    </a:cubicBezTo>
                    <a:cubicBezTo>
                      <a:pt x="465" y="643"/>
                      <a:pt x="455" y="658"/>
                      <a:pt x="426" y="705"/>
                    </a:cubicBezTo>
                    <a:cubicBezTo>
                      <a:pt x="354" y="746"/>
                      <a:pt x="367" y="744"/>
                      <a:pt x="314" y="691"/>
                    </a:cubicBezTo>
                    <a:cubicBezTo>
                      <a:pt x="309" y="690"/>
                      <a:pt x="303" y="689"/>
                      <a:pt x="299" y="687"/>
                    </a:cubicBezTo>
                    <a:cubicBezTo>
                      <a:pt x="299" y="660"/>
                      <a:pt x="255" y="661"/>
                      <a:pt x="262" y="637"/>
                    </a:cubicBezTo>
                    <a:cubicBezTo>
                      <a:pt x="273" y="632"/>
                      <a:pt x="273" y="632"/>
                      <a:pt x="296" y="629"/>
                    </a:cubicBezTo>
                    <a:cubicBezTo>
                      <a:pt x="317" y="577"/>
                      <a:pt x="271" y="515"/>
                      <a:pt x="278" y="472"/>
                    </a:cubicBezTo>
                    <a:cubicBezTo>
                      <a:pt x="322" y="472"/>
                      <a:pt x="372" y="523"/>
                      <a:pt x="416" y="567"/>
                    </a:cubicBezTo>
                    <a:cubicBezTo>
                      <a:pt x="425" y="566"/>
                      <a:pt x="433" y="564"/>
                      <a:pt x="441" y="564"/>
                    </a:cubicBezTo>
                    <a:cubicBezTo>
                      <a:pt x="444" y="557"/>
                      <a:pt x="448" y="551"/>
                      <a:pt x="452" y="544"/>
                    </a:cubicBezTo>
                    <a:cubicBezTo>
                      <a:pt x="460" y="542"/>
                      <a:pt x="469" y="541"/>
                      <a:pt x="477" y="541"/>
                    </a:cubicBezTo>
                    <a:cubicBezTo>
                      <a:pt x="488" y="557"/>
                      <a:pt x="495" y="564"/>
                      <a:pt x="521" y="570"/>
                    </a:cubicBezTo>
                    <a:cubicBezTo>
                      <a:pt x="518" y="528"/>
                      <a:pt x="517" y="488"/>
                      <a:pt x="516" y="448"/>
                    </a:cubicBezTo>
                    <a:cubicBezTo>
                      <a:pt x="549" y="426"/>
                      <a:pt x="549" y="440"/>
                      <a:pt x="592" y="448"/>
                    </a:cubicBezTo>
                    <a:cubicBezTo>
                      <a:pt x="603" y="428"/>
                      <a:pt x="614" y="408"/>
                      <a:pt x="626" y="389"/>
                    </a:cubicBezTo>
                    <a:cubicBezTo>
                      <a:pt x="615" y="348"/>
                      <a:pt x="387" y="428"/>
                      <a:pt x="375" y="430"/>
                    </a:cubicBezTo>
                    <a:cubicBezTo>
                      <a:pt x="293" y="430"/>
                      <a:pt x="265" y="397"/>
                      <a:pt x="258" y="328"/>
                    </a:cubicBezTo>
                    <a:cubicBezTo>
                      <a:pt x="310" y="302"/>
                      <a:pt x="571" y="341"/>
                      <a:pt x="581" y="302"/>
                    </a:cubicBezTo>
                    <a:cubicBezTo>
                      <a:pt x="542" y="264"/>
                      <a:pt x="527" y="225"/>
                      <a:pt x="510" y="190"/>
                    </a:cubicBezTo>
                    <a:cubicBezTo>
                      <a:pt x="474" y="143"/>
                      <a:pt x="443" y="115"/>
                      <a:pt x="449" y="69"/>
                    </a:cubicBezTo>
                    <a:cubicBezTo>
                      <a:pt x="500" y="61"/>
                      <a:pt x="593" y="95"/>
                      <a:pt x="616" y="155"/>
                    </a:cubicBezTo>
                    <a:cubicBezTo>
                      <a:pt x="603" y="287"/>
                      <a:pt x="598" y="290"/>
                      <a:pt x="597" y="306"/>
                    </a:cubicBezTo>
                    <a:cubicBezTo>
                      <a:pt x="690" y="306"/>
                      <a:pt x="663" y="286"/>
                      <a:pt x="713" y="207"/>
                    </a:cubicBezTo>
                    <a:cubicBezTo>
                      <a:pt x="721" y="152"/>
                      <a:pt x="761" y="72"/>
                      <a:pt x="826" y="103"/>
                    </a:cubicBezTo>
                    <a:cubicBezTo>
                      <a:pt x="869" y="170"/>
                      <a:pt x="961" y="189"/>
                      <a:pt x="879" y="295"/>
                    </a:cubicBezTo>
                    <a:cubicBezTo>
                      <a:pt x="812" y="323"/>
                      <a:pt x="768" y="348"/>
                      <a:pt x="703" y="360"/>
                    </a:cubicBezTo>
                    <a:cubicBezTo>
                      <a:pt x="677" y="384"/>
                      <a:pt x="630" y="433"/>
                      <a:pt x="625" y="473"/>
                    </a:cubicBezTo>
                    <a:cubicBezTo>
                      <a:pt x="690" y="491"/>
                      <a:pt x="652" y="562"/>
                      <a:pt x="765" y="477"/>
                    </a:cubicBezTo>
                    <a:cubicBezTo>
                      <a:pt x="770" y="442"/>
                      <a:pt x="786" y="378"/>
                      <a:pt x="803" y="362"/>
                    </a:cubicBezTo>
                    <a:cubicBezTo>
                      <a:pt x="822" y="367"/>
                      <a:pt x="847" y="374"/>
                      <a:pt x="863" y="408"/>
                    </a:cubicBezTo>
                    <a:cubicBezTo>
                      <a:pt x="884" y="415"/>
                      <a:pt x="919" y="419"/>
                      <a:pt x="928" y="462"/>
                    </a:cubicBezTo>
                    <a:cubicBezTo>
                      <a:pt x="908" y="488"/>
                      <a:pt x="855" y="516"/>
                      <a:pt x="828" y="530"/>
                    </a:cubicBezTo>
                    <a:cubicBezTo>
                      <a:pt x="807" y="557"/>
                      <a:pt x="787" y="585"/>
                      <a:pt x="768" y="614"/>
                    </a:cubicBezTo>
                    <a:cubicBezTo>
                      <a:pt x="771" y="618"/>
                      <a:pt x="775" y="624"/>
                      <a:pt x="779" y="629"/>
                    </a:cubicBezTo>
                    <a:cubicBezTo>
                      <a:pt x="855" y="589"/>
                      <a:pt x="1017" y="466"/>
                      <a:pt x="1017" y="651"/>
                    </a:cubicBezTo>
                    <a:cubicBezTo>
                      <a:pt x="964" y="669"/>
                      <a:pt x="735" y="767"/>
                      <a:pt x="727" y="788"/>
                    </a:cubicBezTo>
                    <a:cubicBezTo>
                      <a:pt x="742" y="818"/>
                      <a:pt x="814" y="847"/>
                      <a:pt x="861" y="887"/>
                    </a:cubicBezTo>
                    <a:cubicBezTo>
                      <a:pt x="823" y="951"/>
                      <a:pt x="724" y="945"/>
                      <a:pt x="667" y="985"/>
                    </a:cubicBezTo>
                    <a:cubicBezTo>
                      <a:pt x="663" y="1018"/>
                      <a:pt x="661" y="1051"/>
                      <a:pt x="658" y="1086"/>
                    </a:cubicBezTo>
                    <a:cubicBezTo>
                      <a:pt x="659" y="1176"/>
                      <a:pt x="677" y="1355"/>
                      <a:pt x="568" y="1409"/>
                    </a:cubicBezTo>
                    <a:close/>
                    <a:moveTo>
                      <a:pt x="6475" y="1395"/>
                    </a:moveTo>
                    <a:cubicBezTo>
                      <a:pt x="6442" y="1362"/>
                      <a:pt x="6355" y="1372"/>
                      <a:pt x="6332" y="1336"/>
                    </a:cubicBezTo>
                    <a:cubicBezTo>
                      <a:pt x="6292" y="1334"/>
                      <a:pt x="6251" y="1311"/>
                      <a:pt x="6223" y="1308"/>
                    </a:cubicBezTo>
                    <a:cubicBezTo>
                      <a:pt x="6224" y="1303"/>
                      <a:pt x="6226" y="1297"/>
                      <a:pt x="6228" y="1292"/>
                    </a:cubicBezTo>
                    <a:cubicBezTo>
                      <a:pt x="6266" y="1289"/>
                      <a:pt x="6303" y="1287"/>
                      <a:pt x="6342" y="1286"/>
                    </a:cubicBezTo>
                    <a:cubicBezTo>
                      <a:pt x="6348" y="1272"/>
                      <a:pt x="6395" y="1285"/>
                      <a:pt x="6417" y="1247"/>
                    </a:cubicBezTo>
                    <a:cubicBezTo>
                      <a:pt x="6419" y="1218"/>
                      <a:pt x="6420" y="1189"/>
                      <a:pt x="6423" y="1160"/>
                    </a:cubicBezTo>
                    <a:cubicBezTo>
                      <a:pt x="6424" y="1158"/>
                      <a:pt x="6427" y="1156"/>
                      <a:pt x="6430" y="1155"/>
                    </a:cubicBezTo>
                    <a:cubicBezTo>
                      <a:pt x="6427" y="1154"/>
                      <a:pt x="6424" y="1152"/>
                      <a:pt x="6423" y="1151"/>
                    </a:cubicBezTo>
                    <a:cubicBezTo>
                      <a:pt x="6423" y="1075"/>
                      <a:pt x="6437" y="930"/>
                      <a:pt x="6415" y="872"/>
                    </a:cubicBezTo>
                    <a:cubicBezTo>
                      <a:pt x="6360" y="872"/>
                      <a:pt x="6212" y="1016"/>
                      <a:pt x="6204" y="1050"/>
                    </a:cubicBezTo>
                    <a:cubicBezTo>
                      <a:pt x="6199" y="1050"/>
                      <a:pt x="6195" y="1050"/>
                      <a:pt x="6191" y="1050"/>
                    </a:cubicBezTo>
                    <a:cubicBezTo>
                      <a:pt x="6142" y="1114"/>
                      <a:pt x="6142" y="1114"/>
                      <a:pt x="6118" y="1134"/>
                    </a:cubicBezTo>
                    <a:cubicBezTo>
                      <a:pt x="6039" y="1163"/>
                      <a:pt x="5925" y="1087"/>
                      <a:pt x="5917" y="1036"/>
                    </a:cubicBezTo>
                    <a:cubicBezTo>
                      <a:pt x="5926" y="1028"/>
                      <a:pt x="5926" y="1028"/>
                      <a:pt x="6010" y="1000"/>
                    </a:cubicBezTo>
                    <a:cubicBezTo>
                      <a:pt x="6066" y="971"/>
                      <a:pt x="6193" y="883"/>
                      <a:pt x="6263" y="869"/>
                    </a:cubicBezTo>
                    <a:cubicBezTo>
                      <a:pt x="6263" y="849"/>
                      <a:pt x="6427" y="781"/>
                      <a:pt x="6459" y="745"/>
                    </a:cubicBezTo>
                    <a:cubicBezTo>
                      <a:pt x="6482" y="700"/>
                      <a:pt x="6518" y="639"/>
                      <a:pt x="6518" y="597"/>
                    </a:cubicBezTo>
                    <a:cubicBezTo>
                      <a:pt x="6496" y="580"/>
                      <a:pt x="6445" y="613"/>
                      <a:pt x="6430" y="618"/>
                    </a:cubicBezTo>
                    <a:cubicBezTo>
                      <a:pt x="6430" y="622"/>
                      <a:pt x="6430" y="626"/>
                      <a:pt x="6430" y="631"/>
                    </a:cubicBezTo>
                    <a:cubicBezTo>
                      <a:pt x="6361" y="651"/>
                      <a:pt x="6259" y="758"/>
                      <a:pt x="6186" y="700"/>
                    </a:cubicBezTo>
                    <a:cubicBezTo>
                      <a:pt x="6186" y="693"/>
                      <a:pt x="6186" y="686"/>
                      <a:pt x="6187" y="679"/>
                    </a:cubicBezTo>
                    <a:cubicBezTo>
                      <a:pt x="6429" y="567"/>
                      <a:pt x="6452" y="551"/>
                      <a:pt x="6547" y="509"/>
                    </a:cubicBezTo>
                    <a:cubicBezTo>
                      <a:pt x="6618" y="439"/>
                      <a:pt x="6693" y="313"/>
                      <a:pt x="6709" y="222"/>
                    </a:cubicBezTo>
                    <a:cubicBezTo>
                      <a:pt x="6673" y="186"/>
                      <a:pt x="6525" y="243"/>
                      <a:pt x="6522" y="288"/>
                    </a:cubicBezTo>
                    <a:cubicBezTo>
                      <a:pt x="6567" y="333"/>
                      <a:pt x="6558" y="390"/>
                      <a:pt x="6546" y="448"/>
                    </a:cubicBezTo>
                    <a:cubicBezTo>
                      <a:pt x="6473" y="522"/>
                      <a:pt x="6426" y="516"/>
                      <a:pt x="6347" y="479"/>
                    </a:cubicBezTo>
                    <a:cubicBezTo>
                      <a:pt x="6347" y="442"/>
                      <a:pt x="6347" y="404"/>
                      <a:pt x="6347" y="367"/>
                    </a:cubicBezTo>
                    <a:cubicBezTo>
                      <a:pt x="6380" y="308"/>
                      <a:pt x="6380" y="308"/>
                      <a:pt x="6382" y="295"/>
                    </a:cubicBezTo>
                    <a:cubicBezTo>
                      <a:pt x="6326" y="288"/>
                      <a:pt x="6300" y="326"/>
                      <a:pt x="6264" y="350"/>
                    </a:cubicBezTo>
                    <a:cubicBezTo>
                      <a:pt x="6256" y="402"/>
                      <a:pt x="6307" y="457"/>
                      <a:pt x="6307" y="531"/>
                    </a:cubicBezTo>
                    <a:cubicBezTo>
                      <a:pt x="6273" y="580"/>
                      <a:pt x="6209" y="522"/>
                      <a:pt x="6202" y="498"/>
                    </a:cubicBezTo>
                    <a:cubicBezTo>
                      <a:pt x="6193" y="498"/>
                      <a:pt x="6183" y="498"/>
                      <a:pt x="6173" y="498"/>
                    </a:cubicBezTo>
                    <a:cubicBezTo>
                      <a:pt x="6173" y="530"/>
                      <a:pt x="6179" y="560"/>
                      <a:pt x="6172" y="599"/>
                    </a:cubicBezTo>
                    <a:cubicBezTo>
                      <a:pt x="6148" y="596"/>
                      <a:pt x="6136" y="589"/>
                      <a:pt x="6128" y="581"/>
                    </a:cubicBezTo>
                    <a:cubicBezTo>
                      <a:pt x="6096" y="509"/>
                      <a:pt x="6064" y="439"/>
                      <a:pt x="6032" y="368"/>
                    </a:cubicBezTo>
                    <a:cubicBezTo>
                      <a:pt x="5998" y="346"/>
                      <a:pt x="5994" y="326"/>
                      <a:pt x="5994" y="301"/>
                    </a:cubicBezTo>
                    <a:cubicBezTo>
                      <a:pt x="6048" y="301"/>
                      <a:pt x="6092" y="333"/>
                      <a:pt x="6130" y="388"/>
                    </a:cubicBezTo>
                    <a:cubicBezTo>
                      <a:pt x="6137" y="388"/>
                      <a:pt x="6144" y="389"/>
                      <a:pt x="6153" y="390"/>
                    </a:cubicBezTo>
                    <a:cubicBezTo>
                      <a:pt x="6136" y="295"/>
                      <a:pt x="6063" y="212"/>
                      <a:pt x="6004" y="161"/>
                    </a:cubicBezTo>
                    <a:cubicBezTo>
                      <a:pt x="6002" y="156"/>
                      <a:pt x="6002" y="152"/>
                      <a:pt x="6002" y="148"/>
                    </a:cubicBezTo>
                    <a:cubicBezTo>
                      <a:pt x="6005" y="142"/>
                      <a:pt x="6009" y="138"/>
                      <a:pt x="6013" y="134"/>
                    </a:cubicBezTo>
                    <a:cubicBezTo>
                      <a:pt x="6078" y="134"/>
                      <a:pt x="6159" y="207"/>
                      <a:pt x="6197" y="279"/>
                    </a:cubicBezTo>
                    <a:cubicBezTo>
                      <a:pt x="6219" y="301"/>
                      <a:pt x="6202" y="309"/>
                      <a:pt x="6249" y="315"/>
                    </a:cubicBezTo>
                    <a:cubicBezTo>
                      <a:pt x="6284" y="295"/>
                      <a:pt x="6307" y="279"/>
                      <a:pt x="6313" y="239"/>
                    </a:cubicBezTo>
                    <a:cubicBezTo>
                      <a:pt x="6278" y="197"/>
                      <a:pt x="6239" y="197"/>
                      <a:pt x="6245" y="155"/>
                    </a:cubicBezTo>
                    <a:cubicBezTo>
                      <a:pt x="6270" y="153"/>
                      <a:pt x="6295" y="153"/>
                      <a:pt x="6320" y="153"/>
                    </a:cubicBezTo>
                    <a:cubicBezTo>
                      <a:pt x="6329" y="163"/>
                      <a:pt x="6372" y="160"/>
                      <a:pt x="6390" y="146"/>
                    </a:cubicBezTo>
                    <a:cubicBezTo>
                      <a:pt x="6408" y="98"/>
                      <a:pt x="6409" y="69"/>
                      <a:pt x="6431" y="34"/>
                    </a:cubicBezTo>
                    <a:cubicBezTo>
                      <a:pt x="6482" y="44"/>
                      <a:pt x="6546" y="70"/>
                      <a:pt x="6546" y="143"/>
                    </a:cubicBezTo>
                    <a:cubicBezTo>
                      <a:pt x="6521" y="175"/>
                      <a:pt x="6491" y="199"/>
                      <a:pt x="6482" y="212"/>
                    </a:cubicBezTo>
                    <a:cubicBezTo>
                      <a:pt x="6484" y="217"/>
                      <a:pt x="6486" y="222"/>
                      <a:pt x="6489" y="228"/>
                    </a:cubicBezTo>
                    <a:cubicBezTo>
                      <a:pt x="6513" y="228"/>
                      <a:pt x="6522" y="212"/>
                      <a:pt x="6535" y="199"/>
                    </a:cubicBezTo>
                    <a:cubicBezTo>
                      <a:pt x="6641" y="146"/>
                      <a:pt x="6814" y="0"/>
                      <a:pt x="6898" y="189"/>
                    </a:cubicBezTo>
                    <a:cubicBezTo>
                      <a:pt x="6902" y="225"/>
                      <a:pt x="6923" y="246"/>
                      <a:pt x="6883" y="291"/>
                    </a:cubicBezTo>
                    <a:cubicBezTo>
                      <a:pt x="6801" y="334"/>
                      <a:pt x="6677" y="375"/>
                      <a:pt x="6642" y="464"/>
                    </a:cubicBezTo>
                    <a:cubicBezTo>
                      <a:pt x="6667" y="497"/>
                      <a:pt x="6762" y="524"/>
                      <a:pt x="6703" y="584"/>
                    </a:cubicBezTo>
                    <a:cubicBezTo>
                      <a:pt x="6685" y="595"/>
                      <a:pt x="6667" y="606"/>
                      <a:pt x="6651" y="618"/>
                    </a:cubicBezTo>
                    <a:cubicBezTo>
                      <a:pt x="6651" y="622"/>
                      <a:pt x="6651" y="626"/>
                      <a:pt x="6651" y="631"/>
                    </a:cubicBezTo>
                    <a:cubicBezTo>
                      <a:pt x="6619" y="631"/>
                      <a:pt x="6587" y="665"/>
                      <a:pt x="6575" y="691"/>
                    </a:cubicBezTo>
                    <a:cubicBezTo>
                      <a:pt x="6578" y="695"/>
                      <a:pt x="6582" y="701"/>
                      <a:pt x="6586" y="706"/>
                    </a:cubicBezTo>
                    <a:cubicBezTo>
                      <a:pt x="6648" y="700"/>
                      <a:pt x="6756" y="705"/>
                      <a:pt x="6767" y="793"/>
                    </a:cubicBezTo>
                    <a:cubicBezTo>
                      <a:pt x="6729" y="825"/>
                      <a:pt x="6688" y="839"/>
                      <a:pt x="6642" y="857"/>
                    </a:cubicBezTo>
                    <a:cubicBezTo>
                      <a:pt x="6636" y="871"/>
                      <a:pt x="6609" y="882"/>
                      <a:pt x="6601" y="879"/>
                    </a:cubicBezTo>
                    <a:cubicBezTo>
                      <a:pt x="6601" y="843"/>
                      <a:pt x="6593" y="809"/>
                      <a:pt x="6589" y="788"/>
                    </a:cubicBezTo>
                    <a:cubicBezTo>
                      <a:pt x="6546" y="788"/>
                      <a:pt x="6547" y="791"/>
                      <a:pt x="6522" y="811"/>
                    </a:cubicBezTo>
                    <a:cubicBezTo>
                      <a:pt x="6522" y="909"/>
                      <a:pt x="6522" y="1009"/>
                      <a:pt x="6524" y="1108"/>
                    </a:cubicBezTo>
                    <a:cubicBezTo>
                      <a:pt x="6528" y="1169"/>
                      <a:pt x="6558" y="1314"/>
                      <a:pt x="6514" y="1373"/>
                    </a:cubicBezTo>
                    <a:cubicBezTo>
                      <a:pt x="6481" y="1387"/>
                      <a:pt x="6481" y="1387"/>
                      <a:pt x="6475" y="1395"/>
                    </a:cubicBezTo>
                    <a:close/>
                    <a:moveTo>
                      <a:pt x="1585" y="1350"/>
                    </a:moveTo>
                    <a:cubicBezTo>
                      <a:pt x="1575" y="1321"/>
                      <a:pt x="1523" y="1261"/>
                      <a:pt x="1523" y="1261"/>
                    </a:cubicBezTo>
                    <a:cubicBezTo>
                      <a:pt x="1516" y="1205"/>
                      <a:pt x="1506" y="1107"/>
                      <a:pt x="1531" y="1068"/>
                    </a:cubicBezTo>
                    <a:cubicBezTo>
                      <a:pt x="1541" y="925"/>
                      <a:pt x="1541" y="787"/>
                      <a:pt x="1542" y="650"/>
                    </a:cubicBezTo>
                    <a:cubicBezTo>
                      <a:pt x="1502" y="650"/>
                      <a:pt x="1415" y="771"/>
                      <a:pt x="1393" y="802"/>
                    </a:cubicBezTo>
                    <a:cubicBezTo>
                      <a:pt x="1357" y="879"/>
                      <a:pt x="1244" y="798"/>
                      <a:pt x="1226" y="755"/>
                    </a:cubicBezTo>
                    <a:cubicBezTo>
                      <a:pt x="1226" y="669"/>
                      <a:pt x="1273" y="555"/>
                      <a:pt x="1308" y="490"/>
                    </a:cubicBezTo>
                    <a:cubicBezTo>
                      <a:pt x="1313" y="490"/>
                      <a:pt x="1319" y="490"/>
                      <a:pt x="1326" y="490"/>
                    </a:cubicBezTo>
                    <a:cubicBezTo>
                      <a:pt x="1328" y="504"/>
                      <a:pt x="1348" y="522"/>
                      <a:pt x="1360" y="548"/>
                    </a:cubicBezTo>
                    <a:cubicBezTo>
                      <a:pt x="1371" y="584"/>
                      <a:pt x="1382" y="620"/>
                      <a:pt x="1393" y="657"/>
                    </a:cubicBezTo>
                    <a:cubicBezTo>
                      <a:pt x="1468" y="657"/>
                      <a:pt x="1477" y="574"/>
                      <a:pt x="1542" y="556"/>
                    </a:cubicBezTo>
                    <a:cubicBezTo>
                      <a:pt x="1566" y="458"/>
                      <a:pt x="1534" y="349"/>
                      <a:pt x="1498" y="272"/>
                    </a:cubicBezTo>
                    <a:cubicBezTo>
                      <a:pt x="1497" y="254"/>
                      <a:pt x="1495" y="237"/>
                      <a:pt x="1495" y="221"/>
                    </a:cubicBezTo>
                    <a:cubicBezTo>
                      <a:pt x="1559" y="150"/>
                      <a:pt x="1589" y="138"/>
                      <a:pt x="1675" y="224"/>
                    </a:cubicBezTo>
                    <a:cubicBezTo>
                      <a:pt x="1675" y="291"/>
                      <a:pt x="1664" y="360"/>
                      <a:pt x="1668" y="439"/>
                    </a:cubicBezTo>
                    <a:cubicBezTo>
                      <a:pt x="1709" y="439"/>
                      <a:pt x="1787" y="350"/>
                      <a:pt x="1842" y="339"/>
                    </a:cubicBezTo>
                    <a:cubicBezTo>
                      <a:pt x="1868" y="298"/>
                      <a:pt x="1966" y="298"/>
                      <a:pt x="2010" y="338"/>
                    </a:cubicBezTo>
                    <a:cubicBezTo>
                      <a:pt x="2010" y="356"/>
                      <a:pt x="2011" y="374"/>
                      <a:pt x="2013" y="392"/>
                    </a:cubicBezTo>
                    <a:cubicBezTo>
                      <a:pt x="2009" y="392"/>
                      <a:pt x="2005" y="392"/>
                      <a:pt x="2000" y="392"/>
                    </a:cubicBezTo>
                    <a:cubicBezTo>
                      <a:pt x="1999" y="397"/>
                      <a:pt x="1999" y="403"/>
                      <a:pt x="1999" y="410"/>
                    </a:cubicBezTo>
                    <a:cubicBezTo>
                      <a:pt x="1907" y="450"/>
                      <a:pt x="1821" y="487"/>
                      <a:pt x="1811" y="597"/>
                    </a:cubicBezTo>
                    <a:cubicBezTo>
                      <a:pt x="1838" y="614"/>
                      <a:pt x="1838" y="614"/>
                      <a:pt x="1851" y="617"/>
                    </a:cubicBezTo>
                    <a:cubicBezTo>
                      <a:pt x="1851" y="626"/>
                      <a:pt x="1850" y="628"/>
                      <a:pt x="1867" y="640"/>
                    </a:cubicBezTo>
                    <a:cubicBezTo>
                      <a:pt x="1867" y="697"/>
                      <a:pt x="1708" y="749"/>
                      <a:pt x="1655" y="752"/>
                    </a:cubicBezTo>
                    <a:cubicBezTo>
                      <a:pt x="1624" y="784"/>
                      <a:pt x="1640" y="926"/>
                      <a:pt x="1647" y="995"/>
                    </a:cubicBezTo>
                    <a:cubicBezTo>
                      <a:pt x="1651" y="1000"/>
                      <a:pt x="1651" y="1000"/>
                      <a:pt x="1651" y="1301"/>
                    </a:cubicBezTo>
                    <a:cubicBezTo>
                      <a:pt x="1642" y="1308"/>
                      <a:pt x="1636" y="1326"/>
                      <a:pt x="1624" y="1343"/>
                    </a:cubicBezTo>
                    <a:cubicBezTo>
                      <a:pt x="1610" y="1344"/>
                      <a:pt x="1597" y="1347"/>
                      <a:pt x="1585" y="1350"/>
                    </a:cubicBezTo>
                    <a:close/>
                    <a:moveTo>
                      <a:pt x="2965" y="1326"/>
                    </a:moveTo>
                    <a:cubicBezTo>
                      <a:pt x="2936" y="1224"/>
                      <a:pt x="2948" y="1127"/>
                      <a:pt x="2947" y="1027"/>
                    </a:cubicBezTo>
                    <a:cubicBezTo>
                      <a:pt x="2951" y="1025"/>
                      <a:pt x="2955" y="1025"/>
                      <a:pt x="2959" y="1025"/>
                    </a:cubicBezTo>
                    <a:cubicBezTo>
                      <a:pt x="2959" y="958"/>
                      <a:pt x="2959" y="891"/>
                      <a:pt x="2959" y="825"/>
                    </a:cubicBezTo>
                    <a:cubicBezTo>
                      <a:pt x="2955" y="824"/>
                      <a:pt x="2951" y="822"/>
                      <a:pt x="2948" y="821"/>
                    </a:cubicBezTo>
                    <a:cubicBezTo>
                      <a:pt x="2915" y="839"/>
                      <a:pt x="2885" y="875"/>
                      <a:pt x="2852" y="894"/>
                    </a:cubicBezTo>
                    <a:cubicBezTo>
                      <a:pt x="2830" y="894"/>
                      <a:pt x="2809" y="894"/>
                      <a:pt x="2788" y="894"/>
                    </a:cubicBezTo>
                    <a:cubicBezTo>
                      <a:pt x="2766" y="872"/>
                      <a:pt x="2804" y="814"/>
                      <a:pt x="2810" y="800"/>
                    </a:cubicBezTo>
                    <a:cubicBezTo>
                      <a:pt x="2833" y="697"/>
                      <a:pt x="2786" y="617"/>
                      <a:pt x="2810" y="523"/>
                    </a:cubicBezTo>
                    <a:cubicBezTo>
                      <a:pt x="2810" y="430"/>
                      <a:pt x="2710" y="404"/>
                      <a:pt x="2733" y="310"/>
                    </a:cubicBezTo>
                    <a:cubicBezTo>
                      <a:pt x="2783" y="294"/>
                      <a:pt x="2809" y="339"/>
                      <a:pt x="2856" y="379"/>
                    </a:cubicBezTo>
                    <a:cubicBezTo>
                      <a:pt x="2875" y="447"/>
                      <a:pt x="2844" y="519"/>
                      <a:pt x="2844" y="593"/>
                    </a:cubicBezTo>
                    <a:cubicBezTo>
                      <a:pt x="2867" y="625"/>
                      <a:pt x="2888" y="665"/>
                      <a:pt x="2884" y="724"/>
                    </a:cubicBezTo>
                    <a:cubicBezTo>
                      <a:pt x="2874" y="742"/>
                      <a:pt x="2874" y="742"/>
                      <a:pt x="2870" y="767"/>
                    </a:cubicBezTo>
                    <a:cubicBezTo>
                      <a:pt x="2899" y="766"/>
                      <a:pt x="2930" y="737"/>
                      <a:pt x="2957" y="713"/>
                    </a:cubicBezTo>
                    <a:cubicBezTo>
                      <a:pt x="2961" y="571"/>
                      <a:pt x="2964" y="422"/>
                      <a:pt x="2959" y="291"/>
                    </a:cubicBezTo>
                    <a:cubicBezTo>
                      <a:pt x="2932" y="277"/>
                      <a:pt x="2939" y="178"/>
                      <a:pt x="2959" y="166"/>
                    </a:cubicBezTo>
                    <a:cubicBezTo>
                      <a:pt x="3071" y="166"/>
                      <a:pt x="3091" y="204"/>
                      <a:pt x="3106" y="317"/>
                    </a:cubicBezTo>
                    <a:cubicBezTo>
                      <a:pt x="3092" y="384"/>
                      <a:pt x="3044" y="538"/>
                      <a:pt x="3073" y="597"/>
                    </a:cubicBezTo>
                    <a:cubicBezTo>
                      <a:pt x="3110" y="597"/>
                      <a:pt x="3143" y="486"/>
                      <a:pt x="3150" y="461"/>
                    </a:cubicBezTo>
                    <a:cubicBezTo>
                      <a:pt x="3153" y="461"/>
                      <a:pt x="3155" y="461"/>
                      <a:pt x="3158" y="461"/>
                    </a:cubicBezTo>
                    <a:cubicBezTo>
                      <a:pt x="3158" y="502"/>
                      <a:pt x="3168" y="497"/>
                      <a:pt x="3177" y="537"/>
                    </a:cubicBezTo>
                    <a:cubicBezTo>
                      <a:pt x="3260" y="578"/>
                      <a:pt x="3113" y="687"/>
                      <a:pt x="3077" y="709"/>
                    </a:cubicBezTo>
                    <a:cubicBezTo>
                      <a:pt x="3042" y="869"/>
                      <a:pt x="3068" y="1058"/>
                      <a:pt x="3045" y="1235"/>
                    </a:cubicBezTo>
                    <a:cubicBezTo>
                      <a:pt x="3031" y="1283"/>
                      <a:pt x="3013" y="1315"/>
                      <a:pt x="2965" y="1326"/>
                    </a:cubicBezTo>
                    <a:close/>
                    <a:moveTo>
                      <a:pt x="4800" y="1198"/>
                    </a:moveTo>
                    <a:cubicBezTo>
                      <a:pt x="4799" y="1191"/>
                      <a:pt x="4799" y="1184"/>
                      <a:pt x="4799" y="1178"/>
                    </a:cubicBezTo>
                    <a:cubicBezTo>
                      <a:pt x="4824" y="1166"/>
                      <a:pt x="4824" y="1166"/>
                      <a:pt x="4831" y="1158"/>
                    </a:cubicBezTo>
                    <a:cubicBezTo>
                      <a:pt x="4930" y="1136"/>
                      <a:pt x="5159" y="974"/>
                      <a:pt x="5126" y="857"/>
                    </a:cubicBezTo>
                    <a:cubicBezTo>
                      <a:pt x="5068" y="904"/>
                      <a:pt x="5010" y="951"/>
                      <a:pt x="4951" y="988"/>
                    </a:cubicBezTo>
                    <a:cubicBezTo>
                      <a:pt x="4948" y="984"/>
                      <a:pt x="4945" y="981"/>
                      <a:pt x="4942" y="978"/>
                    </a:cubicBezTo>
                    <a:cubicBezTo>
                      <a:pt x="4889" y="962"/>
                      <a:pt x="4806" y="907"/>
                      <a:pt x="4799" y="868"/>
                    </a:cubicBezTo>
                    <a:cubicBezTo>
                      <a:pt x="4820" y="847"/>
                      <a:pt x="4886" y="842"/>
                      <a:pt x="4924" y="835"/>
                    </a:cubicBezTo>
                    <a:cubicBezTo>
                      <a:pt x="4981" y="814"/>
                      <a:pt x="5144" y="740"/>
                      <a:pt x="5174" y="690"/>
                    </a:cubicBezTo>
                    <a:cubicBezTo>
                      <a:pt x="5194" y="564"/>
                      <a:pt x="5198" y="499"/>
                      <a:pt x="5202" y="497"/>
                    </a:cubicBezTo>
                    <a:cubicBezTo>
                      <a:pt x="5202" y="393"/>
                      <a:pt x="5184" y="299"/>
                      <a:pt x="5185" y="211"/>
                    </a:cubicBezTo>
                    <a:cubicBezTo>
                      <a:pt x="5200" y="196"/>
                      <a:pt x="5198" y="200"/>
                      <a:pt x="5224" y="197"/>
                    </a:cubicBezTo>
                    <a:cubicBezTo>
                      <a:pt x="5224" y="225"/>
                      <a:pt x="5372" y="268"/>
                      <a:pt x="5372" y="359"/>
                    </a:cubicBezTo>
                    <a:cubicBezTo>
                      <a:pt x="5345" y="385"/>
                      <a:pt x="5327" y="551"/>
                      <a:pt x="5327" y="603"/>
                    </a:cubicBezTo>
                    <a:cubicBezTo>
                      <a:pt x="5405" y="628"/>
                      <a:pt x="5452" y="443"/>
                      <a:pt x="5576" y="551"/>
                    </a:cubicBezTo>
                    <a:cubicBezTo>
                      <a:pt x="5576" y="602"/>
                      <a:pt x="5438" y="635"/>
                      <a:pt x="5399" y="673"/>
                    </a:cubicBezTo>
                    <a:cubicBezTo>
                      <a:pt x="5370" y="682"/>
                      <a:pt x="5329" y="724"/>
                      <a:pt x="5303" y="729"/>
                    </a:cubicBezTo>
                    <a:cubicBezTo>
                      <a:pt x="5282" y="770"/>
                      <a:pt x="5274" y="793"/>
                      <a:pt x="5265" y="847"/>
                    </a:cubicBezTo>
                    <a:cubicBezTo>
                      <a:pt x="5261" y="847"/>
                      <a:pt x="5257" y="847"/>
                      <a:pt x="5253" y="849"/>
                    </a:cubicBezTo>
                    <a:cubicBezTo>
                      <a:pt x="5231" y="976"/>
                      <a:pt x="5141" y="1087"/>
                      <a:pt x="5036" y="1156"/>
                    </a:cubicBezTo>
                    <a:cubicBezTo>
                      <a:pt x="5035" y="1160"/>
                      <a:pt x="5035" y="1165"/>
                      <a:pt x="5035" y="1170"/>
                    </a:cubicBezTo>
                    <a:cubicBezTo>
                      <a:pt x="5003" y="1172"/>
                      <a:pt x="5000" y="1176"/>
                      <a:pt x="4929" y="1191"/>
                    </a:cubicBezTo>
                    <a:cubicBezTo>
                      <a:pt x="4886" y="1192"/>
                      <a:pt x="4843" y="1195"/>
                      <a:pt x="4800" y="1198"/>
                    </a:cubicBezTo>
                    <a:close/>
                    <a:moveTo>
                      <a:pt x="3771" y="1178"/>
                    </a:moveTo>
                    <a:cubicBezTo>
                      <a:pt x="3735" y="1138"/>
                      <a:pt x="3710" y="1122"/>
                      <a:pt x="3671" y="1107"/>
                    </a:cubicBezTo>
                    <a:cubicBezTo>
                      <a:pt x="3654" y="1069"/>
                      <a:pt x="3607" y="1083"/>
                      <a:pt x="3589" y="1068"/>
                    </a:cubicBezTo>
                    <a:cubicBezTo>
                      <a:pt x="3589" y="1034"/>
                      <a:pt x="3681" y="1062"/>
                      <a:pt x="3728" y="1039"/>
                    </a:cubicBezTo>
                    <a:cubicBezTo>
                      <a:pt x="3734" y="1025"/>
                      <a:pt x="3734" y="1025"/>
                      <a:pt x="3743" y="787"/>
                    </a:cubicBezTo>
                    <a:cubicBezTo>
                      <a:pt x="3746" y="763"/>
                      <a:pt x="3750" y="740"/>
                      <a:pt x="3754" y="716"/>
                    </a:cubicBezTo>
                    <a:cubicBezTo>
                      <a:pt x="3749" y="713"/>
                      <a:pt x="3745" y="711"/>
                      <a:pt x="3740" y="709"/>
                    </a:cubicBezTo>
                    <a:cubicBezTo>
                      <a:pt x="3716" y="756"/>
                      <a:pt x="3596" y="987"/>
                      <a:pt x="3529" y="987"/>
                    </a:cubicBezTo>
                    <a:cubicBezTo>
                      <a:pt x="3528" y="982"/>
                      <a:pt x="3527" y="980"/>
                      <a:pt x="3525" y="977"/>
                    </a:cubicBezTo>
                    <a:cubicBezTo>
                      <a:pt x="3484" y="969"/>
                      <a:pt x="3456" y="941"/>
                      <a:pt x="3451" y="916"/>
                    </a:cubicBezTo>
                    <a:cubicBezTo>
                      <a:pt x="3481" y="886"/>
                      <a:pt x="3565" y="858"/>
                      <a:pt x="3579" y="809"/>
                    </a:cubicBezTo>
                    <a:cubicBezTo>
                      <a:pt x="3629" y="759"/>
                      <a:pt x="3685" y="660"/>
                      <a:pt x="3746" y="629"/>
                    </a:cubicBezTo>
                    <a:cubicBezTo>
                      <a:pt x="3757" y="578"/>
                      <a:pt x="3763" y="540"/>
                      <a:pt x="3767" y="493"/>
                    </a:cubicBezTo>
                    <a:cubicBezTo>
                      <a:pt x="3764" y="491"/>
                      <a:pt x="3761" y="490"/>
                      <a:pt x="3758" y="490"/>
                    </a:cubicBezTo>
                    <a:cubicBezTo>
                      <a:pt x="3749" y="498"/>
                      <a:pt x="3749" y="498"/>
                      <a:pt x="3747" y="511"/>
                    </a:cubicBezTo>
                    <a:cubicBezTo>
                      <a:pt x="3707" y="505"/>
                      <a:pt x="3644" y="453"/>
                      <a:pt x="3652" y="426"/>
                    </a:cubicBezTo>
                    <a:cubicBezTo>
                      <a:pt x="3731" y="393"/>
                      <a:pt x="3731" y="393"/>
                      <a:pt x="3746" y="390"/>
                    </a:cubicBezTo>
                    <a:cubicBezTo>
                      <a:pt x="3757" y="367"/>
                      <a:pt x="3779" y="370"/>
                      <a:pt x="3794" y="348"/>
                    </a:cubicBezTo>
                    <a:cubicBezTo>
                      <a:pt x="3803" y="295"/>
                      <a:pt x="3811" y="243"/>
                      <a:pt x="3819" y="190"/>
                    </a:cubicBezTo>
                    <a:cubicBezTo>
                      <a:pt x="3855" y="164"/>
                      <a:pt x="3859" y="171"/>
                      <a:pt x="3910" y="200"/>
                    </a:cubicBezTo>
                    <a:cubicBezTo>
                      <a:pt x="3916" y="212"/>
                      <a:pt x="3928" y="239"/>
                      <a:pt x="3959" y="248"/>
                    </a:cubicBezTo>
                    <a:cubicBezTo>
                      <a:pt x="3956" y="258"/>
                      <a:pt x="3953" y="268"/>
                      <a:pt x="3950" y="277"/>
                    </a:cubicBezTo>
                    <a:cubicBezTo>
                      <a:pt x="3987" y="281"/>
                      <a:pt x="3990" y="277"/>
                      <a:pt x="4001" y="331"/>
                    </a:cubicBezTo>
                    <a:cubicBezTo>
                      <a:pt x="3892" y="432"/>
                      <a:pt x="3898" y="404"/>
                      <a:pt x="3869" y="548"/>
                    </a:cubicBezTo>
                    <a:cubicBezTo>
                      <a:pt x="3854" y="701"/>
                      <a:pt x="3841" y="864"/>
                      <a:pt x="3841" y="1031"/>
                    </a:cubicBezTo>
                    <a:cubicBezTo>
                      <a:pt x="3884" y="1094"/>
                      <a:pt x="3993" y="960"/>
                      <a:pt x="4026" y="938"/>
                    </a:cubicBezTo>
                    <a:cubicBezTo>
                      <a:pt x="4050" y="900"/>
                      <a:pt x="4073" y="867"/>
                      <a:pt x="4077" y="829"/>
                    </a:cubicBezTo>
                    <a:cubicBezTo>
                      <a:pt x="4039" y="785"/>
                      <a:pt x="4011" y="741"/>
                      <a:pt x="4005" y="700"/>
                    </a:cubicBezTo>
                    <a:cubicBezTo>
                      <a:pt x="4034" y="704"/>
                      <a:pt x="4081" y="706"/>
                      <a:pt x="4108" y="749"/>
                    </a:cubicBezTo>
                    <a:cubicBezTo>
                      <a:pt x="4117" y="749"/>
                      <a:pt x="4127" y="749"/>
                      <a:pt x="4137" y="749"/>
                    </a:cubicBezTo>
                    <a:cubicBezTo>
                      <a:pt x="4171" y="671"/>
                      <a:pt x="4171" y="671"/>
                      <a:pt x="4174" y="650"/>
                    </a:cubicBezTo>
                    <a:cubicBezTo>
                      <a:pt x="4139" y="650"/>
                      <a:pt x="4113" y="662"/>
                      <a:pt x="4090" y="664"/>
                    </a:cubicBezTo>
                    <a:cubicBezTo>
                      <a:pt x="4074" y="635"/>
                      <a:pt x="4068" y="635"/>
                      <a:pt x="4068" y="613"/>
                    </a:cubicBezTo>
                    <a:cubicBezTo>
                      <a:pt x="4091" y="597"/>
                      <a:pt x="4120" y="450"/>
                      <a:pt x="4123" y="439"/>
                    </a:cubicBezTo>
                    <a:cubicBezTo>
                      <a:pt x="4077" y="439"/>
                      <a:pt x="4047" y="517"/>
                      <a:pt x="3979" y="517"/>
                    </a:cubicBezTo>
                    <a:cubicBezTo>
                      <a:pt x="3976" y="513"/>
                      <a:pt x="3976" y="513"/>
                      <a:pt x="3936" y="511"/>
                    </a:cubicBezTo>
                    <a:cubicBezTo>
                      <a:pt x="3935" y="506"/>
                      <a:pt x="3935" y="502"/>
                      <a:pt x="3935" y="498"/>
                    </a:cubicBezTo>
                    <a:cubicBezTo>
                      <a:pt x="3928" y="495"/>
                      <a:pt x="3921" y="493"/>
                      <a:pt x="3914" y="490"/>
                    </a:cubicBezTo>
                    <a:cubicBezTo>
                      <a:pt x="3913" y="486"/>
                      <a:pt x="3912" y="482"/>
                      <a:pt x="3912" y="479"/>
                    </a:cubicBezTo>
                    <a:cubicBezTo>
                      <a:pt x="3976" y="433"/>
                      <a:pt x="4068" y="393"/>
                      <a:pt x="4124" y="337"/>
                    </a:cubicBezTo>
                    <a:cubicBezTo>
                      <a:pt x="4186" y="324"/>
                      <a:pt x="4196" y="177"/>
                      <a:pt x="4199" y="128"/>
                    </a:cubicBezTo>
                    <a:cubicBezTo>
                      <a:pt x="4246" y="131"/>
                      <a:pt x="4265" y="160"/>
                      <a:pt x="4317" y="179"/>
                    </a:cubicBezTo>
                    <a:cubicBezTo>
                      <a:pt x="4320" y="192"/>
                      <a:pt x="4324" y="206"/>
                      <a:pt x="4328" y="219"/>
                    </a:cubicBezTo>
                    <a:cubicBezTo>
                      <a:pt x="4341" y="224"/>
                      <a:pt x="4353" y="224"/>
                      <a:pt x="4364" y="247"/>
                    </a:cubicBezTo>
                    <a:cubicBezTo>
                      <a:pt x="4368" y="247"/>
                      <a:pt x="4372" y="247"/>
                      <a:pt x="4378" y="248"/>
                    </a:cubicBezTo>
                    <a:cubicBezTo>
                      <a:pt x="4379" y="258"/>
                      <a:pt x="4381" y="268"/>
                      <a:pt x="4384" y="277"/>
                    </a:cubicBezTo>
                    <a:cubicBezTo>
                      <a:pt x="4363" y="294"/>
                      <a:pt x="4345" y="306"/>
                      <a:pt x="4319" y="319"/>
                    </a:cubicBezTo>
                    <a:cubicBezTo>
                      <a:pt x="4317" y="323"/>
                      <a:pt x="4317" y="327"/>
                      <a:pt x="4317" y="331"/>
                    </a:cubicBezTo>
                    <a:cubicBezTo>
                      <a:pt x="4306" y="334"/>
                      <a:pt x="4297" y="337"/>
                      <a:pt x="4287" y="341"/>
                    </a:cubicBezTo>
                    <a:cubicBezTo>
                      <a:pt x="4239" y="422"/>
                      <a:pt x="4206" y="477"/>
                      <a:pt x="4199" y="578"/>
                    </a:cubicBezTo>
                    <a:cubicBezTo>
                      <a:pt x="4275" y="585"/>
                      <a:pt x="4297" y="578"/>
                      <a:pt x="4297" y="669"/>
                    </a:cubicBezTo>
                    <a:cubicBezTo>
                      <a:pt x="4265" y="705"/>
                      <a:pt x="4219" y="767"/>
                      <a:pt x="4219" y="820"/>
                    </a:cubicBezTo>
                    <a:cubicBezTo>
                      <a:pt x="4261" y="850"/>
                      <a:pt x="4302" y="882"/>
                      <a:pt x="4345" y="913"/>
                    </a:cubicBezTo>
                    <a:cubicBezTo>
                      <a:pt x="4410" y="937"/>
                      <a:pt x="4490" y="933"/>
                      <a:pt x="4567" y="933"/>
                    </a:cubicBezTo>
                    <a:cubicBezTo>
                      <a:pt x="4573" y="938"/>
                      <a:pt x="4573" y="938"/>
                      <a:pt x="4573" y="949"/>
                    </a:cubicBezTo>
                    <a:cubicBezTo>
                      <a:pt x="4487" y="1009"/>
                      <a:pt x="4363" y="1056"/>
                      <a:pt x="4265" y="1056"/>
                    </a:cubicBezTo>
                    <a:cubicBezTo>
                      <a:pt x="4214" y="1005"/>
                      <a:pt x="4190" y="956"/>
                      <a:pt x="4142" y="918"/>
                    </a:cubicBezTo>
                    <a:cubicBezTo>
                      <a:pt x="4091" y="984"/>
                      <a:pt x="3972" y="1115"/>
                      <a:pt x="3885" y="1125"/>
                    </a:cubicBezTo>
                    <a:cubicBezTo>
                      <a:pt x="3867" y="1103"/>
                      <a:pt x="3851" y="1090"/>
                      <a:pt x="3840" y="1087"/>
                    </a:cubicBezTo>
                    <a:cubicBezTo>
                      <a:pt x="3836" y="1131"/>
                      <a:pt x="3818" y="1160"/>
                      <a:pt x="3771" y="1178"/>
                    </a:cubicBezTo>
                    <a:close/>
                    <a:moveTo>
                      <a:pt x="5504" y="1160"/>
                    </a:moveTo>
                    <a:cubicBezTo>
                      <a:pt x="5523" y="1155"/>
                      <a:pt x="5544" y="1151"/>
                      <a:pt x="5565" y="1147"/>
                    </a:cubicBezTo>
                    <a:cubicBezTo>
                      <a:pt x="5565" y="1143"/>
                      <a:pt x="5565" y="1140"/>
                      <a:pt x="5565" y="1137"/>
                    </a:cubicBezTo>
                    <a:cubicBezTo>
                      <a:pt x="5590" y="1131"/>
                      <a:pt x="5653" y="1104"/>
                      <a:pt x="5711" y="1086"/>
                    </a:cubicBezTo>
                    <a:cubicBezTo>
                      <a:pt x="5711" y="1083"/>
                      <a:pt x="5711" y="1080"/>
                      <a:pt x="5711" y="1078"/>
                    </a:cubicBezTo>
                    <a:cubicBezTo>
                      <a:pt x="5718" y="1078"/>
                      <a:pt x="5726" y="1078"/>
                      <a:pt x="5734" y="1078"/>
                    </a:cubicBezTo>
                    <a:cubicBezTo>
                      <a:pt x="5734" y="1074"/>
                      <a:pt x="5734" y="1071"/>
                      <a:pt x="5734" y="1068"/>
                    </a:cubicBezTo>
                    <a:cubicBezTo>
                      <a:pt x="5739" y="1068"/>
                      <a:pt x="5743" y="1068"/>
                      <a:pt x="5748" y="1068"/>
                    </a:cubicBezTo>
                    <a:cubicBezTo>
                      <a:pt x="5739" y="1016"/>
                      <a:pt x="5668" y="1034"/>
                      <a:pt x="5634" y="1034"/>
                    </a:cubicBezTo>
                    <a:cubicBezTo>
                      <a:pt x="5556" y="1003"/>
                      <a:pt x="5556" y="1003"/>
                      <a:pt x="5504" y="976"/>
                    </a:cubicBezTo>
                    <a:cubicBezTo>
                      <a:pt x="5504" y="973"/>
                      <a:pt x="5504" y="970"/>
                      <a:pt x="5504" y="967"/>
                    </a:cubicBezTo>
                    <a:cubicBezTo>
                      <a:pt x="5501" y="967"/>
                      <a:pt x="5498" y="967"/>
                      <a:pt x="5496" y="967"/>
                    </a:cubicBezTo>
                    <a:cubicBezTo>
                      <a:pt x="5496" y="963"/>
                      <a:pt x="5496" y="960"/>
                      <a:pt x="5496" y="958"/>
                    </a:cubicBezTo>
                    <a:cubicBezTo>
                      <a:pt x="5490" y="958"/>
                      <a:pt x="5486" y="958"/>
                      <a:pt x="5482" y="958"/>
                    </a:cubicBezTo>
                    <a:cubicBezTo>
                      <a:pt x="5482" y="953"/>
                      <a:pt x="5482" y="951"/>
                      <a:pt x="5482" y="948"/>
                    </a:cubicBezTo>
                    <a:cubicBezTo>
                      <a:pt x="5478" y="948"/>
                      <a:pt x="5475" y="948"/>
                      <a:pt x="5472" y="948"/>
                    </a:cubicBezTo>
                    <a:cubicBezTo>
                      <a:pt x="5472" y="945"/>
                      <a:pt x="5472" y="942"/>
                      <a:pt x="5472" y="940"/>
                    </a:cubicBezTo>
                    <a:cubicBezTo>
                      <a:pt x="5468" y="940"/>
                      <a:pt x="5465" y="940"/>
                      <a:pt x="5463" y="940"/>
                    </a:cubicBezTo>
                    <a:cubicBezTo>
                      <a:pt x="5463" y="936"/>
                      <a:pt x="5463" y="933"/>
                      <a:pt x="5463" y="930"/>
                    </a:cubicBezTo>
                    <a:cubicBezTo>
                      <a:pt x="5460" y="930"/>
                      <a:pt x="5457" y="930"/>
                      <a:pt x="5454" y="930"/>
                    </a:cubicBezTo>
                    <a:cubicBezTo>
                      <a:pt x="5454" y="925"/>
                      <a:pt x="5454" y="920"/>
                      <a:pt x="5454" y="916"/>
                    </a:cubicBezTo>
                    <a:cubicBezTo>
                      <a:pt x="5434" y="904"/>
                      <a:pt x="5421" y="889"/>
                      <a:pt x="5413" y="889"/>
                    </a:cubicBezTo>
                    <a:cubicBezTo>
                      <a:pt x="5406" y="875"/>
                      <a:pt x="5399" y="861"/>
                      <a:pt x="5394" y="847"/>
                    </a:cubicBezTo>
                    <a:cubicBezTo>
                      <a:pt x="5391" y="847"/>
                      <a:pt x="5388" y="847"/>
                      <a:pt x="5385" y="847"/>
                    </a:cubicBezTo>
                    <a:cubicBezTo>
                      <a:pt x="5381" y="838"/>
                      <a:pt x="5378" y="828"/>
                      <a:pt x="5376" y="820"/>
                    </a:cubicBezTo>
                    <a:cubicBezTo>
                      <a:pt x="5370" y="820"/>
                      <a:pt x="5366" y="820"/>
                      <a:pt x="5362" y="820"/>
                    </a:cubicBezTo>
                    <a:cubicBezTo>
                      <a:pt x="5358" y="811"/>
                      <a:pt x="5355" y="803"/>
                      <a:pt x="5352" y="796"/>
                    </a:cubicBezTo>
                    <a:cubicBezTo>
                      <a:pt x="5349" y="796"/>
                      <a:pt x="5347" y="796"/>
                      <a:pt x="5344" y="796"/>
                    </a:cubicBezTo>
                    <a:cubicBezTo>
                      <a:pt x="5344" y="793"/>
                      <a:pt x="5344" y="791"/>
                      <a:pt x="5344" y="788"/>
                    </a:cubicBezTo>
                    <a:cubicBezTo>
                      <a:pt x="5337" y="788"/>
                      <a:pt x="5330" y="788"/>
                      <a:pt x="5325" y="788"/>
                    </a:cubicBezTo>
                    <a:cubicBezTo>
                      <a:pt x="5325" y="791"/>
                      <a:pt x="5325" y="793"/>
                      <a:pt x="5325" y="796"/>
                    </a:cubicBezTo>
                    <a:cubicBezTo>
                      <a:pt x="5322" y="796"/>
                      <a:pt x="5319" y="796"/>
                      <a:pt x="5316" y="796"/>
                    </a:cubicBezTo>
                    <a:cubicBezTo>
                      <a:pt x="5316" y="807"/>
                      <a:pt x="5316" y="818"/>
                      <a:pt x="5316" y="829"/>
                    </a:cubicBezTo>
                    <a:cubicBezTo>
                      <a:pt x="5319" y="829"/>
                      <a:pt x="5322" y="829"/>
                      <a:pt x="5325" y="829"/>
                    </a:cubicBezTo>
                    <a:cubicBezTo>
                      <a:pt x="5347" y="905"/>
                      <a:pt x="5389" y="991"/>
                      <a:pt x="5427" y="1078"/>
                    </a:cubicBezTo>
                    <a:cubicBezTo>
                      <a:pt x="5429" y="1078"/>
                      <a:pt x="5432" y="1078"/>
                      <a:pt x="5435" y="1078"/>
                    </a:cubicBezTo>
                    <a:cubicBezTo>
                      <a:pt x="5435" y="1087"/>
                      <a:pt x="5435" y="1098"/>
                      <a:pt x="5435" y="1109"/>
                    </a:cubicBezTo>
                    <a:cubicBezTo>
                      <a:pt x="5438" y="1109"/>
                      <a:pt x="5441" y="1109"/>
                      <a:pt x="5445" y="1109"/>
                    </a:cubicBezTo>
                    <a:cubicBezTo>
                      <a:pt x="5446" y="1130"/>
                      <a:pt x="5449" y="1136"/>
                      <a:pt x="5482" y="1147"/>
                    </a:cubicBezTo>
                    <a:cubicBezTo>
                      <a:pt x="5482" y="1149"/>
                      <a:pt x="5482" y="1152"/>
                      <a:pt x="5482" y="1156"/>
                    </a:cubicBezTo>
                    <a:cubicBezTo>
                      <a:pt x="5489" y="1158"/>
                      <a:pt x="5496" y="1159"/>
                      <a:pt x="5504" y="1160"/>
                    </a:cubicBezTo>
                    <a:close/>
                    <a:moveTo>
                      <a:pt x="2574" y="1036"/>
                    </a:moveTo>
                    <a:cubicBezTo>
                      <a:pt x="2588" y="1029"/>
                      <a:pt x="2602" y="1022"/>
                      <a:pt x="2616" y="1017"/>
                    </a:cubicBezTo>
                    <a:cubicBezTo>
                      <a:pt x="2614" y="962"/>
                      <a:pt x="2613" y="908"/>
                      <a:pt x="2613" y="854"/>
                    </a:cubicBezTo>
                    <a:cubicBezTo>
                      <a:pt x="2630" y="803"/>
                      <a:pt x="2681" y="755"/>
                      <a:pt x="2708" y="709"/>
                    </a:cubicBezTo>
                    <a:cubicBezTo>
                      <a:pt x="2712" y="709"/>
                      <a:pt x="2717" y="709"/>
                      <a:pt x="2721" y="709"/>
                    </a:cubicBezTo>
                    <a:cubicBezTo>
                      <a:pt x="2726" y="675"/>
                      <a:pt x="2754" y="643"/>
                      <a:pt x="2758" y="607"/>
                    </a:cubicBezTo>
                    <a:cubicBezTo>
                      <a:pt x="2719" y="617"/>
                      <a:pt x="2664" y="735"/>
                      <a:pt x="2623" y="727"/>
                    </a:cubicBezTo>
                    <a:cubicBezTo>
                      <a:pt x="2623" y="622"/>
                      <a:pt x="2649" y="591"/>
                      <a:pt x="2692" y="511"/>
                    </a:cubicBezTo>
                    <a:cubicBezTo>
                      <a:pt x="2692" y="501"/>
                      <a:pt x="2693" y="491"/>
                      <a:pt x="2695" y="482"/>
                    </a:cubicBezTo>
                    <a:cubicBezTo>
                      <a:pt x="2648" y="435"/>
                      <a:pt x="2657" y="404"/>
                      <a:pt x="2580" y="404"/>
                    </a:cubicBezTo>
                    <a:cubicBezTo>
                      <a:pt x="2574" y="410"/>
                      <a:pt x="2569" y="415"/>
                      <a:pt x="2565" y="422"/>
                    </a:cubicBezTo>
                    <a:cubicBezTo>
                      <a:pt x="2537" y="535"/>
                      <a:pt x="2438" y="557"/>
                      <a:pt x="2362" y="628"/>
                    </a:cubicBezTo>
                    <a:cubicBezTo>
                      <a:pt x="2341" y="637"/>
                      <a:pt x="2238" y="687"/>
                      <a:pt x="2228" y="708"/>
                    </a:cubicBezTo>
                    <a:cubicBezTo>
                      <a:pt x="2221" y="708"/>
                      <a:pt x="2216" y="708"/>
                      <a:pt x="2210" y="709"/>
                    </a:cubicBezTo>
                    <a:cubicBezTo>
                      <a:pt x="2217" y="748"/>
                      <a:pt x="2278" y="766"/>
                      <a:pt x="2333" y="766"/>
                    </a:cubicBezTo>
                    <a:cubicBezTo>
                      <a:pt x="2398" y="726"/>
                      <a:pt x="2453" y="650"/>
                      <a:pt x="2522" y="604"/>
                    </a:cubicBezTo>
                    <a:cubicBezTo>
                      <a:pt x="2530" y="677"/>
                      <a:pt x="2521" y="760"/>
                      <a:pt x="2518" y="846"/>
                    </a:cubicBezTo>
                    <a:cubicBezTo>
                      <a:pt x="2505" y="849"/>
                      <a:pt x="2494" y="851"/>
                      <a:pt x="2483" y="856"/>
                    </a:cubicBezTo>
                    <a:cubicBezTo>
                      <a:pt x="2482" y="833"/>
                      <a:pt x="2482" y="813"/>
                      <a:pt x="2482" y="792"/>
                    </a:cubicBezTo>
                    <a:cubicBezTo>
                      <a:pt x="2475" y="791"/>
                      <a:pt x="2468" y="789"/>
                      <a:pt x="2461" y="789"/>
                    </a:cubicBezTo>
                    <a:cubicBezTo>
                      <a:pt x="2432" y="825"/>
                      <a:pt x="2403" y="862"/>
                      <a:pt x="2374" y="900"/>
                    </a:cubicBezTo>
                    <a:cubicBezTo>
                      <a:pt x="2374" y="925"/>
                      <a:pt x="2363" y="992"/>
                      <a:pt x="2388" y="1024"/>
                    </a:cubicBezTo>
                    <a:cubicBezTo>
                      <a:pt x="2396" y="1022"/>
                      <a:pt x="2406" y="1021"/>
                      <a:pt x="2416" y="1021"/>
                    </a:cubicBezTo>
                    <a:cubicBezTo>
                      <a:pt x="2449" y="1002"/>
                      <a:pt x="2476" y="936"/>
                      <a:pt x="2518" y="949"/>
                    </a:cubicBezTo>
                    <a:cubicBezTo>
                      <a:pt x="2519" y="969"/>
                      <a:pt x="2522" y="989"/>
                      <a:pt x="2525" y="1010"/>
                    </a:cubicBezTo>
                    <a:cubicBezTo>
                      <a:pt x="2541" y="1018"/>
                      <a:pt x="2558" y="1027"/>
                      <a:pt x="2574" y="1036"/>
                    </a:cubicBezTo>
                    <a:close/>
                    <a:moveTo>
                      <a:pt x="339" y="1017"/>
                    </a:moveTo>
                    <a:cubicBezTo>
                      <a:pt x="385" y="1009"/>
                      <a:pt x="495" y="967"/>
                      <a:pt x="538" y="941"/>
                    </a:cubicBezTo>
                    <a:cubicBezTo>
                      <a:pt x="536" y="923"/>
                      <a:pt x="536" y="905"/>
                      <a:pt x="536" y="889"/>
                    </a:cubicBezTo>
                    <a:cubicBezTo>
                      <a:pt x="473" y="909"/>
                      <a:pt x="414" y="951"/>
                      <a:pt x="357" y="976"/>
                    </a:cubicBezTo>
                    <a:cubicBezTo>
                      <a:pt x="356" y="980"/>
                      <a:pt x="356" y="984"/>
                      <a:pt x="356" y="988"/>
                    </a:cubicBezTo>
                    <a:cubicBezTo>
                      <a:pt x="349" y="991"/>
                      <a:pt x="342" y="995"/>
                      <a:pt x="336" y="999"/>
                    </a:cubicBezTo>
                    <a:cubicBezTo>
                      <a:pt x="336" y="1005"/>
                      <a:pt x="338" y="1010"/>
                      <a:pt x="339" y="1017"/>
                    </a:cubicBezTo>
                    <a:close/>
                    <a:moveTo>
                      <a:pt x="674" y="902"/>
                    </a:moveTo>
                    <a:cubicBezTo>
                      <a:pt x="688" y="897"/>
                      <a:pt x="702" y="893"/>
                      <a:pt x="716" y="889"/>
                    </a:cubicBezTo>
                    <a:cubicBezTo>
                      <a:pt x="710" y="856"/>
                      <a:pt x="695" y="840"/>
                      <a:pt x="684" y="822"/>
                    </a:cubicBezTo>
                    <a:cubicBezTo>
                      <a:pt x="677" y="822"/>
                      <a:pt x="670" y="822"/>
                      <a:pt x="665" y="822"/>
                    </a:cubicBezTo>
                    <a:cubicBezTo>
                      <a:pt x="651" y="840"/>
                      <a:pt x="651" y="872"/>
                      <a:pt x="674" y="902"/>
                    </a:cubicBezTo>
                    <a:close/>
                    <a:moveTo>
                      <a:pt x="684" y="769"/>
                    </a:moveTo>
                    <a:cubicBezTo>
                      <a:pt x="730" y="751"/>
                      <a:pt x="822" y="713"/>
                      <a:pt x="840" y="668"/>
                    </a:cubicBezTo>
                    <a:cubicBezTo>
                      <a:pt x="775" y="673"/>
                      <a:pt x="710" y="704"/>
                      <a:pt x="658" y="730"/>
                    </a:cubicBezTo>
                    <a:cubicBezTo>
                      <a:pt x="662" y="751"/>
                      <a:pt x="658" y="748"/>
                      <a:pt x="684" y="769"/>
                    </a:cubicBezTo>
                    <a:close/>
                    <a:moveTo>
                      <a:pt x="665" y="676"/>
                    </a:moveTo>
                    <a:cubicBezTo>
                      <a:pt x="696" y="666"/>
                      <a:pt x="709" y="660"/>
                      <a:pt x="731" y="633"/>
                    </a:cubicBezTo>
                    <a:cubicBezTo>
                      <a:pt x="741" y="530"/>
                      <a:pt x="756" y="542"/>
                      <a:pt x="673" y="531"/>
                    </a:cubicBezTo>
                    <a:cubicBezTo>
                      <a:pt x="654" y="564"/>
                      <a:pt x="643" y="632"/>
                      <a:pt x="665" y="676"/>
                    </a:cubicBezTo>
                    <a:close/>
                    <a:moveTo>
                      <a:pt x="1654" y="672"/>
                    </a:moveTo>
                    <a:cubicBezTo>
                      <a:pt x="1698" y="658"/>
                      <a:pt x="1731" y="646"/>
                      <a:pt x="1748" y="600"/>
                    </a:cubicBezTo>
                    <a:cubicBezTo>
                      <a:pt x="1751" y="567"/>
                      <a:pt x="1760" y="541"/>
                      <a:pt x="1760" y="522"/>
                    </a:cubicBezTo>
                    <a:cubicBezTo>
                      <a:pt x="1764" y="520"/>
                      <a:pt x="1769" y="520"/>
                      <a:pt x="1774" y="520"/>
                    </a:cubicBezTo>
                    <a:cubicBezTo>
                      <a:pt x="1774" y="502"/>
                      <a:pt x="1774" y="484"/>
                      <a:pt x="1776" y="466"/>
                    </a:cubicBezTo>
                    <a:cubicBezTo>
                      <a:pt x="1741" y="461"/>
                      <a:pt x="1690" y="493"/>
                      <a:pt x="1680" y="519"/>
                    </a:cubicBezTo>
                    <a:cubicBezTo>
                      <a:pt x="1638" y="528"/>
                      <a:pt x="1635" y="632"/>
                      <a:pt x="1654" y="672"/>
                    </a:cubicBezTo>
                    <a:close/>
                    <a:moveTo>
                      <a:pt x="6448" y="428"/>
                    </a:moveTo>
                    <a:cubicBezTo>
                      <a:pt x="6489" y="425"/>
                      <a:pt x="6489" y="425"/>
                      <a:pt x="6495" y="421"/>
                    </a:cubicBezTo>
                    <a:cubicBezTo>
                      <a:pt x="6493" y="388"/>
                      <a:pt x="6486" y="362"/>
                      <a:pt x="6480" y="344"/>
                    </a:cubicBezTo>
                    <a:cubicBezTo>
                      <a:pt x="6413" y="338"/>
                      <a:pt x="6423" y="350"/>
                      <a:pt x="6423" y="411"/>
                    </a:cubicBezTo>
                    <a:cubicBezTo>
                      <a:pt x="6431" y="417"/>
                      <a:pt x="6440" y="422"/>
                      <a:pt x="6448" y="428"/>
                    </a:cubicBezTo>
                    <a:close/>
                    <a:moveTo>
                      <a:pt x="2348" y="410"/>
                    </a:moveTo>
                    <a:cubicBezTo>
                      <a:pt x="2363" y="408"/>
                      <a:pt x="2423" y="397"/>
                      <a:pt x="2432" y="378"/>
                    </a:cubicBezTo>
                    <a:cubicBezTo>
                      <a:pt x="2488" y="352"/>
                      <a:pt x="2543" y="326"/>
                      <a:pt x="2599" y="301"/>
                    </a:cubicBezTo>
                    <a:cubicBezTo>
                      <a:pt x="2695" y="287"/>
                      <a:pt x="2697" y="283"/>
                      <a:pt x="2718" y="277"/>
                    </a:cubicBezTo>
                    <a:cubicBezTo>
                      <a:pt x="2746" y="228"/>
                      <a:pt x="2737" y="177"/>
                      <a:pt x="2721" y="138"/>
                    </a:cubicBezTo>
                    <a:cubicBezTo>
                      <a:pt x="2679" y="124"/>
                      <a:pt x="2670" y="76"/>
                      <a:pt x="2660" y="150"/>
                    </a:cubicBezTo>
                    <a:cubicBezTo>
                      <a:pt x="2581" y="197"/>
                      <a:pt x="2505" y="257"/>
                      <a:pt x="2434" y="317"/>
                    </a:cubicBezTo>
                    <a:cubicBezTo>
                      <a:pt x="2425" y="335"/>
                      <a:pt x="2407" y="349"/>
                      <a:pt x="2390" y="359"/>
                    </a:cubicBezTo>
                    <a:cubicBezTo>
                      <a:pt x="2390" y="362"/>
                      <a:pt x="2390" y="364"/>
                      <a:pt x="2390" y="368"/>
                    </a:cubicBezTo>
                    <a:cubicBezTo>
                      <a:pt x="2387" y="368"/>
                      <a:pt x="2384" y="368"/>
                      <a:pt x="2381" y="368"/>
                    </a:cubicBezTo>
                    <a:cubicBezTo>
                      <a:pt x="2377" y="375"/>
                      <a:pt x="2374" y="384"/>
                      <a:pt x="2372" y="392"/>
                    </a:cubicBezTo>
                    <a:cubicBezTo>
                      <a:pt x="2367" y="392"/>
                      <a:pt x="2365" y="392"/>
                      <a:pt x="2362" y="392"/>
                    </a:cubicBezTo>
                    <a:cubicBezTo>
                      <a:pt x="2362" y="395"/>
                      <a:pt x="2362" y="397"/>
                      <a:pt x="2362" y="400"/>
                    </a:cubicBezTo>
                    <a:cubicBezTo>
                      <a:pt x="2356" y="400"/>
                      <a:pt x="2352" y="400"/>
                      <a:pt x="2348" y="400"/>
                    </a:cubicBezTo>
                    <a:cubicBezTo>
                      <a:pt x="2348" y="403"/>
                      <a:pt x="2348" y="406"/>
                      <a:pt x="2348" y="410"/>
                    </a:cubicBezTo>
                    <a:close/>
                    <a:moveTo>
                      <a:pt x="767" y="280"/>
                    </a:moveTo>
                    <a:cubicBezTo>
                      <a:pt x="782" y="277"/>
                      <a:pt x="797" y="275"/>
                      <a:pt x="812" y="272"/>
                    </a:cubicBezTo>
                    <a:cubicBezTo>
                      <a:pt x="812" y="266"/>
                      <a:pt x="812" y="262"/>
                      <a:pt x="814" y="258"/>
                    </a:cubicBezTo>
                    <a:cubicBezTo>
                      <a:pt x="818" y="255"/>
                      <a:pt x="822" y="252"/>
                      <a:pt x="828" y="251"/>
                    </a:cubicBezTo>
                    <a:cubicBezTo>
                      <a:pt x="828" y="226"/>
                      <a:pt x="823" y="211"/>
                      <a:pt x="818" y="200"/>
                    </a:cubicBezTo>
                    <a:cubicBezTo>
                      <a:pt x="810" y="200"/>
                      <a:pt x="801" y="200"/>
                      <a:pt x="794" y="200"/>
                    </a:cubicBezTo>
                    <a:cubicBezTo>
                      <a:pt x="781" y="222"/>
                      <a:pt x="757" y="241"/>
                      <a:pt x="757" y="272"/>
                    </a:cubicBezTo>
                    <a:cubicBezTo>
                      <a:pt x="760" y="272"/>
                      <a:pt x="763" y="272"/>
                      <a:pt x="767" y="272"/>
                    </a:cubicBezTo>
                    <a:cubicBezTo>
                      <a:pt x="767" y="275"/>
                      <a:pt x="767" y="277"/>
                      <a:pt x="767" y="280"/>
                    </a:cubicBezTo>
                    <a:close/>
                  </a:path>
                </a:pathLst>
              </a:custGeom>
              <a:grpFill/>
              <a:ln>
                <a:noFill/>
              </a:ln>
            </p:spPr>
            <p:txBody>
              <a:bodyPr anchor="ctr"/>
              <a:lstStyle/>
              <a:p>
                <a:pPr algn="ctr"/>
                <a:endParaRPr/>
              </a:p>
            </p:txBody>
          </p:sp>
          <p:sp>
            <p:nvSpPr>
              <p:cNvPr id="84" name="iṩḻîḑè">
                <a:extLst>
                  <a:ext uri="{FF2B5EF4-FFF2-40B4-BE49-F238E27FC236}">
                    <a16:creationId xmlns:a16="http://schemas.microsoft.com/office/drawing/2014/main" id="{5988883C-2BE9-405D-A778-D104319E18C8}"/>
                  </a:ext>
                </a:extLst>
              </p:cNvPr>
              <p:cNvSpPr/>
              <p:nvPr/>
            </p:nvSpPr>
            <p:spPr bwMode="auto">
              <a:xfrm>
                <a:off x="10109901" y="721607"/>
                <a:ext cx="36902" cy="46547"/>
              </a:xfrm>
              <a:custGeom>
                <a:avLst/>
                <a:gdLst>
                  <a:gd name="T0" fmla="*/ 73 w 88"/>
                  <a:gd name="T1" fmla="*/ 45 h 111"/>
                  <a:gd name="T2" fmla="*/ 73 w 88"/>
                  <a:gd name="T3" fmla="*/ 0 h 111"/>
                  <a:gd name="T4" fmla="*/ 88 w 88"/>
                  <a:gd name="T5" fmla="*/ 0 h 111"/>
                  <a:gd name="T6" fmla="*/ 88 w 88"/>
                  <a:gd name="T7" fmla="*/ 111 h 111"/>
                  <a:gd name="T8" fmla="*/ 73 w 88"/>
                  <a:gd name="T9" fmla="*/ 111 h 111"/>
                  <a:gd name="T10" fmla="*/ 73 w 88"/>
                  <a:gd name="T11" fmla="*/ 59 h 111"/>
                  <a:gd name="T12" fmla="*/ 15 w 88"/>
                  <a:gd name="T13" fmla="*/ 59 h 111"/>
                  <a:gd name="T14" fmla="*/ 15 w 88"/>
                  <a:gd name="T15" fmla="*/ 111 h 111"/>
                  <a:gd name="T16" fmla="*/ 0 w 88"/>
                  <a:gd name="T17" fmla="*/ 111 h 111"/>
                  <a:gd name="T18" fmla="*/ 0 w 88"/>
                  <a:gd name="T19" fmla="*/ 0 h 111"/>
                  <a:gd name="T20" fmla="*/ 15 w 88"/>
                  <a:gd name="T21" fmla="*/ 0 h 111"/>
                  <a:gd name="T22" fmla="*/ 15 w 88"/>
                  <a:gd name="T23" fmla="*/ 45 h 111"/>
                  <a:gd name="T24" fmla="*/ 73 w 88"/>
                  <a:gd name="T25" fmla="*/ 4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111">
                    <a:moveTo>
                      <a:pt x="73" y="45"/>
                    </a:moveTo>
                    <a:lnTo>
                      <a:pt x="73" y="0"/>
                    </a:lnTo>
                    <a:lnTo>
                      <a:pt x="88" y="0"/>
                    </a:lnTo>
                    <a:lnTo>
                      <a:pt x="88" y="111"/>
                    </a:lnTo>
                    <a:lnTo>
                      <a:pt x="73" y="111"/>
                    </a:lnTo>
                    <a:lnTo>
                      <a:pt x="73" y="59"/>
                    </a:lnTo>
                    <a:lnTo>
                      <a:pt x="15" y="59"/>
                    </a:lnTo>
                    <a:lnTo>
                      <a:pt x="15" y="111"/>
                    </a:lnTo>
                    <a:lnTo>
                      <a:pt x="0" y="111"/>
                    </a:lnTo>
                    <a:lnTo>
                      <a:pt x="0" y="0"/>
                    </a:lnTo>
                    <a:lnTo>
                      <a:pt x="15" y="0"/>
                    </a:lnTo>
                    <a:lnTo>
                      <a:pt x="15" y="45"/>
                    </a:lnTo>
                    <a:lnTo>
                      <a:pt x="73" y="45"/>
                    </a:lnTo>
                    <a:close/>
                  </a:path>
                </a:pathLst>
              </a:custGeom>
              <a:grpFill/>
              <a:ln>
                <a:noFill/>
              </a:ln>
            </p:spPr>
            <p:txBody>
              <a:bodyPr anchor="ctr"/>
              <a:lstStyle/>
              <a:p>
                <a:pPr algn="ctr"/>
                <a:endParaRPr/>
              </a:p>
            </p:txBody>
          </p:sp>
          <p:sp>
            <p:nvSpPr>
              <p:cNvPr id="85" name="íṥḻïďê">
                <a:extLst>
                  <a:ext uri="{FF2B5EF4-FFF2-40B4-BE49-F238E27FC236}">
                    <a16:creationId xmlns:a16="http://schemas.microsoft.com/office/drawing/2014/main" id="{CCCA5068-A45B-4545-9C5A-451B5A64F3AA}"/>
                  </a:ext>
                </a:extLst>
              </p:cNvPr>
              <p:cNvSpPr/>
              <p:nvPr/>
            </p:nvSpPr>
            <p:spPr bwMode="auto">
              <a:xfrm>
                <a:off x="10156029" y="734187"/>
                <a:ext cx="27258" cy="34386"/>
              </a:xfrm>
              <a:custGeom>
                <a:avLst/>
                <a:gdLst>
                  <a:gd name="T0" fmla="*/ 132 w 132"/>
                  <a:gd name="T1" fmla="*/ 164 h 167"/>
                  <a:gd name="T2" fmla="*/ 107 w 132"/>
                  <a:gd name="T3" fmla="*/ 164 h 167"/>
                  <a:gd name="T4" fmla="*/ 107 w 132"/>
                  <a:gd name="T5" fmla="*/ 141 h 167"/>
                  <a:gd name="T6" fmla="*/ 105 w 132"/>
                  <a:gd name="T7" fmla="*/ 140 h 167"/>
                  <a:gd name="T8" fmla="*/ 53 w 132"/>
                  <a:gd name="T9" fmla="*/ 166 h 167"/>
                  <a:gd name="T10" fmla="*/ 0 w 132"/>
                  <a:gd name="T11" fmla="*/ 117 h 167"/>
                  <a:gd name="T12" fmla="*/ 0 w 132"/>
                  <a:gd name="T13" fmla="*/ 0 h 167"/>
                  <a:gd name="T14" fmla="*/ 28 w 132"/>
                  <a:gd name="T15" fmla="*/ 0 h 167"/>
                  <a:gd name="T16" fmla="*/ 28 w 132"/>
                  <a:gd name="T17" fmla="*/ 109 h 167"/>
                  <a:gd name="T18" fmla="*/ 60 w 132"/>
                  <a:gd name="T19" fmla="*/ 146 h 167"/>
                  <a:gd name="T20" fmla="*/ 105 w 132"/>
                  <a:gd name="T21" fmla="*/ 91 h 167"/>
                  <a:gd name="T22" fmla="*/ 105 w 132"/>
                  <a:gd name="T23" fmla="*/ 0 h 167"/>
                  <a:gd name="T24" fmla="*/ 132 w 132"/>
                  <a:gd name="T25" fmla="*/ 0 h 167"/>
                  <a:gd name="T26" fmla="*/ 132 w 132"/>
                  <a:gd name="T27" fmla="*/ 16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2" h="167">
                    <a:moveTo>
                      <a:pt x="132" y="164"/>
                    </a:moveTo>
                    <a:cubicBezTo>
                      <a:pt x="107" y="164"/>
                      <a:pt x="107" y="164"/>
                      <a:pt x="107" y="164"/>
                    </a:cubicBezTo>
                    <a:cubicBezTo>
                      <a:pt x="107" y="141"/>
                      <a:pt x="107" y="141"/>
                      <a:pt x="107" y="141"/>
                    </a:cubicBezTo>
                    <a:cubicBezTo>
                      <a:pt x="105" y="140"/>
                      <a:pt x="105" y="140"/>
                      <a:pt x="105" y="140"/>
                    </a:cubicBezTo>
                    <a:cubicBezTo>
                      <a:pt x="94" y="158"/>
                      <a:pt x="76" y="167"/>
                      <a:pt x="53" y="166"/>
                    </a:cubicBezTo>
                    <a:cubicBezTo>
                      <a:pt x="18" y="165"/>
                      <a:pt x="1" y="149"/>
                      <a:pt x="0" y="117"/>
                    </a:cubicBezTo>
                    <a:cubicBezTo>
                      <a:pt x="0" y="0"/>
                      <a:pt x="0" y="0"/>
                      <a:pt x="0" y="0"/>
                    </a:cubicBezTo>
                    <a:cubicBezTo>
                      <a:pt x="28" y="0"/>
                      <a:pt x="28" y="0"/>
                      <a:pt x="28" y="0"/>
                    </a:cubicBezTo>
                    <a:cubicBezTo>
                      <a:pt x="28" y="109"/>
                      <a:pt x="28" y="109"/>
                      <a:pt x="28" y="109"/>
                    </a:cubicBezTo>
                    <a:cubicBezTo>
                      <a:pt x="28" y="133"/>
                      <a:pt x="39" y="146"/>
                      <a:pt x="60" y="146"/>
                    </a:cubicBezTo>
                    <a:cubicBezTo>
                      <a:pt x="88" y="145"/>
                      <a:pt x="103" y="126"/>
                      <a:pt x="105" y="91"/>
                    </a:cubicBezTo>
                    <a:cubicBezTo>
                      <a:pt x="105" y="0"/>
                      <a:pt x="105" y="0"/>
                      <a:pt x="105" y="0"/>
                    </a:cubicBezTo>
                    <a:cubicBezTo>
                      <a:pt x="132" y="0"/>
                      <a:pt x="132" y="0"/>
                      <a:pt x="132" y="0"/>
                    </a:cubicBezTo>
                    <a:lnTo>
                      <a:pt x="132" y="164"/>
                    </a:lnTo>
                    <a:close/>
                  </a:path>
                </a:pathLst>
              </a:custGeom>
              <a:grpFill/>
              <a:ln>
                <a:noFill/>
              </a:ln>
            </p:spPr>
            <p:txBody>
              <a:bodyPr anchor="ctr"/>
              <a:lstStyle/>
              <a:p>
                <a:pPr algn="ctr"/>
                <a:endParaRPr/>
              </a:p>
            </p:txBody>
          </p:sp>
          <p:sp>
            <p:nvSpPr>
              <p:cNvPr id="86" name="íşlíḋè">
                <a:extLst>
                  <a:ext uri="{FF2B5EF4-FFF2-40B4-BE49-F238E27FC236}">
                    <a16:creationId xmlns:a16="http://schemas.microsoft.com/office/drawing/2014/main" id="{27146E29-9384-4A9C-8FA0-60343EEF3D8A}"/>
                  </a:ext>
                </a:extLst>
              </p:cNvPr>
              <p:cNvSpPr/>
              <p:nvPr/>
            </p:nvSpPr>
            <p:spPr bwMode="auto">
              <a:xfrm>
                <a:off x="10189996" y="732929"/>
                <a:ext cx="32290" cy="35644"/>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0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5" y="2"/>
                      <a:pt x="135"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2" y="170"/>
                      <a:pt x="140" y="170"/>
                    </a:cubicBezTo>
                    <a:cubicBezTo>
                      <a:pt x="120" y="170"/>
                      <a:pt x="111" y="163"/>
                      <a:pt x="112" y="147"/>
                    </a:cubicBezTo>
                    <a:cubicBezTo>
                      <a:pt x="95" y="163"/>
                      <a:pt x="75" y="171"/>
                      <a:pt x="52" y="171"/>
                    </a:cubicBezTo>
                    <a:cubicBezTo>
                      <a:pt x="19" y="170"/>
                      <a:pt x="2" y="155"/>
                      <a:pt x="0" y="126"/>
                    </a:cubicBezTo>
                    <a:cubicBezTo>
                      <a:pt x="1" y="97"/>
                      <a:pt x="18" y="80"/>
                      <a:pt x="50" y="75"/>
                    </a:cubicBezTo>
                    <a:cubicBezTo>
                      <a:pt x="96" y="70"/>
                      <a:pt x="96" y="70"/>
                      <a:pt x="96" y="70"/>
                    </a:cubicBezTo>
                    <a:cubicBezTo>
                      <a:pt x="106" y="68"/>
                      <a:pt x="111" y="62"/>
                      <a:pt x="111" y="50"/>
                    </a:cubicBezTo>
                    <a:cubicBezTo>
                      <a:pt x="111" y="32"/>
                      <a:pt x="97" y="23"/>
                      <a:pt x="71" y="23"/>
                    </a:cubicBezTo>
                    <a:cubicBezTo>
                      <a:pt x="48"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grpFill/>
              <a:ln>
                <a:noFill/>
              </a:ln>
            </p:spPr>
            <p:txBody>
              <a:bodyPr anchor="ctr"/>
              <a:lstStyle/>
              <a:p>
                <a:pPr algn="ctr"/>
                <a:endParaRPr/>
              </a:p>
            </p:txBody>
          </p:sp>
          <p:sp>
            <p:nvSpPr>
              <p:cNvPr id="87" name="ïṣlíďe">
                <a:extLst>
                  <a:ext uri="{FF2B5EF4-FFF2-40B4-BE49-F238E27FC236}">
                    <a16:creationId xmlns:a16="http://schemas.microsoft.com/office/drawing/2014/main" id="{19A4C7AB-7584-4E06-9096-ECD2D5C0FDF7}"/>
                  </a:ext>
                </a:extLst>
              </p:cNvPr>
              <p:cNvSpPr/>
              <p:nvPr/>
            </p:nvSpPr>
            <p:spPr bwMode="auto">
              <a:xfrm>
                <a:off x="10225640" y="734187"/>
                <a:ext cx="28515" cy="33967"/>
              </a:xfrm>
              <a:custGeom>
                <a:avLst/>
                <a:gdLst>
                  <a:gd name="T0" fmla="*/ 67 w 68"/>
                  <a:gd name="T1" fmla="*/ 11 h 81"/>
                  <a:gd name="T2" fmla="*/ 19 w 68"/>
                  <a:gd name="T3" fmla="*/ 70 h 81"/>
                  <a:gd name="T4" fmla="*/ 68 w 68"/>
                  <a:gd name="T5" fmla="*/ 70 h 81"/>
                  <a:gd name="T6" fmla="*/ 68 w 68"/>
                  <a:gd name="T7" fmla="*/ 81 h 81"/>
                  <a:gd name="T8" fmla="*/ 0 w 68"/>
                  <a:gd name="T9" fmla="*/ 81 h 81"/>
                  <a:gd name="T10" fmla="*/ 0 w 68"/>
                  <a:gd name="T11" fmla="*/ 70 h 81"/>
                  <a:gd name="T12" fmla="*/ 49 w 68"/>
                  <a:gd name="T13" fmla="*/ 11 h 81"/>
                  <a:gd name="T14" fmla="*/ 4 w 68"/>
                  <a:gd name="T15" fmla="*/ 11 h 81"/>
                  <a:gd name="T16" fmla="*/ 4 w 68"/>
                  <a:gd name="T17" fmla="*/ 0 h 81"/>
                  <a:gd name="T18" fmla="*/ 67 w 68"/>
                  <a:gd name="T19" fmla="*/ 0 h 81"/>
                  <a:gd name="T20" fmla="*/ 67 w 68"/>
                  <a:gd name="T21" fmla="*/ 1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8" h="81">
                    <a:moveTo>
                      <a:pt x="67" y="11"/>
                    </a:moveTo>
                    <a:lnTo>
                      <a:pt x="19" y="70"/>
                    </a:lnTo>
                    <a:lnTo>
                      <a:pt x="68" y="70"/>
                    </a:lnTo>
                    <a:lnTo>
                      <a:pt x="68" y="81"/>
                    </a:lnTo>
                    <a:lnTo>
                      <a:pt x="0" y="81"/>
                    </a:lnTo>
                    <a:lnTo>
                      <a:pt x="0" y="70"/>
                    </a:lnTo>
                    <a:lnTo>
                      <a:pt x="49" y="11"/>
                    </a:lnTo>
                    <a:lnTo>
                      <a:pt x="4" y="11"/>
                    </a:lnTo>
                    <a:lnTo>
                      <a:pt x="4" y="0"/>
                    </a:lnTo>
                    <a:lnTo>
                      <a:pt x="67" y="0"/>
                    </a:lnTo>
                    <a:lnTo>
                      <a:pt x="67" y="11"/>
                    </a:lnTo>
                    <a:close/>
                  </a:path>
                </a:pathLst>
              </a:custGeom>
              <a:grpFill/>
              <a:ln>
                <a:noFill/>
              </a:ln>
            </p:spPr>
            <p:txBody>
              <a:bodyPr anchor="ctr"/>
              <a:lstStyle/>
              <a:p>
                <a:pPr algn="ctr"/>
                <a:endParaRPr/>
              </a:p>
            </p:txBody>
          </p:sp>
          <p:sp>
            <p:nvSpPr>
              <p:cNvPr id="88" name="íṧľîḑe">
                <a:extLst>
                  <a:ext uri="{FF2B5EF4-FFF2-40B4-BE49-F238E27FC236}">
                    <a16:creationId xmlns:a16="http://schemas.microsoft.com/office/drawing/2014/main" id="{357292CA-AAF9-4946-87AE-8A5E709BFC47}"/>
                  </a:ext>
                </a:extLst>
              </p:cNvPr>
              <p:cNvSpPr/>
              <p:nvPr/>
            </p:nvSpPr>
            <p:spPr bwMode="auto">
              <a:xfrm>
                <a:off x="10260446" y="721607"/>
                <a:ext cx="27677" cy="46547"/>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2" y="75"/>
                      <a:pt x="133" y="113"/>
                    </a:cubicBezTo>
                    <a:close/>
                  </a:path>
                </a:pathLst>
              </a:custGeom>
              <a:grpFill/>
              <a:ln>
                <a:noFill/>
              </a:ln>
            </p:spPr>
            <p:txBody>
              <a:bodyPr anchor="ctr"/>
              <a:lstStyle/>
              <a:p>
                <a:pPr algn="ctr"/>
                <a:endParaRPr/>
              </a:p>
            </p:txBody>
          </p:sp>
          <p:sp>
            <p:nvSpPr>
              <p:cNvPr id="89" name="išliḍé">
                <a:extLst>
                  <a:ext uri="{FF2B5EF4-FFF2-40B4-BE49-F238E27FC236}">
                    <a16:creationId xmlns:a16="http://schemas.microsoft.com/office/drawing/2014/main" id="{0DF1B33A-A4CE-403C-9FF7-EDA0F9FE0FE3}"/>
                  </a:ext>
                </a:extLst>
              </p:cNvPr>
              <p:cNvSpPr/>
              <p:nvPr/>
            </p:nvSpPr>
            <p:spPr bwMode="auto">
              <a:xfrm>
                <a:off x="10294413"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6" y="149"/>
                      <a:pt x="121" y="128"/>
                      <a:pt x="124" y="87"/>
                    </a:cubicBezTo>
                    <a:cubicBezTo>
                      <a:pt x="121" y="46"/>
                      <a:pt x="106" y="25"/>
                      <a:pt x="76" y="24"/>
                    </a:cubicBezTo>
                    <a:cubicBezTo>
                      <a:pt x="47" y="25"/>
                      <a:pt x="31" y="46"/>
                      <a:pt x="28" y="87"/>
                    </a:cubicBezTo>
                    <a:close/>
                  </a:path>
                </a:pathLst>
              </a:custGeom>
              <a:grpFill/>
              <a:ln>
                <a:noFill/>
              </a:ln>
            </p:spPr>
            <p:txBody>
              <a:bodyPr anchor="ctr"/>
              <a:lstStyle/>
              <a:p>
                <a:pPr algn="ctr"/>
                <a:endParaRPr/>
              </a:p>
            </p:txBody>
          </p:sp>
          <p:sp>
            <p:nvSpPr>
              <p:cNvPr id="90" name="iŝliďé">
                <a:extLst>
                  <a:ext uri="{FF2B5EF4-FFF2-40B4-BE49-F238E27FC236}">
                    <a16:creationId xmlns:a16="http://schemas.microsoft.com/office/drawing/2014/main" id="{29FD4168-098F-4776-8BB3-C157AA140D70}"/>
                  </a:ext>
                </a:extLst>
              </p:cNvPr>
              <p:cNvSpPr/>
              <p:nvPr/>
            </p:nvSpPr>
            <p:spPr bwMode="auto">
              <a:xfrm>
                <a:off x="10332573" y="732929"/>
                <a:ext cx="27258" cy="35225"/>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2" y="20"/>
                      <a:pt x="133" y="58"/>
                    </a:cubicBezTo>
                    <a:close/>
                  </a:path>
                </a:pathLst>
              </a:custGeom>
              <a:grpFill/>
              <a:ln>
                <a:noFill/>
              </a:ln>
            </p:spPr>
            <p:txBody>
              <a:bodyPr anchor="ctr"/>
              <a:lstStyle/>
              <a:p>
                <a:pPr algn="ctr"/>
                <a:endParaRPr/>
              </a:p>
            </p:txBody>
          </p:sp>
          <p:sp>
            <p:nvSpPr>
              <p:cNvPr id="91" name="íṥľïdê">
                <a:extLst>
                  <a:ext uri="{FF2B5EF4-FFF2-40B4-BE49-F238E27FC236}">
                    <a16:creationId xmlns:a16="http://schemas.microsoft.com/office/drawing/2014/main" id="{317EE5BD-E397-49E8-A67D-1000D9D842AC}"/>
                  </a:ext>
                </a:extLst>
              </p:cNvPr>
              <p:cNvSpPr/>
              <p:nvPr/>
            </p:nvSpPr>
            <p:spPr bwMode="auto">
              <a:xfrm>
                <a:off x="10366960" y="732929"/>
                <a:ext cx="29774" cy="48644"/>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1" y="129"/>
                      <a:pt x="45" y="150"/>
                      <a:pt x="74" y="151"/>
                    </a:cubicBezTo>
                    <a:cubicBezTo>
                      <a:pt x="103"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1"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grpFill/>
              <a:ln>
                <a:noFill/>
              </a:ln>
            </p:spPr>
            <p:txBody>
              <a:bodyPr anchor="ctr"/>
              <a:lstStyle/>
              <a:p>
                <a:pPr algn="ctr"/>
                <a:endParaRPr/>
              </a:p>
            </p:txBody>
          </p:sp>
          <p:sp>
            <p:nvSpPr>
              <p:cNvPr id="92" name="ïṡ1iďe">
                <a:extLst>
                  <a:ext uri="{FF2B5EF4-FFF2-40B4-BE49-F238E27FC236}">
                    <a16:creationId xmlns:a16="http://schemas.microsoft.com/office/drawing/2014/main" id="{262D40FB-16BB-4284-AFC9-C81F18C5BD60}"/>
                  </a:ext>
                </a:extLst>
              </p:cNvPr>
              <p:cNvSpPr/>
              <p:nvPr/>
            </p:nvSpPr>
            <p:spPr bwMode="auto">
              <a:xfrm>
                <a:off x="10423571" y="721607"/>
                <a:ext cx="36483" cy="47386"/>
              </a:xfrm>
              <a:custGeom>
                <a:avLst/>
                <a:gdLst>
                  <a:gd name="T0" fmla="*/ 147 w 177"/>
                  <a:gd name="T1" fmla="*/ 0 h 228"/>
                  <a:gd name="T2" fmla="*/ 177 w 177"/>
                  <a:gd name="T3" fmla="*/ 0 h 228"/>
                  <a:gd name="T4" fmla="*/ 177 w 177"/>
                  <a:gd name="T5" fmla="*/ 144 h 228"/>
                  <a:gd name="T6" fmla="*/ 85 w 177"/>
                  <a:gd name="T7" fmla="*/ 228 h 228"/>
                  <a:gd name="T8" fmla="*/ 0 w 177"/>
                  <a:gd name="T9" fmla="*/ 149 h 228"/>
                  <a:gd name="T10" fmla="*/ 0 w 177"/>
                  <a:gd name="T11" fmla="*/ 0 h 228"/>
                  <a:gd name="T12" fmla="*/ 30 w 177"/>
                  <a:gd name="T13" fmla="*/ 0 h 228"/>
                  <a:gd name="T14" fmla="*/ 30 w 177"/>
                  <a:gd name="T15" fmla="*/ 141 h 228"/>
                  <a:gd name="T16" fmla="*/ 87 w 177"/>
                  <a:gd name="T17" fmla="*/ 203 h 228"/>
                  <a:gd name="T18" fmla="*/ 147 w 177"/>
                  <a:gd name="T19" fmla="*/ 141 h 228"/>
                  <a:gd name="T20" fmla="*/ 147 w 177"/>
                  <a:gd name="T21" fmla="*/ 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7" h="228">
                    <a:moveTo>
                      <a:pt x="147" y="0"/>
                    </a:moveTo>
                    <a:cubicBezTo>
                      <a:pt x="177" y="0"/>
                      <a:pt x="177" y="0"/>
                      <a:pt x="177" y="0"/>
                    </a:cubicBezTo>
                    <a:cubicBezTo>
                      <a:pt x="177" y="144"/>
                      <a:pt x="177" y="144"/>
                      <a:pt x="177" y="144"/>
                    </a:cubicBezTo>
                    <a:cubicBezTo>
                      <a:pt x="175" y="198"/>
                      <a:pt x="144" y="226"/>
                      <a:pt x="85" y="228"/>
                    </a:cubicBezTo>
                    <a:cubicBezTo>
                      <a:pt x="31" y="226"/>
                      <a:pt x="2" y="200"/>
                      <a:pt x="0" y="149"/>
                    </a:cubicBezTo>
                    <a:cubicBezTo>
                      <a:pt x="0" y="0"/>
                      <a:pt x="0" y="0"/>
                      <a:pt x="0" y="0"/>
                    </a:cubicBezTo>
                    <a:cubicBezTo>
                      <a:pt x="30" y="0"/>
                      <a:pt x="30" y="0"/>
                      <a:pt x="30" y="0"/>
                    </a:cubicBezTo>
                    <a:cubicBezTo>
                      <a:pt x="30" y="141"/>
                      <a:pt x="30" y="141"/>
                      <a:pt x="30" y="141"/>
                    </a:cubicBezTo>
                    <a:cubicBezTo>
                      <a:pt x="31" y="182"/>
                      <a:pt x="50" y="202"/>
                      <a:pt x="87" y="203"/>
                    </a:cubicBezTo>
                    <a:cubicBezTo>
                      <a:pt x="127" y="202"/>
                      <a:pt x="147" y="182"/>
                      <a:pt x="147" y="141"/>
                    </a:cubicBezTo>
                    <a:lnTo>
                      <a:pt x="147" y="0"/>
                    </a:lnTo>
                    <a:close/>
                  </a:path>
                </a:pathLst>
              </a:custGeom>
              <a:grpFill/>
              <a:ln>
                <a:noFill/>
              </a:ln>
            </p:spPr>
            <p:txBody>
              <a:bodyPr anchor="ctr"/>
              <a:lstStyle/>
              <a:p>
                <a:pPr algn="ctr"/>
                <a:endParaRPr/>
              </a:p>
            </p:txBody>
          </p:sp>
          <p:sp>
            <p:nvSpPr>
              <p:cNvPr id="93" name="ïṧľïḋé">
                <a:extLst>
                  <a:ext uri="{FF2B5EF4-FFF2-40B4-BE49-F238E27FC236}">
                    <a16:creationId xmlns:a16="http://schemas.microsoft.com/office/drawing/2014/main" id="{4E712710-AF9C-4582-8970-E1AF9A2332C5}"/>
                  </a:ext>
                </a:extLst>
              </p:cNvPr>
              <p:cNvSpPr/>
              <p:nvPr/>
            </p:nvSpPr>
            <p:spPr bwMode="auto">
              <a:xfrm>
                <a:off x="10469280" y="732929"/>
                <a:ext cx="27677"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8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9" y="38"/>
                      <a:pt x="97" y="24"/>
                      <a:pt x="71" y="26"/>
                    </a:cubicBezTo>
                    <a:cubicBezTo>
                      <a:pt x="44"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8" y="0"/>
                    </a:cubicBezTo>
                    <a:cubicBezTo>
                      <a:pt x="114" y="1"/>
                      <a:pt x="133" y="20"/>
                      <a:pt x="134" y="58"/>
                    </a:cubicBezTo>
                    <a:close/>
                  </a:path>
                </a:pathLst>
              </a:custGeom>
              <a:grpFill/>
              <a:ln>
                <a:noFill/>
              </a:ln>
            </p:spPr>
            <p:txBody>
              <a:bodyPr anchor="ctr"/>
              <a:lstStyle/>
              <a:p>
                <a:pPr algn="ctr"/>
                <a:endParaRPr/>
              </a:p>
            </p:txBody>
          </p:sp>
          <p:sp>
            <p:nvSpPr>
              <p:cNvPr id="94" name="ïṧ1ïḓe">
                <a:extLst>
                  <a:ext uri="{FF2B5EF4-FFF2-40B4-BE49-F238E27FC236}">
                    <a16:creationId xmlns:a16="http://schemas.microsoft.com/office/drawing/2014/main" id="{63EE038E-A4BA-4F61-9361-FEA530A9F452}"/>
                  </a:ext>
                </a:extLst>
              </p:cNvPr>
              <p:cNvSpPr/>
              <p:nvPr/>
            </p:nvSpPr>
            <p:spPr bwMode="auto">
              <a:xfrm>
                <a:off x="10505763" y="721607"/>
                <a:ext cx="5452" cy="46547"/>
              </a:xfrm>
              <a:custGeom>
                <a:avLst/>
                <a:gdLst>
                  <a:gd name="T0" fmla="*/ 13 w 13"/>
                  <a:gd name="T1" fmla="*/ 30 h 111"/>
                  <a:gd name="T2" fmla="*/ 13 w 13"/>
                  <a:gd name="T3" fmla="*/ 111 h 111"/>
                  <a:gd name="T4" fmla="*/ 0 w 13"/>
                  <a:gd name="T5" fmla="*/ 111 h 111"/>
                  <a:gd name="T6" fmla="*/ 0 w 13"/>
                  <a:gd name="T7" fmla="*/ 30 h 111"/>
                  <a:gd name="T8" fmla="*/ 13 w 13"/>
                  <a:gd name="T9" fmla="*/ 30 h 111"/>
                  <a:gd name="T10" fmla="*/ 13 w 13"/>
                  <a:gd name="T11" fmla="*/ 30 h 111"/>
                  <a:gd name="T12" fmla="*/ 13 w 13"/>
                  <a:gd name="T13" fmla="*/ 15 h 111"/>
                  <a:gd name="T14" fmla="*/ 0 w 13"/>
                  <a:gd name="T15" fmla="*/ 15 h 111"/>
                  <a:gd name="T16" fmla="*/ 0 w 13"/>
                  <a:gd name="T17" fmla="*/ 0 h 111"/>
                  <a:gd name="T18" fmla="*/ 13 w 13"/>
                  <a:gd name="T19" fmla="*/ 0 h 111"/>
                  <a:gd name="T20" fmla="*/ 13 w 13"/>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1">
                    <a:moveTo>
                      <a:pt x="13" y="30"/>
                    </a:moveTo>
                    <a:lnTo>
                      <a:pt x="13" y="111"/>
                    </a:lnTo>
                    <a:lnTo>
                      <a:pt x="0" y="111"/>
                    </a:lnTo>
                    <a:lnTo>
                      <a:pt x="0" y="30"/>
                    </a:lnTo>
                    <a:lnTo>
                      <a:pt x="13" y="30"/>
                    </a:lnTo>
                    <a:lnTo>
                      <a:pt x="13" y="30"/>
                    </a:lnTo>
                    <a:close/>
                    <a:moveTo>
                      <a:pt x="13" y="15"/>
                    </a:moveTo>
                    <a:lnTo>
                      <a:pt x="0" y="15"/>
                    </a:lnTo>
                    <a:lnTo>
                      <a:pt x="0" y="0"/>
                    </a:lnTo>
                    <a:lnTo>
                      <a:pt x="13" y="0"/>
                    </a:lnTo>
                    <a:lnTo>
                      <a:pt x="13" y="15"/>
                    </a:lnTo>
                    <a:close/>
                  </a:path>
                </a:pathLst>
              </a:custGeom>
              <a:grpFill/>
              <a:ln>
                <a:noFill/>
              </a:ln>
            </p:spPr>
            <p:txBody>
              <a:bodyPr anchor="ctr"/>
              <a:lstStyle/>
              <a:p>
                <a:pPr algn="ctr"/>
                <a:endParaRPr/>
              </a:p>
            </p:txBody>
          </p:sp>
          <p:sp>
            <p:nvSpPr>
              <p:cNvPr id="95" name="îśľîḋé">
                <a:extLst>
                  <a:ext uri="{FF2B5EF4-FFF2-40B4-BE49-F238E27FC236}">
                    <a16:creationId xmlns:a16="http://schemas.microsoft.com/office/drawing/2014/main" id="{AF8D45F1-676B-4A01-99BD-8D51D2BAF3D6}"/>
                  </a:ext>
                </a:extLst>
              </p:cNvPr>
              <p:cNvSpPr/>
              <p:nvPr/>
            </p:nvSpPr>
            <p:spPr bwMode="auto">
              <a:xfrm>
                <a:off x="10515827" y="734187"/>
                <a:ext cx="31451" cy="33967"/>
              </a:xfrm>
              <a:custGeom>
                <a:avLst/>
                <a:gdLst>
                  <a:gd name="T0" fmla="*/ 37 w 75"/>
                  <a:gd name="T1" fmla="*/ 66 h 81"/>
                  <a:gd name="T2" fmla="*/ 60 w 75"/>
                  <a:gd name="T3" fmla="*/ 0 h 81"/>
                  <a:gd name="T4" fmla="*/ 75 w 75"/>
                  <a:gd name="T5" fmla="*/ 0 h 81"/>
                  <a:gd name="T6" fmla="*/ 44 w 75"/>
                  <a:gd name="T7" fmla="*/ 81 h 81"/>
                  <a:gd name="T8" fmla="*/ 30 w 75"/>
                  <a:gd name="T9" fmla="*/ 81 h 81"/>
                  <a:gd name="T10" fmla="*/ 0 w 75"/>
                  <a:gd name="T11" fmla="*/ 0 h 81"/>
                  <a:gd name="T12" fmla="*/ 16 w 75"/>
                  <a:gd name="T13" fmla="*/ 0 h 81"/>
                  <a:gd name="T14" fmla="*/ 36 w 75"/>
                  <a:gd name="T15" fmla="*/ 66 h 81"/>
                  <a:gd name="T16" fmla="*/ 37 w 75"/>
                  <a:gd name="T17"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37" y="66"/>
                    </a:moveTo>
                    <a:lnTo>
                      <a:pt x="60" y="0"/>
                    </a:lnTo>
                    <a:lnTo>
                      <a:pt x="75" y="0"/>
                    </a:lnTo>
                    <a:lnTo>
                      <a:pt x="44" y="81"/>
                    </a:lnTo>
                    <a:lnTo>
                      <a:pt x="30" y="81"/>
                    </a:lnTo>
                    <a:lnTo>
                      <a:pt x="0" y="0"/>
                    </a:lnTo>
                    <a:lnTo>
                      <a:pt x="16" y="0"/>
                    </a:lnTo>
                    <a:lnTo>
                      <a:pt x="36" y="66"/>
                    </a:lnTo>
                    <a:lnTo>
                      <a:pt x="37" y="66"/>
                    </a:lnTo>
                    <a:close/>
                  </a:path>
                </a:pathLst>
              </a:custGeom>
              <a:grpFill/>
              <a:ln>
                <a:noFill/>
              </a:ln>
            </p:spPr>
            <p:txBody>
              <a:bodyPr anchor="ctr"/>
              <a:lstStyle/>
              <a:p>
                <a:pPr algn="ctr"/>
                <a:endParaRPr/>
              </a:p>
            </p:txBody>
          </p:sp>
          <p:sp>
            <p:nvSpPr>
              <p:cNvPr id="96" name="iṧḷïdè">
                <a:extLst>
                  <a:ext uri="{FF2B5EF4-FFF2-40B4-BE49-F238E27FC236}">
                    <a16:creationId xmlns:a16="http://schemas.microsoft.com/office/drawing/2014/main" id="{E1C4D69B-FBB4-47D2-BD03-AC7C1444A26A}"/>
                  </a:ext>
                </a:extLst>
              </p:cNvPr>
              <p:cNvSpPr/>
              <p:nvPr/>
            </p:nvSpPr>
            <p:spPr bwMode="auto">
              <a:xfrm>
                <a:off x="10550213" y="732929"/>
                <a:ext cx="31032" cy="35644"/>
              </a:xfrm>
              <a:custGeom>
                <a:avLst/>
                <a:gdLst>
                  <a:gd name="T0" fmla="*/ 121 w 150"/>
                  <a:gd name="T1" fmla="*/ 118 h 171"/>
                  <a:gd name="T2" fmla="*/ 148 w 150"/>
                  <a:gd name="T3" fmla="*/ 118 h 171"/>
                  <a:gd name="T4" fmla="*/ 118 w 150"/>
                  <a:gd name="T5" fmla="*/ 163 h 171"/>
                  <a:gd name="T6" fmla="*/ 74 w 150"/>
                  <a:gd name="T7" fmla="*/ 171 h 171"/>
                  <a:gd name="T8" fmla="*/ 0 w 150"/>
                  <a:gd name="T9" fmla="*/ 92 h 171"/>
                  <a:gd name="T10" fmla="*/ 79 w 150"/>
                  <a:gd name="T11" fmla="*/ 0 h 171"/>
                  <a:gd name="T12" fmla="*/ 150 w 150"/>
                  <a:gd name="T13" fmla="*/ 97 h 171"/>
                  <a:gd name="T14" fmla="*/ 30 w 150"/>
                  <a:gd name="T15" fmla="*/ 97 h 171"/>
                  <a:gd name="T16" fmla="*/ 78 w 150"/>
                  <a:gd name="T17" fmla="*/ 151 h 171"/>
                  <a:gd name="T18" fmla="*/ 121 w 150"/>
                  <a:gd name="T19" fmla="*/ 118 h 171"/>
                  <a:gd name="T20" fmla="*/ 30 w 150"/>
                  <a:gd name="T21" fmla="*/ 75 h 171"/>
                  <a:gd name="T22" fmla="*/ 122 w 150"/>
                  <a:gd name="T23" fmla="*/ 75 h 171"/>
                  <a:gd name="T24" fmla="*/ 75 w 150"/>
                  <a:gd name="T25" fmla="*/ 26 h 171"/>
                  <a:gd name="T26" fmla="*/ 30 w 150"/>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0" h="171">
                    <a:moveTo>
                      <a:pt x="121" y="118"/>
                    </a:moveTo>
                    <a:cubicBezTo>
                      <a:pt x="148" y="118"/>
                      <a:pt x="148" y="118"/>
                      <a:pt x="148" y="118"/>
                    </a:cubicBezTo>
                    <a:cubicBezTo>
                      <a:pt x="144" y="136"/>
                      <a:pt x="134" y="151"/>
                      <a:pt x="118" y="163"/>
                    </a:cubicBezTo>
                    <a:cubicBezTo>
                      <a:pt x="109" y="169"/>
                      <a:pt x="94" y="171"/>
                      <a:pt x="74" y="171"/>
                    </a:cubicBezTo>
                    <a:cubicBezTo>
                      <a:pt x="27" y="170"/>
                      <a:pt x="3" y="143"/>
                      <a:pt x="0" y="92"/>
                    </a:cubicBezTo>
                    <a:cubicBezTo>
                      <a:pt x="2" y="32"/>
                      <a:pt x="28" y="2"/>
                      <a:pt x="79" y="0"/>
                    </a:cubicBezTo>
                    <a:cubicBezTo>
                      <a:pt x="125" y="1"/>
                      <a:pt x="149" y="33"/>
                      <a:pt x="150" y="97"/>
                    </a:cubicBezTo>
                    <a:cubicBezTo>
                      <a:pt x="30" y="97"/>
                      <a:pt x="30" y="97"/>
                      <a:pt x="30" y="97"/>
                    </a:cubicBezTo>
                    <a:cubicBezTo>
                      <a:pt x="30" y="133"/>
                      <a:pt x="46" y="151"/>
                      <a:pt x="78" y="151"/>
                    </a:cubicBezTo>
                    <a:cubicBezTo>
                      <a:pt x="101" y="149"/>
                      <a:pt x="115" y="138"/>
                      <a:pt x="121" y="118"/>
                    </a:cubicBezTo>
                    <a:close/>
                    <a:moveTo>
                      <a:pt x="30" y="75"/>
                    </a:moveTo>
                    <a:cubicBezTo>
                      <a:pt x="122" y="75"/>
                      <a:pt x="122" y="75"/>
                      <a:pt x="122" y="75"/>
                    </a:cubicBezTo>
                    <a:cubicBezTo>
                      <a:pt x="119" y="42"/>
                      <a:pt x="104" y="26"/>
                      <a:pt x="75" y="26"/>
                    </a:cubicBezTo>
                    <a:cubicBezTo>
                      <a:pt x="48" y="28"/>
                      <a:pt x="33" y="44"/>
                      <a:pt x="30" y="75"/>
                    </a:cubicBezTo>
                    <a:close/>
                  </a:path>
                </a:pathLst>
              </a:custGeom>
              <a:grpFill/>
              <a:ln>
                <a:noFill/>
              </a:ln>
            </p:spPr>
            <p:txBody>
              <a:bodyPr anchor="ctr"/>
              <a:lstStyle/>
              <a:p>
                <a:pPr algn="ctr"/>
                <a:endParaRPr/>
              </a:p>
            </p:txBody>
          </p:sp>
          <p:sp>
            <p:nvSpPr>
              <p:cNvPr id="97" name="îṩḷîḓe">
                <a:extLst>
                  <a:ext uri="{FF2B5EF4-FFF2-40B4-BE49-F238E27FC236}">
                    <a16:creationId xmlns:a16="http://schemas.microsoft.com/office/drawing/2014/main" id="{78E96D5D-3221-43D0-A0D6-3607C2926725}"/>
                  </a:ext>
                </a:extLst>
              </p:cNvPr>
              <p:cNvSpPr/>
              <p:nvPr/>
            </p:nvSpPr>
            <p:spPr bwMode="auto">
              <a:xfrm>
                <a:off x="10588793" y="732929"/>
                <a:ext cx="16774" cy="35225"/>
              </a:xfrm>
              <a:custGeom>
                <a:avLst/>
                <a:gdLst>
                  <a:gd name="T0" fmla="*/ 29 w 81"/>
                  <a:gd name="T1" fmla="*/ 73 h 169"/>
                  <a:gd name="T2" fmla="*/ 29 w 81"/>
                  <a:gd name="T3" fmla="*/ 169 h 169"/>
                  <a:gd name="T4" fmla="*/ 0 w 81"/>
                  <a:gd name="T5" fmla="*/ 169 h 169"/>
                  <a:gd name="T6" fmla="*/ 0 w 81"/>
                  <a:gd name="T7" fmla="*/ 5 h 169"/>
                  <a:gd name="T8" fmla="*/ 27 w 81"/>
                  <a:gd name="T9" fmla="*/ 5 h 169"/>
                  <a:gd name="T10" fmla="*/ 27 w 81"/>
                  <a:gd name="T11" fmla="*/ 33 h 169"/>
                  <a:gd name="T12" fmla="*/ 74 w 81"/>
                  <a:gd name="T13" fmla="*/ 0 h 169"/>
                  <a:gd name="T14" fmla="*/ 79 w 81"/>
                  <a:gd name="T15" fmla="*/ 1 h 169"/>
                  <a:gd name="T16" fmla="*/ 81 w 81"/>
                  <a:gd name="T17" fmla="*/ 1 h 169"/>
                  <a:gd name="T18" fmla="*/ 81 w 81"/>
                  <a:gd name="T19" fmla="*/ 31 h 169"/>
                  <a:gd name="T20" fmla="*/ 70 w 81"/>
                  <a:gd name="T21" fmla="*/ 31 h 169"/>
                  <a:gd name="T22" fmla="*/ 29 w 81"/>
                  <a:gd name="T23" fmla="*/ 7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1" h="169">
                    <a:moveTo>
                      <a:pt x="29" y="73"/>
                    </a:moveTo>
                    <a:cubicBezTo>
                      <a:pt x="29" y="169"/>
                      <a:pt x="29" y="169"/>
                      <a:pt x="29" y="169"/>
                    </a:cubicBezTo>
                    <a:cubicBezTo>
                      <a:pt x="0" y="169"/>
                      <a:pt x="0" y="169"/>
                      <a:pt x="0" y="169"/>
                    </a:cubicBezTo>
                    <a:cubicBezTo>
                      <a:pt x="0" y="5"/>
                      <a:pt x="0" y="5"/>
                      <a:pt x="0" y="5"/>
                    </a:cubicBezTo>
                    <a:cubicBezTo>
                      <a:pt x="27" y="5"/>
                      <a:pt x="27" y="5"/>
                      <a:pt x="27" y="5"/>
                    </a:cubicBezTo>
                    <a:cubicBezTo>
                      <a:pt x="27" y="33"/>
                      <a:pt x="27" y="33"/>
                      <a:pt x="27" y="33"/>
                    </a:cubicBezTo>
                    <a:cubicBezTo>
                      <a:pt x="40" y="11"/>
                      <a:pt x="55" y="0"/>
                      <a:pt x="74" y="0"/>
                    </a:cubicBezTo>
                    <a:cubicBezTo>
                      <a:pt x="76" y="0"/>
                      <a:pt x="77" y="0"/>
                      <a:pt x="79" y="1"/>
                    </a:cubicBezTo>
                    <a:cubicBezTo>
                      <a:pt x="80" y="1"/>
                      <a:pt x="81" y="1"/>
                      <a:pt x="81" y="1"/>
                    </a:cubicBezTo>
                    <a:cubicBezTo>
                      <a:pt x="81" y="31"/>
                      <a:pt x="81" y="31"/>
                      <a:pt x="81" y="31"/>
                    </a:cubicBezTo>
                    <a:cubicBezTo>
                      <a:pt x="70" y="31"/>
                      <a:pt x="70" y="31"/>
                      <a:pt x="70" y="31"/>
                    </a:cubicBezTo>
                    <a:cubicBezTo>
                      <a:pt x="44" y="32"/>
                      <a:pt x="30" y="46"/>
                      <a:pt x="29" y="73"/>
                    </a:cubicBezTo>
                    <a:close/>
                  </a:path>
                </a:pathLst>
              </a:custGeom>
              <a:grpFill/>
              <a:ln>
                <a:noFill/>
              </a:ln>
            </p:spPr>
            <p:txBody>
              <a:bodyPr anchor="ctr"/>
              <a:lstStyle/>
              <a:p>
                <a:pPr algn="ctr"/>
                <a:endParaRPr/>
              </a:p>
            </p:txBody>
          </p:sp>
          <p:sp>
            <p:nvSpPr>
              <p:cNvPr id="98" name="is1idé">
                <a:extLst>
                  <a:ext uri="{FF2B5EF4-FFF2-40B4-BE49-F238E27FC236}">
                    <a16:creationId xmlns:a16="http://schemas.microsoft.com/office/drawing/2014/main" id="{0ED3107C-ACE6-4D50-ADC3-999027E96110}"/>
                  </a:ext>
                </a:extLst>
              </p:cNvPr>
              <p:cNvSpPr/>
              <p:nvPr/>
            </p:nvSpPr>
            <p:spPr bwMode="auto">
              <a:xfrm>
                <a:off x="10607244" y="732929"/>
                <a:ext cx="28096" cy="35644"/>
              </a:xfrm>
              <a:custGeom>
                <a:avLst/>
                <a:gdLst>
                  <a:gd name="T0" fmla="*/ 130 w 136"/>
                  <a:gd name="T1" fmla="*/ 53 h 171"/>
                  <a:gd name="T2" fmla="*/ 103 w 136"/>
                  <a:gd name="T3" fmla="*/ 53 h 171"/>
                  <a:gd name="T4" fmla="*/ 64 w 136"/>
                  <a:gd name="T5" fmla="*/ 24 h 171"/>
                  <a:gd name="T6" fmla="*/ 32 w 136"/>
                  <a:gd name="T7" fmla="*/ 48 h 171"/>
                  <a:gd name="T8" fmla="*/ 61 w 136"/>
                  <a:gd name="T9" fmla="*/ 70 h 171"/>
                  <a:gd name="T10" fmla="*/ 89 w 136"/>
                  <a:gd name="T11" fmla="*/ 76 h 171"/>
                  <a:gd name="T12" fmla="*/ 135 w 136"/>
                  <a:gd name="T13" fmla="*/ 120 h 171"/>
                  <a:gd name="T14" fmla="*/ 71 w 136"/>
                  <a:gd name="T15" fmla="*/ 171 h 171"/>
                  <a:gd name="T16" fmla="*/ 0 w 136"/>
                  <a:gd name="T17" fmla="*/ 116 h 171"/>
                  <a:gd name="T18" fmla="*/ 26 w 136"/>
                  <a:gd name="T19" fmla="*/ 116 h 171"/>
                  <a:gd name="T20" fmla="*/ 71 w 136"/>
                  <a:gd name="T21" fmla="*/ 151 h 171"/>
                  <a:gd name="T22" fmla="*/ 108 w 136"/>
                  <a:gd name="T23" fmla="*/ 124 h 171"/>
                  <a:gd name="T24" fmla="*/ 76 w 136"/>
                  <a:gd name="T25" fmla="*/ 100 h 171"/>
                  <a:gd name="T26" fmla="*/ 43 w 136"/>
                  <a:gd name="T27" fmla="*/ 93 h 171"/>
                  <a:gd name="T28" fmla="*/ 5 w 136"/>
                  <a:gd name="T29" fmla="*/ 54 h 171"/>
                  <a:gd name="T30" fmla="*/ 67 w 136"/>
                  <a:gd name="T31" fmla="*/ 0 h 171"/>
                  <a:gd name="T32" fmla="*/ 130 w 136"/>
                  <a:gd name="T33" fmla="*/ 5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6" h="171">
                    <a:moveTo>
                      <a:pt x="130" y="53"/>
                    </a:moveTo>
                    <a:cubicBezTo>
                      <a:pt x="103" y="53"/>
                      <a:pt x="103" y="53"/>
                      <a:pt x="103" y="53"/>
                    </a:cubicBezTo>
                    <a:cubicBezTo>
                      <a:pt x="103" y="34"/>
                      <a:pt x="90" y="24"/>
                      <a:pt x="64" y="24"/>
                    </a:cubicBezTo>
                    <a:cubicBezTo>
                      <a:pt x="43" y="25"/>
                      <a:pt x="33" y="33"/>
                      <a:pt x="32" y="48"/>
                    </a:cubicBezTo>
                    <a:cubicBezTo>
                      <a:pt x="30" y="58"/>
                      <a:pt x="40" y="66"/>
                      <a:pt x="61" y="70"/>
                    </a:cubicBezTo>
                    <a:cubicBezTo>
                      <a:pt x="89" y="76"/>
                      <a:pt x="89" y="76"/>
                      <a:pt x="89" y="76"/>
                    </a:cubicBezTo>
                    <a:cubicBezTo>
                      <a:pt x="120" y="83"/>
                      <a:pt x="136" y="98"/>
                      <a:pt x="135" y="120"/>
                    </a:cubicBezTo>
                    <a:cubicBezTo>
                      <a:pt x="133" y="153"/>
                      <a:pt x="112" y="170"/>
                      <a:pt x="71" y="171"/>
                    </a:cubicBezTo>
                    <a:cubicBezTo>
                      <a:pt x="24" y="171"/>
                      <a:pt x="1" y="153"/>
                      <a:pt x="0" y="116"/>
                    </a:cubicBezTo>
                    <a:cubicBezTo>
                      <a:pt x="26" y="116"/>
                      <a:pt x="26" y="116"/>
                      <a:pt x="26" y="116"/>
                    </a:cubicBezTo>
                    <a:cubicBezTo>
                      <a:pt x="27" y="139"/>
                      <a:pt x="42" y="151"/>
                      <a:pt x="71" y="151"/>
                    </a:cubicBezTo>
                    <a:cubicBezTo>
                      <a:pt x="95" y="150"/>
                      <a:pt x="107" y="141"/>
                      <a:pt x="108" y="124"/>
                    </a:cubicBezTo>
                    <a:cubicBezTo>
                      <a:pt x="109" y="114"/>
                      <a:pt x="99" y="106"/>
                      <a:pt x="76" y="100"/>
                    </a:cubicBezTo>
                    <a:cubicBezTo>
                      <a:pt x="43" y="93"/>
                      <a:pt x="43" y="93"/>
                      <a:pt x="43" y="93"/>
                    </a:cubicBezTo>
                    <a:cubicBezTo>
                      <a:pt x="18" y="87"/>
                      <a:pt x="5" y="73"/>
                      <a:pt x="5" y="54"/>
                    </a:cubicBezTo>
                    <a:cubicBezTo>
                      <a:pt x="7" y="20"/>
                      <a:pt x="27" y="2"/>
                      <a:pt x="67" y="0"/>
                    </a:cubicBezTo>
                    <a:cubicBezTo>
                      <a:pt x="107" y="1"/>
                      <a:pt x="127" y="18"/>
                      <a:pt x="130" y="53"/>
                    </a:cubicBezTo>
                    <a:close/>
                  </a:path>
                </a:pathLst>
              </a:custGeom>
              <a:grpFill/>
              <a:ln>
                <a:noFill/>
              </a:ln>
            </p:spPr>
            <p:txBody>
              <a:bodyPr anchor="ctr"/>
              <a:lstStyle/>
              <a:p>
                <a:pPr algn="ctr"/>
                <a:endParaRPr/>
              </a:p>
            </p:txBody>
          </p:sp>
          <p:sp>
            <p:nvSpPr>
              <p:cNvPr id="99" name="iśľîḋe">
                <a:extLst>
                  <a:ext uri="{FF2B5EF4-FFF2-40B4-BE49-F238E27FC236}">
                    <a16:creationId xmlns:a16="http://schemas.microsoft.com/office/drawing/2014/main" id="{D435AD35-6A0D-4345-9415-FF0776BFD61A}"/>
                  </a:ext>
                </a:extLst>
              </p:cNvPr>
              <p:cNvSpPr/>
              <p:nvPr/>
            </p:nvSpPr>
            <p:spPr bwMode="auto">
              <a:xfrm>
                <a:off x="10642050" y="721607"/>
                <a:ext cx="5871" cy="46547"/>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grpFill/>
              <a:ln>
                <a:noFill/>
              </a:ln>
            </p:spPr>
            <p:txBody>
              <a:bodyPr anchor="ctr"/>
              <a:lstStyle/>
              <a:p>
                <a:pPr algn="ctr"/>
                <a:endParaRPr/>
              </a:p>
            </p:txBody>
          </p:sp>
          <p:sp>
            <p:nvSpPr>
              <p:cNvPr id="100" name="îṩḻíḍé">
                <a:extLst>
                  <a:ext uri="{FF2B5EF4-FFF2-40B4-BE49-F238E27FC236}">
                    <a16:creationId xmlns:a16="http://schemas.microsoft.com/office/drawing/2014/main" id="{0625285B-8E29-429A-A983-E9F5167DDF09}"/>
                  </a:ext>
                </a:extLst>
              </p:cNvPr>
              <p:cNvSpPr/>
              <p:nvPr/>
            </p:nvSpPr>
            <p:spPr bwMode="auto">
              <a:xfrm>
                <a:off x="10652953" y="724542"/>
                <a:ext cx="15935" cy="43612"/>
              </a:xfrm>
              <a:custGeom>
                <a:avLst/>
                <a:gdLst>
                  <a:gd name="T0" fmla="*/ 76 w 76"/>
                  <a:gd name="T1" fmla="*/ 69 h 210"/>
                  <a:gd name="T2" fmla="*/ 49 w 76"/>
                  <a:gd name="T3" fmla="*/ 69 h 210"/>
                  <a:gd name="T4" fmla="*/ 49 w 76"/>
                  <a:gd name="T5" fmla="*/ 176 h 210"/>
                  <a:gd name="T6" fmla="*/ 65 w 76"/>
                  <a:gd name="T7" fmla="*/ 189 h 210"/>
                  <a:gd name="T8" fmla="*/ 76 w 76"/>
                  <a:gd name="T9" fmla="*/ 189 h 210"/>
                  <a:gd name="T10" fmla="*/ 76 w 76"/>
                  <a:gd name="T11" fmla="*/ 210 h 210"/>
                  <a:gd name="T12" fmla="*/ 58 w 76"/>
                  <a:gd name="T13" fmla="*/ 210 h 210"/>
                  <a:gd name="T14" fmla="*/ 55 w 76"/>
                  <a:gd name="T15" fmla="*/ 210 h 210"/>
                  <a:gd name="T16" fmla="*/ 20 w 76"/>
                  <a:gd name="T17" fmla="*/ 178 h 210"/>
                  <a:gd name="T18" fmla="*/ 20 w 76"/>
                  <a:gd name="T19" fmla="*/ 69 h 210"/>
                  <a:gd name="T20" fmla="*/ 0 w 76"/>
                  <a:gd name="T21" fmla="*/ 69 h 210"/>
                  <a:gd name="T22" fmla="*/ 0 w 76"/>
                  <a:gd name="T23" fmla="*/ 46 h 210"/>
                  <a:gd name="T24" fmla="*/ 20 w 76"/>
                  <a:gd name="T25" fmla="*/ 46 h 210"/>
                  <a:gd name="T26" fmla="*/ 20 w 76"/>
                  <a:gd name="T27" fmla="*/ 0 h 210"/>
                  <a:gd name="T28" fmla="*/ 49 w 76"/>
                  <a:gd name="T29" fmla="*/ 0 h 210"/>
                  <a:gd name="T30" fmla="*/ 49 w 76"/>
                  <a:gd name="T31" fmla="*/ 46 h 210"/>
                  <a:gd name="T32" fmla="*/ 76 w 76"/>
                  <a:gd name="T33" fmla="*/ 46 h 210"/>
                  <a:gd name="T34" fmla="*/ 76 w 76"/>
                  <a:gd name="T35" fmla="*/ 69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210">
                    <a:moveTo>
                      <a:pt x="76" y="69"/>
                    </a:moveTo>
                    <a:cubicBezTo>
                      <a:pt x="49" y="69"/>
                      <a:pt x="49" y="69"/>
                      <a:pt x="49" y="69"/>
                    </a:cubicBezTo>
                    <a:cubicBezTo>
                      <a:pt x="49" y="176"/>
                      <a:pt x="49" y="176"/>
                      <a:pt x="49" y="176"/>
                    </a:cubicBezTo>
                    <a:cubicBezTo>
                      <a:pt x="49" y="185"/>
                      <a:pt x="54" y="189"/>
                      <a:pt x="65" y="189"/>
                    </a:cubicBezTo>
                    <a:cubicBezTo>
                      <a:pt x="76" y="189"/>
                      <a:pt x="76" y="189"/>
                      <a:pt x="76" y="189"/>
                    </a:cubicBezTo>
                    <a:cubicBezTo>
                      <a:pt x="76" y="210"/>
                      <a:pt x="76" y="210"/>
                      <a:pt x="76" y="210"/>
                    </a:cubicBezTo>
                    <a:cubicBezTo>
                      <a:pt x="71" y="210"/>
                      <a:pt x="65" y="210"/>
                      <a:pt x="58" y="210"/>
                    </a:cubicBezTo>
                    <a:cubicBezTo>
                      <a:pt x="57" y="210"/>
                      <a:pt x="56" y="210"/>
                      <a:pt x="55" y="210"/>
                    </a:cubicBezTo>
                    <a:cubicBezTo>
                      <a:pt x="31" y="210"/>
                      <a:pt x="20" y="199"/>
                      <a:pt x="20" y="178"/>
                    </a:cubicBezTo>
                    <a:cubicBezTo>
                      <a:pt x="20" y="69"/>
                      <a:pt x="20" y="69"/>
                      <a:pt x="20" y="69"/>
                    </a:cubicBezTo>
                    <a:cubicBezTo>
                      <a:pt x="0" y="69"/>
                      <a:pt x="0" y="69"/>
                      <a:pt x="0" y="69"/>
                    </a:cubicBezTo>
                    <a:cubicBezTo>
                      <a:pt x="0" y="46"/>
                      <a:pt x="0" y="46"/>
                      <a:pt x="0" y="46"/>
                    </a:cubicBezTo>
                    <a:cubicBezTo>
                      <a:pt x="20" y="46"/>
                      <a:pt x="20" y="46"/>
                      <a:pt x="20" y="46"/>
                    </a:cubicBezTo>
                    <a:cubicBezTo>
                      <a:pt x="20" y="0"/>
                      <a:pt x="20" y="0"/>
                      <a:pt x="20" y="0"/>
                    </a:cubicBezTo>
                    <a:cubicBezTo>
                      <a:pt x="49" y="0"/>
                      <a:pt x="49" y="0"/>
                      <a:pt x="49" y="0"/>
                    </a:cubicBezTo>
                    <a:cubicBezTo>
                      <a:pt x="49" y="46"/>
                      <a:pt x="49" y="46"/>
                      <a:pt x="49" y="46"/>
                    </a:cubicBezTo>
                    <a:cubicBezTo>
                      <a:pt x="76" y="46"/>
                      <a:pt x="76" y="46"/>
                      <a:pt x="76" y="46"/>
                    </a:cubicBezTo>
                    <a:lnTo>
                      <a:pt x="76" y="69"/>
                    </a:lnTo>
                    <a:close/>
                  </a:path>
                </a:pathLst>
              </a:custGeom>
              <a:grpFill/>
              <a:ln>
                <a:noFill/>
              </a:ln>
            </p:spPr>
            <p:txBody>
              <a:bodyPr anchor="ctr"/>
              <a:lstStyle/>
              <a:p>
                <a:pPr algn="ctr"/>
                <a:endParaRPr/>
              </a:p>
            </p:txBody>
          </p:sp>
          <p:sp>
            <p:nvSpPr>
              <p:cNvPr id="101" name="íS1íde">
                <a:extLst>
                  <a:ext uri="{FF2B5EF4-FFF2-40B4-BE49-F238E27FC236}">
                    <a16:creationId xmlns:a16="http://schemas.microsoft.com/office/drawing/2014/main" id="{0F0F95BD-1608-46EB-86C8-D8A8DF4945DD}"/>
                  </a:ext>
                </a:extLst>
              </p:cNvPr>
              <p:cNvSpPr/>
              <p:nvPr/>
            </p:nvSpPr>
            <p:spPr bwMode="auto">
              <a:xfrm>
                <a:off x="10670565" y="734187"/>
                <a:ext cx="31032" cy="47386"/>
              </a:xfrm>
              <a:custGeom>
                <a:avLst/>
                <a:gdLst>
                  <a:gd name="T0" fmla="*/ 76 w 150"/>
                  <a:gd name="T1" fmla="*/ 135 h 229"/>
                  <a:gd name="T2" fmla="*/ 119 w 150"/>
                  <a:gd name="T3" fmla="*/ 0 h 229"/>
                  <a:gd name="T4" fmla="*/ 150 w 150"/>
                  <a:gd name="T5" fmla="*/ 0 h 229"/>
                  <a:gd name="T6" fmla="*/ 133 w 150"/>
                  <a:gd name="T7" fmla="*/ 48 h 229"/>
                  <a:gd name="T8" fmla="*/ 91 w 150"/>
                  <a:gd name="T9" fmla="*/ 160 h 229"/>
                  <a:gd name="T10" fmla="*/ 62 w 150"/>
                  <a:gd name="T11" fmla="*/ 218 h 229"/>
                  <a:gd name="T12" fmla="*/ 26 w 150"/>
                  <a:gd name="T13" fmla="*/ 228 h 229"/>
                  <a:gd name="T14" fmla="*/ 15 w 150"/>
                  <a:gd name="T15" fmla="*/ 225 h 229"/>
                  <a:gd name="T16" fmla="*/ 15 w 150"/>
                  <a:gd name="T17" fmla="*/ 201 h 229"/>
                  <a:gd name="T18" fmla="*/ 18 w 150"/>
                  <a:gd name="T19" fmla="*/ 202 h 229"/>
                  <a:gd name="T20" fmla="*/ 31 w 150"/>
                  <a:gd name="T21" fmla="*/ 204 h 229"/>
                  <a:gd name="T22" fmla="*/ 60 w 150"/>
                  <a:gd name="T23" fmla="*/ 166 h 229"/>
                  <a:gd name="T24" fmla="*/ 0 w 150"/>
                  <a:gd name="T25" fmla="*/ 0 h 229"/>
                  <a:gd name="T26" fmla="*/ 31 w 150"/>
                  <a:gd name="T27" fmla="*/ 0 h 229"/>
                  <a:gd name="T28" fmla="*/ 75 w 150"/>
                  <a:gd name="T29" fmla="*/ 135 h 229"/>
                  <a:gd name="T30" fmla="*/ 76 w 150"/>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0" h="229">
                    <a:moveTo>
                      <a:pt x="76" y="135"/>
                    </a:moveTo>
                    <a:cubicBezTo>
                      <a:pt x="119" y="0"/>
                      <a:pt x="119" y="0"/>
                      <a:pt x="119" y="0"/>
                    </a:cubicBezTo>
                    <a:cubicBezTo>
                      <a:pt x="150" y="0"/>
                      <a:pt x="150" y="0"/>
                      <a:pt x="150" y="0"/>
                    </a:cubicBezTo>
                    <a:cubicBezTo>
                      <a:pt x="146" y="10"/>
                      <a:pt x="140" y="26"/>
                      <a:pt x="133" y="48"/>
                    </a:cubicBezTo>
                    <a:cubicBezTo>
                      <a:pt x="115" y="97"/>
                      <a:pt x="101" y="135"/>
                      <a:pt x="91" y="160"/>
                    </a:cubicBezTo>
                    <a:cubicBezTo>
                      <a:pt x="77" y="195"/>
                      <a:pt x="67" y="214"/>
                      <a:pt x="62" y="218"/>
                    </a:cubicBezTo>
                    <a:cubicBezTo>
                      <a:pt x="56" y="225"/>
                      <a:pt x="44" y="229"/>
                      <a:pt x="26" y="228"/>
                    </a:cubicBezTo>
                    <a:cubicBezTo>
                      <a:pt x="23" y="228"/>
                      <a:pt x="19" y="227"/>
                      <a:pt x="15" y="225"/>
                    </a:cubicBezTo>
                    <a:cubicBezTo>
                      <a:pt x="15" y="201"/>
                      <a:pt x="15" y="201"/>
                      <a:pt x="15" y="201"/>
                    </a:cubicBezTo>
                    <a:cubicBezTo>
                      <a:pt x="16" y="201"/>
                      <a:pt x="17" y="201"/>
                      <a:pt x="18" y="202"/>
                    </a:cubicBezTo>
                    <a:cubicBezTo>
                      <a:pt x="22" y="204"/>
                      <a:pt x="27" y="204"/>
                      <a:pt x="31" y="204"/>
                    </a:cubicBezTo>
                    <a:cubicBezTo>
                      <a:pt x="42" y="209"/>
                      <a:pt x="51" y="196"/>
                      <a:pt x="60" y="166"/>
                    </a:cubicBezTo>
                    <a:cubicBezTo>
                      <a:pt x="0" y="0"/>
                      <a:pt x="0" y="0"/>
                      <a:pt x="0" y="0"/>
                    </a:cubicBezTo>
                    <a:cubicBezTo>
                      <a:pt x="31" y="0"/>
                      <a:pt x="31" y="0"/>
                      <a:pt x="31" y="0"/>
                    </a:cubicBezTo>
                    <a:cubicBezTo>
                      <a:pt x="75" y="135"/>
                      <a:pt x="75" y="135"/>
                      <a:pt x="75" y="135"/>
                    </a:cubicBezTo>
                    <a:lnTo>
                      <a:pt x="76" y="135"/>
                    </a:lnTo>
                    <a:close/>
                  </a:path>
                </a:pathLst>
              </a:custGeom>
              <a:grpFill/>
              <a:ln>
                <a:noFill/>
              </a:ln>
            </p:spPr>
            <p:txBody>
              <a:bodyPr anchor="ctr"/>
              <a:lstStyle/>
              <a:p>
                <a:pPr algn="ctr"/>
                <a:endParaRPr/>
              </a:p>
            </p:txBody>
          </p:sp>
          <p:sp>
            <p:nvSpPr>
              <p:cNvPr id="102" name="îsḷiḋê">
                <a:extLst>
                  <a:ext uri="{FF2B5EF4-FFF2-40B4-BE49-F238E27FC236}">
                    <a16:creationId xmlns:a16="http://schemas.microsoft.com/office/drawing/2014/main" id="{BB4BC201-820D-44EF-B3D4-D5B6E0085B09}"/>
                  </a:ext>
                </a:extLst>
              </p:cNvPr>
              <p:cNvSpPr/>
              <p:nvPr/>
            </p:nvSpPr>
            <p:spPr bwMode="auto">
              <a:xfrm>
                <a:off x="10722564" y="732929"/>
                <a:ext cx="31870"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3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8" y="2"/>
                      <a:pt x="76" y="0"/>
                    </a:cubicBezTo>
                    <a:cubicBezTo>
                      <a:pt x="123" y="2"/>
                      <a:pt x="148" y="31"/>
                      <a:pt x="152" y="87"/>
                    </a:cubicBezTo>
                    <a:cubicBezTo>
                      <a:pt x="148" y="142"/>
                      <a:pt x="123" y="170"/>
                      <a:pt x="76" y="171"/>
                    </a:cubicBezTo>
                    <a:cubicBezTo>
                      <a:pt x="28" y="170"/>
                      <a:pt x="3" y="142"/>
                      <a:pt x="0" y="87"/>
                    </a:cubicBezTo>
                    <a:close/>
                    <a:moveTo>
                      <a:pt x="28" y="87"/>
                    </a:moveTo>
                    <a:cubicBezTo>
                      <a:pt x="30" y="128"/>
                      <a:pt x="46" y="149"/>
                      <a:pt x="76" y="149"/>
                    </a:cubicBezTo>
                    <a:cubicBezTo>
                      <a:pt x="105" y="149"/>
                      <a:pt x="121" y="128"/>
                      <a:pt x="123" y="87"/>
                    </a:cubicBezTo>
                    <a:cubicBezTo>
                      <a:pt x="121" y="46"/>
                      <a:pt x="105" y="25"/>
                      <a:pt x="76" y="24"/>
                    </a:cubicBezTo>
                    <a:cubicBezTo>
                      <a:pt x="46" y="25"/>
                      <a:pt x="30" y="46"/>
                      <a:pt x="28" y="87"/>
                    </a:cubicBezTo>
                    <a:close/>
                  </a:path>
                </a:pathLst>
              </a:custGeom>
              <a:grpFill/>
              <a:ln>
                <a:noFill/>
              </a:ln>
            </p:spPr>
            <p:txBody>
              <a:bodyPr anchor="ctr"/>
              <a:lstStyle/>
              <a:p>
                <a:pPr algn="ctr"/>
                <a:endParaRPr/>
              </a:p>
            </p:txBody>
          </p:sp>
          <p:sp>
            <p:nvSpPr>
              <p:cNvPr id="103" name="ïś1ïḓé">
                <a:extLst>
                  <a:ext uri="{FF2B5EF4-FFF2-40B4-BE49-F238E27FC236}">
                    <a16:creationId xmlns:a16="http://schemas.microsoft.com/office/drawing/2014/main" id="{5FDC32AB-4AB7-42B7-B11F-102DFF6B29C0}"/>
                  </a:ext>
                </a:extLst>
              </p:cNvPr>
              <p:cNvSpPr/>
              <p:nvPr/>
            </p:nvSpPr>
            <p:spPr bwMode="auto">
              <a:xfrm>
                <a:off x="10757370" y="720768"/>
                <a:ext cx="15935" cy="47386"/>
              </a:xfrm>
              <a:custGeom>
                <a:avLst/>
                <a:gdLst>
                  <a:gd name="T0" fmla="*/ 77 w 77"/>
                  <a:gd name="T1" fmla="*/ 87 h 228"/>
                  <a:gd name="T2" fmla="*/ 48 w 77"/>
                  <a:gd name="T3" fmla="*/ 87 h 228"/>
                  <a:gd name="T4" fmla="*/ 48 w 77"/>
                  <a:gd name="T5" fmla="*/ 228 h 228"/>
                  <a:gd name="T6" fmla="*/ 22 w 77"/>
                  <a:gd name="T7" fmla="*/ 228 h 228"/>
                  <a:gd name="T8" fmla="*/ 22 w 77"/>
                  <a:gd name="T9" fmla="*/ 87 h 228"/>
                  <a:gd name="T10" fmla="*/ 0 w 77"/>
                  <a:gd name="T11" fmla="*/ 87 h 228"/>
                  <a:gd name="T12" fmla="*/ 0 w 77"/>
                  <a:gd name="T13" fmla="*/ 64 h 228"/>
                  <a:gd name="T14" fmla="*/ 22 w 77"/>
                  <a:gd name="T15" fmla="*/ 64 h 228"/>
                  <a:gd name="T16" fmla="*/ 22 w 77"/>
                  <a:gd name="T17" fmla="*/ 37 h 228"/>
                  <a:gd name="T18" fmla="*/ 63 w 77"/>
                  <a:gd name="T19" fmla="*/ 0 h 228"/>
                  <a:gd name="T20" fmla="*/ 77 w 77"/>
                  <a:gd name="T21" fmla="*/ 1 h 228"/>
                  <a:gd name="T22" fmla="*/ 77 w 77"/>
                  <a:gd name="T23" fmla="*/ 25 h 228"/>
                  <a:gd name="T24" fmla="*/ 64 w 77"/>
                  <a:gd name="T25" fmla="*/ 25 h 228"/>
                  <a:gd name="T26" fmla="*/ 48 w 77"/>
                  <a:gd name="T27" fmla="*/ 44 h 228"/>
                  <a:gd name="T28" fmla="*/ 48 w 77"/>
                  <a:gd name="T29" fmla="*/ 64 h 228"/>
                  <a:gd name="T30" fmla="*/ 77 w 77"/>
                  <a:gd name="T31" fmla="*/ 64 h 228"/>
                  <a:gd name="T32" fmla="*/ 77 w 77"/>
                  <a:gd name="T33" fmla="*/ 8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7" h="228">
                    <a:moveTo>
                      <a:pt x="77" y="87"/>
                    </a:moveTo>
                    <a:cubicBezTo>
                      <a:pt x="48" y="87"/>
                      <a:pt x="48" y="87"/>
                      <a:pt x="48" y="87"/>
                    </a:cubicBezTo>
                    <a:cubicBezTo>
                      <a:pt x="48" y="228"/>
                      <a:pt x="48" y="228"/>
                      <a:pt x="48" y="228"/>
                    </a:cubicBezTo>
                    <a:cubicBezTo>
                      <a:pt x="22" y="228"/>
                      <a:pt x="22" y="228"/>
                      <a:pt x="22" y="228"/>
                    </a:cubicBezTo>
                    <a:cubicBezTo>
                      <a:pt x="22" y="87"/>
                      <a:pt x="22" y="87"/>
                      <a:pt x="22" y="87"/>
                    </a:cubicBezTo>
                    <a:cubicBezTo>
                      <a:pt x="0" y="87"/>
                      <a:pt x="0" y="87"/>
                      <a:pt x="0" y="87"/>
                    </a:cubicBezTo>
                    <a:cubicBezTo>
                      <a:pt x="0" y="64"/>
                      <a:pt x="0" y="64"/>
                      <a:pt x="0" y="64"/>
                    </a:cubicBezTo>
                    <a:cubicBezTo>
                      <a:pt x="22" y="64"/>
                      <a:pt x="22" y="64"/>
                      <a:pt x="22" y="64"/>
                    </a:cubicBezTo>
                    <a:cubicBezTo>
                      <a:pt x="22" y="37"/>
                      <a:pt x="22" y="37"/>
                      <a:pt x="22" y="37"/>
                    </a:cubicBezTo>
                    <a:cubicBezTo>
                      <a:pt x="22" y="12"/>
                      <a:pt x="35" y="0"/>
                      <a:pt x="63" y="0"/>
                    </a:cubicBezTo>
                    <a:cubicBezTo>
                      <a:pt x="68" y="0"/>
                      <a:pt x="73" y="0"/>
                      <a:pt x="77" y="1"/>
                    </a:cubicBezTo>
                    <a:cubicBezTo>
                      <a:pt x="77" y="25"/>
                      <a:pt x="77" y="25"/>
                      <a:pt x="77" y="25"/>
                    </a:cubicBezTo>
                    <a:cubicBezTo>
                      <a:pt x="73" y="25"/>
                      <a:pt x="69" y="25"/>
                      <a:pt x="64" y="25"/>
                    </a:cubicBezTo>
                    <a:cubicBezTo>
                      <a:pt x="54" y="25"/>
                      <a:pt x="48" y="31"/>
                      <a:pt x="48" y="44"/>
                    </a:cubicBezTo>
                    <a:cubicBezTo>
                      <a:pt x="48" y="64"/>
                      <a:pt x="48" y="64"/>
                      <a:pt x="48" y="64"/>
                    </a:cubicBezTo>
                    <a:cubicBezTo>
                      <a:pt x="77" y="64"/>
                      <a:pt x="77" y="64"/>
                      <a:pt x="77" y="64"/>
                    </a:cubicBezTo>
                    <a:lnTo>
                      <a:pt x="77" y="87"/>
                    </a:lnTo>
                    <a:close/>
                  </a:path>
                </a:pathLst>
              </a:custGeom>
              <a:grpFill/>
              <a:ln>
                <a:noFill/>
              </a:ln>
            </p:spPr>
            <p:txBody>
              <a:bodyPr anchor="ctr"/>
              <a:lstStyle/>
              <a:p>
                <a:pPr algn="ctr"/>
                <a:endParaRPr/>
              </a:p>
            </p:txBody>
          </p:sp>
          <p:sp>
            <p:nvSpPr>
              <p:cNvPr id="104" name="iṥlïḑê">
                <a:extLst>
                  <a:ext uri="{FF2B5EF4-FFF2-40B4-BE49-F238E27FC236}">
                    <a16:creationId xmlns:a16="http://schemas.microsoft.com/office/drawing/2014/main" id="{C6600A15-9F1F-40DE-9F04-F0F31A9C57F7}"/>
                  </a:ext>
                </a:extLst>
              </p:cNvPr>
              <p:cNvSpPr/>
              <p:nvPr/>
            </p:nvSpPr>
            <p:spPr bwMode="auto">
              <a:xfrm>
                <a:off x="10795530" y="720349"/>
                <a:ext cx="36902" cy="48644"/>
              </a:xfrm>
              <a:custGeom>
                <a:avLst/>
                <a:gdLst>
                  <a:gd name="T0" fmla="*/ 173 w 179"/>
                  <a:gd name="T1" fmla="*/ 71 h 234"/>
                  <a:gd name="T2" fmla="*/ 145 w 179"/>
                  <a:gd name="T3" fmla="*/ 71 h 234"/>
                  <a:gd name="T4" fmla="*/ 89 w 179"/>
                  <a:gd name="T5" fmla="*/ 25 h 234"/>
                  <a:gd name="T6" fmla="*/ 38 w 179"/>
                  <a:gd name="T7" fmla="*/ 65 h 234"/>
                  <a:gd name="T8" fmla="*/ 65 w 179"/>
                  <a:gd name="T9" fmla="*/ 93 h 234"/>
                  <a:gd name="T10" fmla="*/ 129 w 179"/>
                  <a:gd name="T11" fmla="*/ 107 h 234"/>
                  <a:gd name="T12" fmla="*/ 179 w 179"/>
                  <a:gd name="T13" fmla="*/ 169 h 234"/>
                  <a:gd name="T14" fmla="*/ 91 w 179"/>
                  <a:gd name="T15" fmla="*/ 234 h 234"/>
                  <a:gd name="T16" fmla="*/ 24 w 179"/>
                  <a:gd name="T17" fmla="*/ 214 h 234"/>
                  <a:gd name="T18" fmla="*/ 0 w 179"/>
                  <a:gd name="T19" fmla="*/ 158 h 234"/>
                  <a:gd name="T20" fmla="*/ 30 w 179"/>
                  <a:gd name="T21" fmla="*/ 158 h 234"/>
                  <a:gd name="T22" fmla="*/ 91 w 179"/>
                  <a:gd name="T23" fmla="*/ 210 h 234"/>
                  <a:gd name="T24" fmla="*/ 151 w 179"/>
                  <a:gd name="T25" fmla="*/ 172 h 234"/>
                  <a:gd name="T26" fmla="*/ 102 w 179"/>
                  <a:gd name="T27" fmla="*/ 132 h 234"/>
                  <a:gd name="T28" fmla="*/ 55 w 179"/>
                  <a:gd name="T29" fmla="*/ 122 h 234"/>
                  <a:gd name="T30" fmla="*/ 8 w 179"/>
                  <a:gd name="T31" fmla="*/ 68 h 234"/>
                  <a:gd name="T32" fmla="*/ 86 w 179"/>
                  <a:gd name="T33" fmla="*/ 0 h 234"/>
                  <a:gd name="T34" fmla="*/ 173 w 179"/>
                  <a:gd name="T35" fmla="*/ 7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 h="234">
                    <a:moveTo>
                      <a:pt x="173" y="71"/>
                    </a:moveTo>
                    <a:cubicBezTo>
                      <a:pt x="145" y="71"/>
                      <a:pt x="145" y="71"/>
                      <a:pt x="145" y="71"/>
                    </a:cubicBezTo>
                    <a:cubicBezTo>
                      <a:pt x="143" y="42"/>
                      <a:pt x="124" y="27"/>
                      <a:pt x="89" y="25"/>
                    </a:cubicBezTo>
                    <a:cubicBezTo>
                      <a:pt x="55" y="26"/>
                      <a:pt x="38" y="39"/>
                      <a:pt x="38" y="65"/>
                    </a:cubicBezTo>
                    <a:cubicBezTo>
                      <a:pt x="38" y="81"/>
                      <a:pt x="47" y="90"/>
                      <a:pt x="65" y="93"/>
                    </a:cubicBezTo>
                    <a:cubicBezTo>
                      <a:pt x="129" y="107"/>
                      <a:pt x="129" y="107"/>
                      <a:pt x="129" y="107"/>
                    </a:cubicBezTo>
                    <a:cubicBezTo>
                      <a:pt x="162" y="116"/>
                      <a:pt x="179" y="136"/>
                      <a:pt x="179" y="169"/>
                    </a:cubicBezTo>
                    <a:cubicBezTo>
                      <a:pt x="178" y="210"/>
                      <a:pt x="149" y="232"/>
                      <a:pt x="91" y="234"/>
                    </a:cubicBezTo>
                    <a:cubicBezTo>
                      <a:pt x="59" y="234"/>
                      <a:pt x="37" y="227"/>
                      <a:pt x="24" y="214"/>
                    </a:cubicBezTo>
                    <a:cubicBezTo>
                      <a:pt x="7" y="202"/>
                      <a:pt x="0" y="183"/>
                      <a:pt x="0" y="158"/>
                    </a:cubicBezTo>
                    <a:cubicBezTo>
                      <a:pt x="30" y="158"/>
                      <a:pt x="30" y="158"/>
                      <a:pt x="30" y="158"/>
                    </a:cubicBezTo>
                    <a:cubicBezTo>
                      <a:pt x="31" y="192"/>
                      <a:pt x="51" y="210"/>
                      <a:pt x="91" y="210"/>
                    </a:cubicBezTo>
                    <a:cubicBezTo>
                      <a:pt x="130" y="210"/>
                      <a:pt x="150" y="197"/>
                      <a:pt x="151" y="172"/>
                    </a:cubicBezTo>
                    <a:cubicBezTo>
                      <a:pt x="154" y="152"/>
                      <a:pt x="138" y="139"/>
                      <a:pt x="102" y="132"/>
                    </a:cubicBezTo>
                    <a:cubicBezTo>
                      <a:pt x="55" y="122"/>
                      <a:pt x="55" y="122"/>
                      <a:pt x="55" y="122"/>
                    </a:cubicBezTo>
                    <a:cubicBezTo>
                      <a:pt x="24" y="113"/>
                      <a:pt x="8" y="95"/>
                      <a:pt x="8" y="68"/>
                    </a:cubicBezTo>
                    <a:cubicBezTo>
                      <a:pt x="10" y="24"/>
                      <a:pt x="36" y="1"/>
                      <a:pt x="86" y="0"/>
                    </a:cubicBezTo>
                    <a:cubicBezTo>
                      <a:pt x="142" y="0"/>
                      <a:pt x="171" y="23"/>
                      <a:pt x="173" y="71"/>
                    </a:cubicBezTo>
                    <a:close/>
                  </a:path>
                </a:pathLst>
              </a:custGeom>
              <a:grpFill/>
              <a:ln>
                <a:noFill/>
              </a:ln>
            </p:spPr>
            <p:txBody>
              <a:bodyPr anchor="ctr"/>
              <a:lstStyle/>
              <a:p>
                <a:pPr algn="ctr"/>
                <a:endParaRPr/>
              </a:p>
            </p:txBody>
          </p:sp>
          <p:sp>
            <p:nvSpPr>
              <p:cNvPr id="105" name="iṩļîḋé">
                <a:extLst>
                  <a:ext uri="{FF2B5EF4-FFF2-40B4-BE49-F238E27FC236}">
                    <a16:creationId xmlns:a16="http://schemas.microsoft.com/office/drawing/2014/main" id="{974F8C08-F987-4D49-8EB1-A06FE29DB83D}"/>
                  </a:ext>
                </a:extLst>
              </p:cNvPr>
              <p:cNvSpPr/>
              <p:nvPr/>
            </p:nvSpPr>
            <p:spPr bwMode="auto">
              <a:xfrm>
                <a:off x="10837884" y="732929"/>
                <a:ext cx="28515" cy="35644"/>
              </a:xfrm>
              <a:custGeom>
                <a:avLst/>
                <a:gdLst>
                  <a:gd name="T0" fmla="*/ 139 w 139"/>
                  <a:gd name="T1" fmla="*/ 61 h 171"/>
                  <a:gd name="T2" fmla="*/ 112 w 139"/>
                  <a:gd name="T3" fmla="*/ 61 h 171"/>
                  <a:gd name="T4" fmla="*/ 74 w 139"/>
                  <a:gd name="T5" fmla="*/ 26 h 171"/>
                  <a:gd name="T6" fmla="*/ 28 w 139"/>
                  <a:gd name="T7" fmla="*/ 87 h 171"/>
                  <a:gd name="T8" fmla="*/ 73 w 139"/>
                  <a:gd name="T9" fmla="*/ 151 h 171"/>
                  <a:gd name="T10" fmla="*/ 112 w 139"/>
                  <a:gd name="T11" fmla="*/ 111 h 171"/>
                  <a:gd name="T12" fmla="*/ 139 w 139"/>
                  <a:gd name="T13" fmla="*/ 111 h 171"/>
                  <a:gd name="T14" fmla="*/ 73 w 139"/>
                  <a:gd name="T15" fmla="*/ 171 h 171"/>
                  <a:gd name="T16" fmla="*/ 0 w 139"/>
                  <a:gd name="T17" fmla="*/ 92 h 171"/>
                  <a:gd name="T18" fmla="*/ 78 w 139"/>
                  <a:gd name="T19" fmla="*/ 0 h 171"/>
                  <a:gd name="T20" fmla="*/ 139 w 139"/>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9" h="171">
                    <a:moveTo>
                      <a:pt x="139" y="61"/>
                    </a:moveTo>
                    <a:cubicBezTo>
                      <a:pt x="112" y="61"/>
                      <a:pt x="112" y="61"/>
                      <a:pt x="112" y="61"/>
                    </a:cubicBezTo>
                    <a:cubicBezTo>
                      <a:pt x="110" y="37"/>
                      <a:pt x="97" y="26"/>
                      <a:pt x="74" y="26"/>
                    </a:cubicBezTo>
                    <a:cubicBezTo>
                      <a:pt x="45" y="27"/>
                      <a:pt x="30" y="48"/>
                      <a:pt x="28" y="87"/>
                    </a:cubicBezTo>
                    <a:cubicBezTo>
                      <a:pt x="28" y="129"/>
                      <a:pt x="43" y="151"/>
                      <a:pt x="73" y="151"/>
                    </a:cubicBezTo>
                    <a:cubicBezTo>
                      <a:pt x="95" y="149"/>
                      <a:pt x="108" y="136"/>
                      <a:pt x="112" y="111"/>
                    </a:cubicBezTo>
                    <a:cubicBezTo>
                      <a:pt x="139" y="111"/>
                      <a:pt x="139" y="111"/>
                      <a:pt x="139" y="111"/>
                    </a:cubicBezTo>
                    <a:cubicBezTo>
                      <a:pt x="133" y="151"/>
                      <a:pt x="111" y="171"/>
                      <a:pt x="73" y="171"/>
                    </a:cubicBezTo>
                    <a:cubicBezTo>
                      <a:pt x="26" y="170"/>
                      <a:pt x="1" y="143"/>
                      <a:pt x="0" y="92"/>
                    </a:cubicBezTo>
                    <a:cubicBezTo>
                      <a:pt x="1" y="32"/>
                      <a:pt x="28" y="2"/>
                      <a:pt x="78" y="0"/>
                    </a:cubicBezTo>
                    <a:cubicBezTo>
                      <a:pt x="114" y="1"/>
                      <a:pt x="135" y="21"/>
                      <a:pt x="139" y="61"/>
                    </a:cubicBezTo>
                    <a:close/>
                  </a:path>
                </a:pathLst>
              </a:custGeom>
              <a:grpFill/>
              <a:ln>
                <a:noFill/>
              </a:ln>
            </p:spPr>
            <p:txBody>
              <a:bodyPr anchor="ctr"/>
              <a:lstStyle/>
              <a:p>
                <a:pPr algn="ctr"/>
                <a:endParaRPr/>
              </a:p>
            </p:txBody>
          </p:sp>
          <p:sp>
            <p:nvSpPr>
              <p:cNvPr id="106" name="îs1iḋé">
                <a:extLst>
                  <a:ext uri="{FF2B5EF4-FFF2-40B4-BE49-F238E27FC236}">
                    <a16:creationId xmlns:a16="http://schemas.microsoft.com/office/drawing/2014/main" id="{0AC6DBD6-6442-4661-B146-8196CD63975C}"/>
                  </a:ext>
                </a:extLst>
              </p:cNvPr>
              <p:cNvSpPr/>
              <p:nvPr/>
            </p:nvSpPr>
            <p:spPr bwMode="auto">
              <a:xfrm>
                <a:off x="10872270" y="721607"/>
                <a:ext cx="5871" cy="46547"/>
              </a:xfrm>
              <a:custGeom>
                <a:avLst/>
                <a:gdLst>
                  <a:gd name="T0" fmla="*/ 14 w 14"/>
                  <a:gd name="T1" fmla="*/ 30 h 111"/>
                  <a:gd name="T2" fmla="*/ 14 w 14"/>
                  <a:gd name="T3" fmla="*/ 111 h 111"/>
                  <a:gd name="T4" fmla="*/ 0 w 14"/>
                  <a:gd name="T5" fmla="*/ 111 h 111"/>
                  <a:gd name="T6" fmla="*/ 0 w 14"/>
                  <a:gd name="T7" fmla="*/ 30 h 111"/>
                  <a:gd name="T8" fmla="*/ 14 w 14"/>
                  <a:gd name="T9" fmla="*/ 30 h 111"/>
                  <a:gd name="T10" fmla="*/ 14 w 14"/>
                  <a:gd name="T11" fmla="*/ 30 h 111"/>
                  <a:gd name="T12" fmla="*/ 14 w 14"/>
                  <a:gd name="T13" fmla="*/ 15 h 111"/>
                  <a:gd name="T14" fmla="*/ 0 w 14"/>
                  <a:gd name="T15" fmla="*/ 15 h 111"/>
                  <a:gd name="T16" fmla="*/ 0 w 14"/>
                  <a:gd name="T17" fmla="*/ 0 h 111"/>
                  <a:gd name="T18" fmla="*/ 14 w 14"/>
                  <a:gd name="T19" fmla="*/ 0 h 111"/>
                  <a:gd name="T20" fmla="*/ 14 w 14"/>
                  <a:gd name="T21" fmla="*/ 15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11">
                    <a:moveTo>
                      <a:pt x="14" y="30"/>
                    </a:moveTo>
                    <a:lnTo>
                      <a:pt x="14" y="111"/>
                    </a:lnTo>
                    <a:lnTo>
                      <a:pt x="0" y="111"/>
                    </a:lnTo>
                    <a:lnTo>
                      <a:pt x="0" y="30"/>
                    </a:lnTo>
                    <a:lnTo>
                      <a:pt x="14" y="30"/>
                    </a:lnTo>
                    <a:lnTo>
                      <a:pt x="14" y="30"/>
                    </a:lnTo>
                    <a:close/>
                    <a:moveTo>
                      <a:pt x="14" y="15"/>
                    </a:moveTo>
                    <a:lnTo>
                      <a:pt x="0" y="15"/>
                    </a:lnTo>
                    <a:lnTo>
                      <a:pt x="0" y="0"/>
                    </a:lnTo>
                    <a:lnTo>
                      <a:pt x="14" y="0"/>
                    </a:lnTo>
                    <a:lnTo>
                      <a:pt x="14" y="15"/>
                    </a:lnTo>
                    <a:close/>
                  </a:path>
                </a:pathLst>
              </a:custGeom>
              <a:grpFill/>
              <a:ln>
                <a:noFill/>
              </a:ln>
            </p:spPr>
            <p:txBody>
              <a:bodyPr anchor="ctr"/>
              <a:lstStyle/>
              <a:p>
                <a:pPr algn="ctr"/>
                <a:endParaRPr/>
              </a:p>
            </p:txBody>
          </p:sp>
          <p:sp>
            <p:nvSpPr>
              <p:cNvPr id="107" name="iṣ1ïḑê">
                <a:extLst>
                  <a:ext uri="{FF2B5EF4-FFF2-40B4-BE49-F238E27FC236}">
                    <a16:creationId xmlns:a16="http://schemas.microsoft.com/office/drawing/2014/main" id="{73A6C8BA-8AD9-4540-AA9F-231B74DC0777}"/>
                  </a:ext>
                </a:extLst>
              </p:cNvPr>
              <p:cNvSpPr/>
              <p:nvPr/>
            </p:nvSpPr>
            <p:spPr bwMode="auto">
              <a:xfrm>
                <a:off x="10884851" y="732929"/>
                <a:ext cx="3103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grpFill/>
              <a:ln>
                <a:noFill/>
              </a:ln>
            </p:spPr>
            <p:txBody>
              <a:bodyPr anchor="ctr"/>
              <a:lstStyle/>
              <a:p>
                <a:pPr algn="ctr"/>
                <a:endParaRPr/>
              </a:p>
            </p:txBody>
          </p:sp>
          <p:sp>
            <p:nvSpPr>
              <p:cNvPr id="108" name="ïS1îḑê">
                <a:extLst>
                  <a:ext uri="{FF2B5EF4-FFF2-40B4-BE49-F238E27FC236}">
                    <a16:creationId xmlns:a16="http://schemas.microsoft.com/office/drawing/2014/main" id="{7C382480-41EF-4EF7-AB6E-4AED395C3EA3}"/>
                  </a:ext>
                </a:extLst>
              </p:cNvPr>
              <p:cNvSpPr/>
              <p:nvPr/>
            </p:nvSpPr>
            <p:spPr bwMode="auto">
              <a:xfrm>
                <a:off x="10922172" y="732929"/>
                <a:ext cx="28096"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grpFill/>
              <a:ln>
                <a:noFill/>
              </a:ln>
            </p:spPr>
            <p:txBody>
              <a:bodyPr anchor="ctr"/>
              <a:lstStyle/>
              <a:p>
                <a:pPr algn="ctr"/>
                <a:endParaRPr/>
              </a:p>
            </p:txBody>
          </p:sp>
          <p:sp>
            <p:nvSpPr>
              <p:cNvPr id="109" name="iŝḷíḍê">
                <a:extLst>
                  <a:ext uri="{FF2B5EF4-FFF2-40B4-BE49-F238E27FC236}">
                    <a16:creationId xmlns:a16="http://schemas.microsoft.com/office/drawing/2014/main" id="{7D332882-3E1E-4A5B-A428-00AFBD6D7343}"/>
                  </a:ext>
                </a:extLst>
              </p:cNvPr>
              <p:cNvSpPr/>
              <p:nvPr/>
            </p:nvSpPr>
            <p:spPr bwMode="auto">
              <a:xfrm>
                <a:off x="10956139" y="732929"/>
                <a:ext cx="29354" cy="35644"/>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1"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grpFill/>
              <a:ln>
                <a:noFill/>
              </a:ln>
            </p:spPr>
            <p:txBody>
              <a:bodyPr anchor="ctr"/>
              <a:lstStyle/>
              <a:p>
                <a:pPr algn="ctr"/>
                <a:endParaRPr/>
              </a:p>
            </p:txBody>
          </p:sp>
          <p:sp>
            <p:nvSpPr>
              <p:cNvPr id="110" name="îṥľíḍé">
                <a:extLst>
                  <a:ext uri="{FF2B5EF4-FFF2-40B4-BE49-F238E27FC236}">
                    <a16:creationId xmlns:a16="http://schemas.microsoft.com/office/drawing/2014/main" id="{4EC31911-A59A-4F4A-9D34-553079CB472B}"/>
                  </a:ext>
                </a:extLst>
              </p:cNvPr>
              <p:cNvSpPr/>
              <p:nvPr/>
            </p:nvSpPr>
            <p:spPr bwMode="auto">
              <a:xfrm>
                <a:off x="10989268" y="732929"/>
                <a:ext cx="3103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8" y="42"/>
                      <a:pt x="103" y="26"/>
                      <a:pt x="74" y="26"/>
                    </a:cubicBezTo>
                    <a:cubicBezTo>
                      <a:pt x="47" y="28"/>
                      <a:pt x="32" y="44"/>
                      <a:pt x="29" y="75"/>
                    </a:cubicBezTo>
                    <a:close/>
                  </a:path>
                </a:pathLst>
              </a:custGeom>
              <a:grpFill/>
              <a:ln>
                <a:noFill/>
              </a:ln>
            </p:spPr>
            <p:txBody>
              <a:bodyPr anchor="ctr"/>
              <a:lstStyle/>
              <a:p>
                <a:pPr algn="ctr"/>
                <a:endParaRPr/>
              </a:p>
            </p:txBody>
          </p:sp>
          <p:sp>
            <p:nvSpPr>
              <p:cNvPr id="111" name="îşḻiḍe">
                <a:extLst>
                  <a:ext uri="{FF2B5EF4-FFF2-40B4-BE49-F238E27FC236}">
                    <a16:creationId xmlns:a16="http://schemas.microsoft.com/office/drawing/2014/main" id="{64E649FB-4ED5-45FD-A0C6-485B8BE24C83}"/>
                  </a:ext>
                </a:extLst>
              </p:cNvPr>
              <p:cNvSpPr/>
              <p:nvPr/>
            </p:nvSpPr>
            <p:spPr bwMode="auto">
              <a:xfrm>
                <a:off x="11060975" y="732929"/>
                <a:ext cx="32290" cy="35644"/>
              </a:xfrm>
              <a:custGeom>
                <a:avLst/>
                <a:gdLst>
                  <a:gd name="T0" fmla="*/ 35 w 156"/>
                  <a:gd name="T1" fmla="*/ 55 h 171"/>
                  <a:gd name="T2" fmla="*/ 9 w 156"/>
                  <a:gd name="T3" fmla="*/ 55 h 171"/>
                  <a:gd name="T4" fmla="*/ 76 w 156"/>
                  <a:gd name="T5" fmla="*/ 0 h 171"/>
                  <a:gd name="T6" fmla="*/ 136 w 156"/>
                  <a:gd name="T7" fmla="*/ 46 h 171"/>
                  <a:gd name="T8" fmla="*/ 136 w 156"/>
                  <a:gd name="T9" fmla="*/ 141 h 171"/>
                  <a:gd name="T10" fmla="*/ 146 w 156"/>
                  <a:gd name="T11" fmla="*/ 151 h 171"/>
                  <a:gd name="T12" fmla="*/ 150 w 156"/>
                  <a:gd name="T13" fmla="*/ 151 h 171"/>
                  <a:gd name="T14" fmla="*/ 156 w 156"/>
                  <a:gd name="T15" fmla="*/ 149 h 171"/>
                  <a:gd name="T16" fmla="*/ 156 w 156"/>
                  <a:gd name="T17" fmla="*/ 169 h 171"/>
                  <a:gd name="T18" fmla="*/ 150 w 156"/>
                  <a:gd name="T19" fmla="*/ 169 h 171"/>
                  <a:gd name="T20" fmla="*/ 140 w 156"/>
                  <a:gd name="T21" fmla="*/ 170 h 171"/>
                  <a:gd name="T22" fmla="*/ 112 w 156"/>
                  <a:gd name="T23" fmla="*/ 147 h 171"/>
                  <a:gd name="T24" fmla="*/ 52 w 156"/>
                  <a:gd name="T25" fmla="*/ 171 h 171"/>
                  <a:gd name="T26" fmla="*/ 0 w 156"/>
                  <a:gd name="T27" fmla="*/ 126 h 171"/>
                  <a:gd name="T28" fmla="*/ 51 w 156"/>
                  <a:gd name="T29" fmla="*/ 75 h 171"/>
                  <a:gd name="T30" fmla="*/ 96 w 156"/>
                  <a:gd name="T31" fmla="*/ 70 h 171"/>
                  <a:gd name="T32" fmla="*/ 111 w 156"/>
                  <a:gd name="T33" fmla="*/ 50 h 171"/>
                  <a:gd name="T34" fmla="*/ 71 w 156"/>
                  <a:gd name="T35" fmla="*/ 23 h 171"/>
                  <a:gd name="T36" fmla="*/ 35 w 156"/>
                  <a:gd name="T37" fmla="*/ 55 h 171"/>
                  <a:gd name="T38" fmla="*/ 109 w 156"/>
                  <a:gd name="T39" fmla="*/ 113 h 171"/>
                  <a:gd name="T40" fmla="*/ 109 w 156"/>
                  <a:gd name="T41" fmla="*/ 86 h 171"/>
                  <a:gd name="T42" fmla="*/ 64 w 156"/>
                  <a:gd name="T43" fmla="*/ 97 h 171"/>
                  <a:gd name="T44" fmla="*/ 30 w 156"/>
                  <a:gd name="T45" fmla="*/ 122 h 171"/>
                  <a:gd name="T46" fmla="*/ 58 w 156"/>
                  <a:gd name="T47" fmla="*/ 151 h 171"/>
                  <a:gd name="T48" fmla="*/ 109 w 156"/>
                  <a:gd name="T49" fmla="*/ 11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6" h="171">
                    <a:moveTo>
                      <a:pt x="35" y="55"/>
                    </a:moveTo>
                    <a:cubicBezTo>
                      <a:pt x="9" y="55"/>
                      <a:pt x="9" y="55"/>
                      <a:pt x="9" y="55"/>
                    </a:cubicBezTo>
                    <a:cubicBezTo>
                      <a:pt x="10" y="18"/>
                      <a:pt x="32" y="0"/>
                      <a:pt x="76" y="0"/>
                    </a:cubicBezTo>
                    <a:cubicBezTo>
                      <a:pt x="116" y="2"/>
                      <a:pt x="136" y="17"/>
                      <a:pt x="136" y="46"/>
                    </a:cubicBezTo>
                    <a:cubicBezTo>
                      <a:pt x="136" y="141"/>
                      <a:pt x="136" y="141"/>
                      <a:pt x="136" y="141"/>
                    </a:cubicBezTo>
                    <a:cubicBezTo>
                      <a:pt x="136" y="147"/>
                      <a:pt x="140" y="151"/>
                      <a:pt x="146" y="151"/>
                    </a:cubicBezTo>
                    <a:cubicBezTo>
                      <a:pt x="147" y="151"/>
                      <a:pt x="148" y="151"/>
                      <a:pt x="150" y="151"/>
                    </a:cubicBezTo>
                    <a:cubicBezTo>
                      <a:pt x="152" y="150"/>
                      <a:pt x="154" y="149"/>
                      <a:pt x="156" y="149"/>
                    </a:cubicBezTo>
                    <a:cubicBezTo>
                      <a:pt x="156" y="169"/>
                      <a:pt x="156" y="169"/>
                      <a:pt x="156" y="169"/>
                    </a:cubicBezTo>
                    <a:cubicBezTo>
                      <a:pt x="154" y="169"/>
                      <a:pt x="152" y="169"/>
                      <a:pt x="150" y="169"/>
                    </a:cubicBezTo>
                    <a:cubicBezTo>
                      <a:pt x="146" y="170"/>
                      <a:pt x="143" y="170"/>
                      <a:pt x="140" y="170"/>
                    </a:cubicBezTo>
                    <a:cubicBezTo>
                      <a:pt x="120" y="170"/>
                      <a:pt x="111" y="163"/>
                      <a:pt x="112" y="147"/>
                    </a:cubicBezTo>
                    <a:cubicBezTo>
                      <a:pt x="96" y="163"/>
                      <a:pt x="76" y="171"/>
                      <a:pt x="52" y="171"/>
                    </a:cubicBezTo>
                    <a:cubicBezTo>
                      <a:pt x="19" y="170"/>
                      <a:pt x="2" y="155"/>
                      <a:pt x="0" y="126"/>
                    </a:cubicBezTo>
                    <a:cubicBezTo>
                      <a:pt x="1" y="97"/>
                      <a:pt x="18" y="80"/>
                      <a:pt x="51" y="75"/>
                    </a:cubicBezTo>
                    <a:cubicBezTo>
                      <a:pt x="96" y="70"/>
                      <a:pt x="96" y="70"/>
                      <a:pt x="96" y="70"/>
                    </a:cubicBezTo>
                    <a:cubicBezTo>
                      <a:pt x="106" y="68"/>
                      <a:pt x="111" y="62"/>
                      <a:pt x="111" y="50"/>
                    </a:cubicBezTo>
                    <a:cubicBezTo>
                      <a:pt x="111" y="32"/>
                      <a:pt x="98" y="23"/>
                      <a:pt x="71" y="23"/>
                    </a:cubicBezTo>
                    <a:cubicBezTo>
                      <a:pt x="49" y="23"/>
                      <a:pt x="36" y="34"/>
                      <a:pt x="35" y="55"/>
                    </a:cubicBezTo>
                    <a:close/>
                    <a:moveTo>
                      <a:pt x="109" y="113"/>
                    </a:moveTo>
                    <a:cubicBezTo>
                      <a:pt x="109" y="86"/>
                      <a:pt x="109" y="86"/>
                      <a:pt x="109" y="86"/>
                    </a:cubicBezTo>
                    <a:cubicBezTo>
                      <a:pt x="103" y="90"/>
                      <a:pt x="88" y="93"/>
                      <a:pt x="64" y="97"/>
                    </a:cubicBezTo>
                    <a:cubicBezTo>
                      <a:pt x="41" y="98"/>
                      <a:pt x="30" y="107"/>
                      <a:pt x="30" y="122"/>
                    </a:cubicBezTo>
                    <a:cubicBezTo>
                      <a:pt x="30" y="141"/>
                      <a:pt x="39" y="151"/>
                      <a:pt x="58" y="151"/>
                    </a:cubicBezTo>
                    <a:cubicBezTo>
                      <a:pt x="90" y="148"/>
                      <a:pt x="107" y="136"/>
                      <a:pt x="109" y="113"/>
                    </a:cubicBezTo>
                    <a:close/>
                  </a:path>
                </a:pathLst>
              </a:custGeom>
              <a:grpFill/>
              <a:ln>
                <a:noFill/>
              </a:ln>
            </p:spPr>
            <p:txBody>
              <a:bodyPr anchor="ctr"/>
              <a:lstStyle/>
              <a:p>
                <a:pPr algn="ctr"/>
                <a:endParaRPr/>
              </a:p>
            </p:txBody>
          </p:sp>
          <p:sp>
            <p:nvSpPr>
              <p:cNvPr id="112" name="ïşḻíḓe">
                <a:extLst>
                  <a:ext uri="{FF2B5EF4-FFF2-40B4-BE49-F238E27FC236}">
                    <a16:creationId xmlns:a16="http://schemas.microsoft.com/office/drawing/2014/main" id="{19BDEC23-212D-4322-A5C3-0CC27626CF3E}"/>
                  </a:ext>
                </a:extLst>
              </p:cNvPr>
              <p:cNvSpPr/>
              <p:nvPr/>
            </p:nvSpPr>
            <p:spPr bwMode="auto">
              <a:xfrm>
                <a:off x="11099136" y="732929"/>
                <a:ext cx="27677" cy="35225"/>
              </a:xfrm>
              <a:custGeom>
                <a:avLst/>
                <a:gdLst>
                  <a:gd name="T0" fmla="*/ 134 w 134"/>
                  <a:gd name="T1" fmla="*/ 58 h 169"/>
                  <a:gd name="T2" fmla="*/ 134 w 134"/>
                  <a:gd name="T3" fmla="*/ 169 h 169"/>
                  <a:gd name="T4" fmla="*/ 107 w 134"/>
                  <a:gd name="T5" fmla="*/ 169 h 169"/>
                  <a:gd name="T6" fmla="*/ 107 w 134"/>
                  <a:gd name="T7" fmla="*/ 69 h 169"/>
                  <a:gd name="T8" fmla="*/ 71 w 134"/>
                  <a:gd name="T9" fmla="*/ 26 h 169"/>
                  <a:gd name="T10" fmla="*/ 28 w 134"/>
                  <a:gd name="T11" fmla="*/ 80 h 169"/>
                  <a:gd name="T12" fmla="*/ 28 w 134"/>
                  <a:gd name="T13" fmla="*/ 169 h 169"/>
                  <a:gd name="T14" fmla="*/ 0 w 134"/>
                  <a:gd name="T15" fmla="*/ 169 h 169"/>
                  <a:gd name="T16" fmla="*/ 0 w 134"/>
                  <a:gd name="T17" fmla="*/ 5 h 169"/>
                  <a:gd name="T18" fmla="*/ 27 w 134"/>
                  <a:gd name="T19" fmla="*/ 5 h 169"/>
                  <a:gd name="T20" fmla="*/ 27 w 134"/>
                  <a:gd name="T21" fmla="*/ 28 h 169"/>
                  <a:gd name="T22" fmla="*/ 77 w 134"/>
                  <a:gd name="T23" fmla="*/ 0 h 169"/>
                  <a:gd name="T24" fmla="*/ 134 w 134"/>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4" h="169">
                    <a:moveTo>
                      <a:pt x="134" y="58"/>
                    </a:moveTo>
                    <a:cubicBezTo>
                      <a:pt x="134" y="169"/>
                      <a:pt x="134" y="169"/>
                      <a:pt x="134" y="169"/>
                    </a:cubicBezTo>
                    <a:cubicBezTo>
                      <a:pt x="107" y="169"/>
                      <a:pt x="107" y="169"/>
                      <a:pt x="107" y="169"/>
                    </a:cubicBezTo>
                    <a:cubicBezTo>
                      <a:pt x="107" y="69"/>
                      <a:pt x="107" y="69"/>
                      <a:pt x="107"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4" y="58"/>
                    </a:cubicBezTo>
                    <a:close/>
                  </a:path>
                </a:pathLst>
              </a:custGeom>
              <a:grpFill/>
              <a:ln>
                <a:noFill/>
              </a:ln>
            </p:spPr>
            <p:txBody>
              <a:bodyPr anchor="ctr"/>
              <a:lstStyle/>
              <a:p>
                <a:pPr algn="ctr"/>
                <a:endParaRPr/>
              </a:p>
            </p:txBody>
          </p:sp>
          <p:sp>
            <p:nvSpPr>
              <p:cNvPr id="113" name="îS1iḓé">
                <a:extLst>
                  <a:ext uri="{FF2B5EF4-FFF2-40B4-BE49-F238E27FC236}">
                    <a16:creationId xmlns:a16="http://schemas.microsoft.com/office/drawing/2014/main" id="{7AB18821-9DE9-4079-A63D-AD64BC5C23E7}"/>
                  </a:ext>
                </a:extLst>
              </p:cNvPr>
              <p:cNvSpPr/>
              <p:nvPr/>
            </p:nvSpPr>
            <p:spPr bwMode="auto">
              <a:xfrm>
                <a:off x="11133103" y="721607"/>
                <a:ext cx="30193" cy="46967"/>
              </a:xfrm>
              <a:custGeom>
                <a:avLst/>
                <a:gdLst>
                  <a:gd name="T0" fmla="*/ 145 w 145"/>
                  <a:gd name="T1" fmla="*/ 0 h 226"/>
                  <a:gd name="T2" fmla="*/ 145 w 145"/>
                  <a:gd name="T3" fmla="*/ 224 h 226"/>
                  <a:gd name="T4" fmla="*/ 119 w 145"/>
                  <a:gd name="T5" fmla="*/ 224 h 226"/>
                  <a:gd name="T6" fmla="*/ 119 w 145"/>
                  <a:gd name="T7" fmla="*/ 202 h 226"/>
                  <a:gd name="T8" fmla="*/ 73 w 145"/>
                  <a:gd name="T9" fmla="*/ 226 h 226"/>
                  <a:gd name="T10" fmla="*/ 0 w 145"/>
                  <a:gd name="T11" fmla="*/ 137 h 226"/>
                  <a:gd name="T12" fmla="*/ 69 w 145"/>
                  <a:gd name="T13" fmla="*/ 55 h 226"/>
                  <a:gd name="T14" fmla="*/ 116 w 145"/>
                  <a:gd name="T15" fmla="*/ 79 h 226"/>
                  <a:gd name="T16" fmla="*/ 118 w 145"/>
                  <a:gd name="T17" fmla="*/ 83 h 226"/>
                  <a:gd name="T18" fmla="*/ 118 w 145"/>
                  <a:gd name="T19" fmla="*/ 82 h 226"/>
                  <a:gd name="T20" fmla="*/ 118 w 145"/>
                  <a:gd name="T21" fmla="*/ 0 h 226"/>
                  <a:gd name="T22" fmla="*/ 145 w 145"/>
                  <a:gd name="T23" fmla="*/ 0 h 226"/>
                  <a:gd name="T24" fmla="*/ 29 w 145"/>
                  <a:gd name="T25" fmla="*/ 142 h 226"/>
                  <a:gd name="T26" fmla="*/ 73 w 145"/>
                  <a:gd name="T27" fmla="*/ 206 h 226"/>
                  <a:gd name="T28" fmla="*/ 118 w 145"/>
                  <a:gd name="T29" fmla="*/ 151 h 226"/>
                  <a:gd name="T30" fmla="*/ 74 w 145"/>
                  <a:gd name="T31" fmla="*/ 81 h 226"/>
                  <a:gd name="T32" fmla="*/ 29 w 145"/>
                  <a:gd name="T33"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5" h="226">
                    <a:moveTo>
                      <a:pt x="145" y="0"/>
                    </a:moveTo>
                    <a:cubicBezTo>
                      <a:pt x="145" y="224"/>
                      <a:pt x="145" y="224"/>
                      <a:pt x="145" y="224"/>
                    </a:cubicBezTo>
                    <a:cubicBezTo>
                      <a:pt x="119" y="224"/>
                      <a:pt x="119" y="224"/>
                      <a:pt x="119" y="224"/>
                    </a:cubicBezTo>
                    <a:cubicBezTo>
                      <a:pt x="119" y="202"/>
                      <a:pt x="119" y="202"/>
                      <a:pt x="119" y="202"/>
                    </a:cubicBezTo>
                    <a:cubicBezTo>
                      <a:pt x="109" y="218"/>
                      <a:pt x="94" y="226"/>
                      <a:pt x="73" y="226"/>
                    </a:cubicBezTo>
                    <a:cubicBezTo>
                      <a:pt x="27" y="225"/>
                      <a:pt x="3" y="195"/>
                      <a:pt x="0" y="137"/>
                    </a:cubicBezTo>
                    <a:cubicBezTo>
                      <a:pt x="3" y="85"/>
                      <a:pt x="26" y="57"/>
                      <a:pt x="69" y="55"/>
                    </a:cubicBezTo>
                    <a:cubicBezTo>
                      <a:pt x="86" y="55"/>
                      <a:pt x="102" y="63"/>
                      <a:pt x="116" y="79"/>
                    </a:cubicBezTo>
                    <a:cubicBezTo>
                      <a:pt x="116" y="81"/>
                      <a:pt x="117" y="82"/>
                      <a:pt x="118" y="83"/>
                    </a:cubicBezTo>
                    <a:cubicBezTo>
                      <a:pt x="118" y="82"/>
                      <a:pt x="118" y="82"/>
                      <a:pt x="118" y="82"/>
                    </a:cubicBezTo>
                    <a:cubicBezTo>
                      <a:pt x="118" y="0"/>
                      <a:pt x="118" y="0"/>
                      <a:pt x="118" y="0"/>
                    </a:cubicBezTo>
                    <a:cubicBezTo>
                      <a:pt x="145" y="0"/>
                      <a:pt x="145" y="0"/>
                      <a:pt x="145" y="0"/>
                    </a:cubicBezTo>
                    <a:close/>
                    <a:moveTo>
                      <a:pt x="29" y="142"/>
                    </a:moveTo>
                    <a:cubicBezTo>
                      <a:pt x="30" y="183"/>
                      <a:pt x="45" y="204"/>
                      <a:pt x="73" y="206"/>
                    </a:cubicBezTo>
                    <a:cubicBezTo>
                      <a:pt x="102" y="202"/>
                      <a:pt x="117" y="184"/>
                      <a:pt x="118" y="151"/>
                    </a:cubicBezTo>
                    <a:cubicBezTo>
                      <a:pt x="118" y="104"/>
                      <a:pt x="103" y="81"/>
                      <a:pt x="74" y="81"/>
                    </a:cubicBezTo>
                    <a:cubicBezTo>
                      <a:pt x="43" y="81"/>
                      <a:pt x="28" y="101"/>
                      <a:pt x="29" y="142"/>
                    </a:cubicBezTo>
                    <a:close/>
                  </a:path>
                </a:pathLst>
              </a:custGeom>
              <a:grpFill/>
              <a:ln>
                <a:noFill/>
              </a:ln>
            </p:spPr>
            <p:txBody>
              <a:bodyPr anchor="ctr"/>
              <a:lstStyle/>
              <a:p>
                <a:pPr algn="ctr"/>
                <a:endParaRPr/>
              </a:p>
            </p:txBody>
          </p:sp>
          <p:sp>
            <p:nvSpPr>
              <p:cNvPr id="114" name="ïṥḻîḍé">
                <a:extLst>
                  <a:ext uri="{FF2B5EF4-FFF2-40B4-BE49-F238E27FC236}">
                    <a16:creationId xmlns:a16="http://schemas.microsoft.com/office/drawing/2014/main" id="{67884FF0-BE6B-4D18-8871-C6C9E95C295F}"/>
                  </a:ext>
                </a:extLst>
              </p:cNvPr>
              <p:cNvSpPr/>
              <p:nvPr/>
            </p:nvSpPr>
            <p:spPr bwMode="auto">
              <a:xfrm>
                <a:off x="11185940" y="721607"/>
                <a:ext cx="37741" cy="46547"/>
              </a:xfrm>
              <a:custGeom>
                <a:avLst/>
                <a:gdLst>
                  <a:gd name="T0" fmla="*/ 0 w 90"/>
                  <a:gd name="T1" fmla="*/ 13 h 111"/>
                  <a:gd name="T2" fmla="*/ 0 w 90"/>
                  <a:gd name="T3" fmla="*/ 0 h 111"/>
                  <a:gd name="T4" fmla="*/ 90 w 90"/>
                  <a:gd name="T5" fmla="*/ 0 h 111"/>
                  <a:gd name="T6" fmla="*/ 90 w 90"/>
                  <a:gd name="T7" fmla="*/ 13 h 111"/>
                  <a:gd name="T8" fmla="*/ 52 w 90"/>
                  <a:gd name="T9" fmla="*/ 13 h 111"/>
                  <a:gd name="T10" fmla="*/ 52 w 90"/>
                  <a:gd name="T11" fmla="*/ 111 h 111"/>
                  <a:gd name="T12" fmla="*/ 38 w 90"/>
                  <a:gd name="T13" fmla="*/ 111 h 111"/>
                  <a:gd name="T14" fmla="*/ 38 w 90"/>
                  <a:gd name="T15" fmla="*/ 13 h 111"/>
                  <a:gd name="T16" fmla="*/ 0 w 90"/>
                  <a:gd name="T17"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11">
                    <a:moveTo>
                      <a:pt x="0" y="13"/>
                    </a:moveTo>
                    <a:lnTo>
                      <a:pt x="0" y="0"/>
                    </a:lnTo>
                    <a:lnTo>
                      <a:pt x="90" y="0"/>
                    </a:lnTo>
                    <a:lnTo>
                      <a:pt x="90" y="13"/>
                    </a:lnTo>
                    <a:lnTo>
                      <a:pt x="52" y="13"/>
                    </a:lnTo>
                    <a:lnTo>
                      <a:pt x="52" y="111"/>
                    </a:lnTo>
                    <a:lnTo>
                      <a:pt x="38" y="111"/>
                    </a:lnTo>
                    <a:lnTo>
                      <a:pt x="38" y="13"/>
                    </a:lnTo>
                    <a:lnTo>
                      <a:pt x="0" y="13"/>
                    </a:lnTo>
                    <a:close/>
                  </a:path>
                </a:pathLst>
              </a:custGeom>
              <a:grpFill/>
              <a:ln>
                <a:noFill/>
              </a:ln>
            </p:spPr>
            <p:txBody>
              <a:bodyPr anchor="ctr"/>
              <a:lstStyle/>
              <a:p>
                <a:pPr algn="ctr"/>
                <a:endParaRPr/>
              </a:p>
            </p:txBody>
          </p:sp>
          <p:sp>
            <p:nvSpPr>
              <p:cNvPr id="115" name="ïṡḷíḍé">
                <a:extLst>
                  <a:ext uri="{FF2B5EF4-FFF2-40B4-BE49-F238E27FC236}">
                    <a16:creationId xmlns:a16="http://schemas.microsoft.com/office/drawing/2014/main" id="{3C9EAF9D-8B16-4C7A-BBBB-769C55755290}"/>
                  </a:ext>
                </a:extLst>
              </p:cNvPr>
              <p:cNvSpPr/>
              <p:nvPr/>
            </p:nvSpPr>
            <p:spPr bwMode="auto">
              <a:xfrm>
                <a:off x="11227036" y="732929"/>
                <a:ext cx="30612" cy="35644"/>
              </a:xfrm>
              <a:custGeom>
                <a:avLst/>
                <a:gdLst>
                  <a:gd name="T0" fmla="*/ 120 w 149"/>
                  <a:gd name="T1" fmla="*/ 118 h 171"/>
                  <a:gd name="T2" fmla="*/ 147 w 149"/>
                  <a:gd name="T3" fmla="*/ 118 h 171"/>
                  <a:gd name="T4" fmla="*/ 117 w 149"/>
                  <a:gd name="T5" fmla="*/ 163 h 171"/>
                  <a:gd name="T6" fmla="*/ 73 w 149"/>
                  <a:gd name="T7" fmla="*/ 171 h 171"/>
                  <a:gd name="T8" fmla="*/ 0 w 149"/>
                  <a:gd name="T9" fmla="*/ 92 h 171"/>
                  <a:gd name="T10" fmla="*/ 78 w 149"/>
                  <a:gd name="T11" fmla="*/ 0 h 171"/>
                  <a:gd name="T12" fmla="*/ 149 w 149"/>
                  <a:gd name="T13" fmla="*/ 97 h 171"/>
                  <a:gd name="T14" fmla="*/ 29 w 149"/>
                  <a:gd name="T15" fmla="*/ 97 h 171"/>
                  <a:gd name="T16" fmla="*/ 77 w 149"/>
                  <a:gd name="T17" fmla="*/ 151 h 171"/>
                  <a:gd name="T18" fmla="*/ 120 w 149"/>
                  <a:gd name="T19" fmla="*/ 118 h 171"/>
                  <a:gd name="T20" fmla="*/ 29 w 149"/>
                  <a:gd name="T21" fmla="*/ 75 h 171"/>
                  <a:gd name="T22" fmla="*/ 121 w 149"/>
                  <a:gd name="T23" fmla="*/ 75 h 171"/>
                  <a:gd name="T24" fmla="*/ 74 w 149"/>
                  <a:gd name="T25" fmla="*/ 26 h 171"/>
                  <a:gd name="T26" fmla="*/ 29 w 149"/>
                  <a:gd name="T27" fmla="*/ 7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9" h="171">
                    <a:moveTo>
                      <a:pt x="120" y="118"/>
                    </a:moveTo>
                    <a:cubicBezTo>
                      <a:pt x="147" y="118"/>
                      <a:pt x="147" y="118"/>
                      <a:pt x="147" y="118"/>
                    </a:cubicBezTo>
                    <a:cubicBezTo>
                      <a:pt x="143" y="136"/>
                      <a:pt x="134" y="151"/>
                      <a:pt x="117" y="163"/>
                    </a:cubicBezTo>
                    <a:cubicBezTo>
                      <a:pt x="108" y="169"/>
                      <a:pt x="94" y="171"/>
                      <a:pt x="73" y="171"/>
                    </a:cubicBezTo>
                    <a:cubicBezTo>
                      <a:pt x="27" y="170"/>
                      <a:pt x="2" y="143"/>
                      <a:pt x="0" y="92"/>
                    </a:cubicBezTo>
                    <a:cubicBezTo>
                      <a:pt x="1" y="32"/>
                      <a:pt x="27" y="2"/>
                      <a:pt x="78" y="0"/>
                    </a:cubicBezTo>
                    <a:cubicBezTo>
                      <a:pt x="125" y="1"/>
                      <a:pt x="148" y="33"/>
                      <a:pt x="149" y="97"/>
                    </a:cubicBezTo>
                    <a:cubicBezTo>
                      <a:pt x="29" y="97"/>
                      <a:pt x="29" y="97"/>
                      <a:pt x="29" y="97"/>
                    </a:cubicBezTo>
                    <a:cubicBezTo>
                      <a:pt x="29" y="133"/>
                      <a:pt x="45" y="151"/>
                      <a:pt x="77" y="151"/>
                    </a:cubicBezTo>
                    <a:cubicBezTo>
                      <a:pt x="100" y="149"/>
                      <a:pt x="114" y="138"/>
                      <a:pt x="120" y="118"/>
                    </a:cubicBezTo>
                    <a:close/>
                    <a:moveTo>
                      <a:pt x="29" y="75"/>
                    </a:moveTo>
                    <a:cubicBezTo>
                      <a:pt x="121" y="75"/>
                      <a:pt x="121" y="75"/>
                      <a:pt x="121" y="75"/>
                    </a:cubicBezTo>
                    <a:cubicBezTo>
                      <a:pt x="119" y="42"/>
                      <a:pt x="103" y="26"/>
                      <a:pt x="74" y="26"/>
                    </a:cubicBezTo>
                    <a:cubicBezTo>
                      <a:pt x="47" y="28"/>
                      <a:pt x="32" y="44"/>
                      <a:pt x="29" y="75"/>
                    </a:cubicBezTo>
                    <a:close/>
                  </a:path>
                </a:pathLst>
              </a:custGeom>
              <a:grpFill/>
              <a:ln>
                <a:noFill/>
              </a:ln>
            </p:spPr>
            <p:txBody>
              <a:bodyPr anchor="ctr"/>
              <a:lstStyle/>
              <a:p>
                <a:pPr algn="ctr"/>
                <a:endParaRPr/>
              </a:p>
            </p:txBody>
          </p:sp>
          <p:sp>
            <p:nvSpPr>
              <p:cNvPr id="116" name="íṧlíḍé">
                <a:extLst>
                  <a:ext uri="{FF2B5EF4-FFF2-40B4-BE49-F238E27FC236}">
                    <a16:creationId xmlns:a16="http://schemas.microsoft.com/office/drawing/2014/main" id="{F4AB2DE8-20EC-4594-92D3-CA5695A10390}"/>
                  </a:ext>
                </a:extLst>
              </p:cNvPr>
              <p:cNvSpPr/>
              <p:nvPr/>
            </p:nvSpPr>
            <p:spPr bwMode="auto">
              <a:xfrm>
                <a:off x="11262261" y="732929"/>
                <a:ext cx="28935" cy="35644"/>
              </a:xfrm>
              <a:custGeom>
                <a:avLst/>
                <a:gdLst>
                  <a:gd name="T0" fmla="*/ 140 w 140"/>
                  <a:gd name="T1" fmla="*/ 61 h 171"/>
                  <a:gd name="T2" fmla="*/ 113 w 140"/>
                  <a:gd name="T3" fmla="*/ 61 h 171"/>
                  <a:gd name="T4" fmla="*/ 75 w 140"/>
                  <a:gd name="T5" fmla="*/ 26 h 171"/>
                  <a:gd name="T6" fmla="*/ 28 w 140"/>
                  <a:gd name="T7" fmla="*/ 87 h 171"/>
                  <a:gd name="T8" fmla="*/ 74 w 140"/>
                  <a:gd name="T9" fmla="*/ 151 h 171"/>
                  <a:gd name="T10" fmla="*/ 113 w 140"/>
                  <a:gd name="T11" fmla="*/ 111 h 171"/>
                  <a:gd name="T12" fmla="*/ 140 w 140"/>
                  <a:gd name="T13" fmla="*/ 111 h 171"/>
                  <a:gd name="T14" fmla="*/ 74 w 140"/>
                  <a:gd name="T15" fmla="*/ 171 h 171"/>
                  <a:gd name="T16" fmla="*/ 0 w 140"/>
                  <a:gd name="T17" fmla="*/ 92 h 171"/>
                  <a:gd name="T18" fmla="*/ 79 w 140"/>
                  <a:gd name="T19" fmla="*/ 0 h 171"/>
                  <a:gd name="T20" fmla="*/ 140 w 140"/>
                  <a:gd name="T21" fmla="*/ 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171">
                    <a:moveTo>
                      <a:pt x="140" y="61"/>
                    </a:moveTo>
                    <a:cubicBezTo>
                      <a:pt x="113" y="61"/>
                      <a:pt x="113" y="61"/>
                      <a:pt x="113" y="61"/>
                    </a:cubicBezTo>
                    <a:cubicBezTo>
                      <a:pt x="110" y="37"/>
                      <a:pt x="98" y="26"/>
                      <a:pt x="75" y="26"/>
                    </a:cubicBezTo>
                    <a:cubicBezTo>
                      <a:pt x="46" y="27"/>
                      <a:pt x="30" y="48"/>
                      <a:pt x="28" y="87"/>
                    </a:cubicBezTo>
                    <a:cubicBezTo>
                      <a:pt x="28" y="129"/>
                      <a:pt x="44" y="151"/>
                      <a:pt x="74" y="151"/>
                    </a:cubicBezTo>
                    <a:cubicBezTo>
                      <a:pt x="96" y="149"/>
                      <a:pt x="109" y="136"/>
                      <a:pt x="113" y="111"/>
                    </a:cubicBezTo>
                    <a:cubicBezTo>
                      <a:pt x="140" y="111"/>
                      <a:pt x="140" y="111"/>
                      <a:pt x="140" y="111"/>
                    </a:cubicBezTo>
                    <a:cubicBezTo>
                      <a:pt x="133" y="151"/>
                      <a:pt x="111" y="171"/>
                      <a:pt x="74" y="171"/>
                    </a:cubicBezTo>
                    <a:cubicBezTo>
                      <a:pt x="26" y="170"/>
                      <a:pt x="2" y="143"/>
                      <a:pt x="0" y="92"/>
                    </a:cubicBezTo>
                    <a:cubicBezTo>
                      <a:pt x="2" y="32"/>
                      <a:pt x="28" y="2"/>
                      <a:pt x="79" y="0"/>
                    </a:cubicBezTo>
                    <a:cubicBezTo>
                      <a:pt x="115" y="1"/>
                      <a:pt x="135" y="21"/>
                      <a:pt x="140" y="61"/>
                    </a:cubicBezTo>
                    <a:close/>
                  </a:path>
                </a:pathLst>
              </a:custGeom>
              <a:grpFill/>
              <a:ln>
                <a:noFill/>
              </a:ln>
            </p:spPr>
            <p:txBody>
              <a:bodyPr anchor="ctr"/>
              <a:lstStyle/>
              <a:p>
                <a:pPr algn="ctr"/>
                <a:endParaRPr/>
              </a:p>
            </p:txBody>
          </p:sp>
          <p:sp>
            <p:nvSpPr>
              <p:cNvPr id="117" name="išļïḓé">
                <a:extLst>
                  <a:ext uri="{FF2B5EF4-FFF2-40B4-BE49-F238E27FC236}">
                    <a16:creationId xmlns:a16="http://schemas.microsoft.com/office/drawing/2014/main" id="{5AB17666-C8B9-4C3A-8E9B-73D45D40BDE2}"/>
                  </a:ext>
                </a:extLst>
              </p:cNvPr>
              <p:cNvSpPr/>
              <p:nvPr/>
            </p:nvSpPr>
            <p:spPr bwMode="auto">
              <a:xfrm>
                <a:off x="11297067" y="721607"/>
                <a:ext cx="27258" cy="46547"/>
              </a:xfrm>
              <a:custGeom>
                <a:avLst/>
                <a:gdLst>
                  <a:gd name="T0" fmla="*/ 133 w 133"/>
                  <a:gd name="T1" fmla="*/ 113 h 224"/>
                  <a:gd name="T2" fmla="*/ 133 w 133"/>
                  <a:gd name="T3" fmla="*/ 224 h 224"/>
                  <a:gd name="T4" fmla="*/ 106 w 133"/>
                  <a:gd name="T5" fmla="*/ 224 h 224"/>
                  <a:gd name="T6" fmla="*/ 106 w 133"/>
                  <a:gd name="T7" fmla="*/ 117 h 224"/>
                  <a:gd name="T8" fmla="*/ 73 w 133"/>
                  <a:gd name="T9" fmla="*/ 81 h 224"/>
                  <a:gd name="T10" fmla="*/ 28 w 133"/>
                  <a:gd name="T11" fmla="*/ 135 h 224"/>
                  <a:gd name="T12" fmla="*/ 28 w 133"/>
                  <a:gd name="T13" fmla="*/ 224 h 224"/>
                  <a:gd name="T14" fmla="*/ 0 w 133"/>
                  <a:gd name="T15" fmla="*/ 224 h 224"/>
                  <a:gd name="T16" fmla="*/ 0 w 133"/>
                  <a:gd name="T17" fmla="*/ 0 h 224"/>
                  <a:gd name="T18" fmla="*/ 28 w 133"/>
                  <a:gd name="T19" fmla="*/ 0 h 224"/>
                  <a:gd name="T20" fmla="*/ 28 w 133"/>
                  <a:gd name="T21" fmla="*/ 82 h 224"/>
                  <a:gd name="T22" fmla="*/ 29 w 133"/>
                  <a:gd name="T23" fmla="*/ 82 h 224"/>
                  <a:gd name="T24" fmla="*/ 77 w 133"/>
                  <a:gd name="T25" fmla="*/ 55 h 224"/>
                  <a:gd name="T26" fmla="*/ 133 w 133"/>
                  <a:gd name="T27" fmla="*/ 11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3" h="224">
                    <a:moveTo>
                      <a:pt x="133" y="113"/>
                    </a:moveTo>
                    <a:cubicBezTo>
                      <a:pt x="133" y="224"/>
                      <a:pt x="133" y="224"/>
                      <a:pt x="133" y="224"/>
                    </a:cubicBezTo>
                    <a:cubicBezTo>
                      <a:pt x="106" y="224"/>
                      <a:pt x="106" y="224"/>
                      <a:pt x="106" y="224"/>
                    </a:cubicBezTo>
                    <a:cubicBezTo>
                      <a:pt x="106" y="117"/>
                      <a:pt x="106" y="117"/>
                      <a:pt x="106" y="117"/>
                    </a:cubicBezTo>
                    <a:cubicBezTo>
                      <a:pt x="107" y="92"/>
                      <a:pt x="96" y="80"/>
                      <a:pt x="73" y="81"/>
                    </a:cubicBezTo>
                    <a:cubicBezTo>
                      <a:pt x="44" y="81"/>
                      <a:pt x="29" y="99"/>
                      <a:pt x="28" y="135"/>
                    </a:cubicBezTo>
                    <a:cubicBezTo>
                      <a:pt x="28" y="224"/>
                      <a:pt x="28" y="224"/>
                      <a:pt x="28" y="224"/>
                    </a:cubicBezTo>
                    <a:cubicBezTo>
                      <a:pt x="0" y="224"/>
                      <a:pt x="0" y="224"/>
                      <a:pt x="0" y="224"/>
                    </a:cubicBezTo>
                    <a:cubicBezTo>
                      <a:pt x="0" y="0"/>
                      <a:pt x="0" y="0"/>
                      <a:pt x="0" y="0"/>
                    </a:cubicBezTo>
                    <a:cubicBezTo>
                      <a:pt x="28" y="0"/>
                      <a:pt x="28" y="0"/>
                      <a:pt x="28" y="0"/>
                    </a:cubicBezTo>
                    <a:cubicBezTo>
                      <a:pt x="28" y="82"/>
                      <a:pt x="28" y="82"/>
                      <a:pt x="28" y="82"/>
                    </a:cubicBezTo>
                    <a:cubicBezTo>
                      <a:pt x="29" y="82"/>
                      <a:pt x="29" y="82"/>
                      <a:pt x="29" y="82"/>
                    </a:cubicBezTo>
                    <a:cubicBezTo>
                      <a:pt x="42" y="64"/>
                      <a:pt x="58" y="55"/>
                      <a:pt x="77" y="55"/>
                    </a:cubicBezTo>
                    <a:cubicBezTo>
                      <a:pt x="114" y="56"/>
                      <a:pt x="133" y="75"/>
                      <a:pt x="133" y="113"/>
                    </a:cubicBezTo>
                    <a:close/>
                  </a:path>
                </a:pathLst>
              </a:custGeom>
              <a:grpFill/>
              <a:ln>
                <a:noFill/>
              </a:ln>
            </p:spPr>
            <p:txBody>
              <a:bodyPr anchor="ctr"/>
              <a:lstStyle/>
              <a:p>
                <a:pPr algn="ctr"/>
                <a:endParaRPr/>
              </a:p>
            </p:txBody>
          </p:sp>
          <p:sp>
            <p:nvSpPr>
              <p:cNvPr id="118" name="ïšḻîḓè">
                <a:extLst>
                  <a:ext uri="{FF2B5EF4-FFF2-40B4-BE49-F238E27FC236}">
                    <a16:creationId xmlns:a16="http://schemas.microsoft.com/office/drawing/2014/main" id="{1E069E19-6306-49BF-970E-C2464CF51714}"/>
                  </a:ext>
                </a:extLst>
              </p:cNvPr>
              <p:cNvSpPr/>
              <p:nvPr/>
            </p:nvSpPr>
            <p:spPr bwMode="auto">
              <a:xfrm>
                <a:off x="11333130" y="732929"/>
                <a:ext cx="27258" cy="35225"/>
              </a:xfrm>
              <a:custGeom>
                <a:avLst/>
                <a:gdLst>
                  <a:gd name="T0" fmla="*/ 133 w 133"/>
                  <a:gd name="T1" fmla="*/ 58 h 169"/>
                  <a:gd name="T2" fmla="*/ 133 w 133"/>
                  <a:gd name="T3" fmla="*/ 169 h 169"/>
                  <a:gd name="T4" fmla="*/ 106 w 133"/>
                  <a:gd name="T5" fmla="*/ 169 h 169"/>
                  <a:gd name="T6" fmla="*/ 106 w 133"/>
                  <a:gd name="T7" fmla="*/ 69 h 169"/>
                  <a:gd name="T8" fmla="*/ 71 w 133"/>
                  <a:gd name="T9" fmla="*/ 26 h 169"/>
                  <a:gd name="T10" fmla="*/ 28 w 133"/>
                  <a:gd name="T11" fmla="*/ 80 h 169"/>
                  <a:gd name="T12" fmla="*/ 28 w 133"/>
                  <a:gd name="T13" fmla="*/ 169 h 169"/>
                  <a:gd name="T14" fmla="*/ 0 w 133"/>
                  <a:gd name="T15" fmla="*/ 169 h 169"/>
                  <a:gd name="T16" fmla="*/ 0 w 133"/>
                  <a:gd name="T17" fmla="*/ 5 h 169"/>
                  <a:gd name="T18" fmla="*/ 27 w 133"/>
                  <a:gd name="T19" fmla="*/ 5 h 169"/>
                  <a:gd name="T20" fmla="*/ 27 w 133"/>
                  <a:gd name="T21" fmla="*/ 28 h 169"/>
                  <a:gd name="T22" fmla="*/ 77 w 133"/>
                  <a:gd name="T23" fmla="*/ 0 h 169"/>
                  <a:gd name="T24" fmla="*/ 133 w 133"/>
                  <a:gd name="T25" fmla="*/ 5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3" h="169">
                    <a:moveTo>
                      <a:pt x="133" y="58"/>
                    </a:moveTo>
                    <a:cubicBezTo>
                      <a:pt x="133" y="169"/>
                      <a:pt x="133" y="169"/>
                      <a:pt x="133" y="169"/>
                    </a:cubicBezTo>
                    <a:cubicBezTo>
                      <a:pt x="106" y="169"/>
                      <a:pt x="106" y="169"/>
                      <a:pt x="106" y="169"/>
                    </a:cubicBezTo>
                    <a:cubicBezTo>
                      <a:pt x="106" y="69"/>
                      <a:pt x="106" y="69"/>
                      <a:pt x="106" y="69"/>
                    </a:cubicBezTo>
                    <a:cubicBezTo>
                      <a:pt x="108" y="38"/>
                      <a:pt x="96" y="24"/>
                      <a:pt x="71" y="26"/>
                    </a:cubicBezTo>
                    <a:cubicBezTo>
                      <a:pt x="43" y="27"/>
                      <a:pt x="29" y="45"/>
                      <a:pt x="28" y="80"/>
                    </a:cubicBezTo>
                    <a:cubicBezTo>
                      <a:pt x="28" y="169"/>
                      <a:pt x="28" y="169"/>
                      <a:pt x="28" y="169"/>
                    </a:cubicBezTo>
                    <a:cubicBezTo>
                      <a:pt x="0" y="169"/>
                      <a:pt x="0" y="169"/>
                      <a:pt x="0" y="169"/>
                    </a:cubicBezTo>
                    <a:cubicBezTo>
                      <a:pt x="0" y="5"/>
                      <a:pt x="0" y="5"/>
                      <a:pt x="0" y="5"/>
                    </a:cubicBezTo>
                    <a:cubicBezTo>
                      <a:pt x="27" y="5"/>
                      <a:pt x="27" y="5"/>
                      <a:pt x="27" y="5"/>
                    </a:cubicBezTo>
                    <a:cubicBezTo>
                      <a:pt x="27" y="28"/>
                      <a:pt x="27" y="28"/>
                      <a:pt x="27" y="28"/>
                    </a:cubicBezTo>
                    <a:cubicBezTo>
                      <a:pt x="40" y="9"/>
                      <a:pt x="57" y="0"/>
                      <a:pt x="77" y="0"/>
                    </a:cubicBezTo>
                    <a:cubicBezTo>
                      <a:pt x="114" y="1"/>
                      <a:pt x="133" y="20"/>
                      <a:pt x="133" y="58"/>
                    </a:cubicBezTo>
                    <a:close/>
                  </a:path>
                </a:pathLst>
              </a:custGeom>
              <a:grpFill/>
              <a:ln>
                <a:noFill/>
              </a:ln>
            </p:spPr>
            <p:txBody>
              <a:bodyPr anchor="ctr"/>
              <a:lstStyle/>
              <a:p>
                <a:pPr algn="ctr"/>
                <a:endParaRPr/>
              </a:p>
            </p:txBody>
          </p:sp>
          <p:sp>
            <p:nvSpPr>
              <p:cNvPr id="119" name="ïṡḷïḍê">
                <a:extLst>
                  <a:ext uri="{FF2B5EF4-FFF2-40B4-BE49-F238E27FC236}">
                    <a16:creationId xmlns:a16="http://schemas.microsoft.com/office/drawing/2014/main" id="{10D11FAC-1070-41FE-8B29-44FE1818EFD2}"/>
                  </a:ext>
                </a:extLst>
              </p:cNvPr>
              <p:cNvSpPr/>
              <p:nvPr/>
            </p:nvSpPr>
            <p:spPr bwMode="auto">
              <a:xfrm>
                <a:off x="11367097"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4" y="31"/>
                      <a:pt x="29" y="2"/>
                      <a:pt x="76" y="0"/>
                    </a:cubicBezTo>
                    <a:cubicBezTo>
                      <a:pt x="124" y="2"/>
                      <a:pt x="149" y="31"/>
                      <a:pt x="152" y="87"/>
                    </a:cubicBezTo>
                    <a:cubicBezTo>
                      <a:pt x="149" y="142"/>
                      <a:pt x="124" y="170"/>
                      <a:pt x="76" y="171"/>
                    </a:cubicBezTo>
                    <a:cubicBezTo>
                      <a:pt x="29" y="170"/>
                      <a:pt x="4" y="142"/>
                      <a:pt x="0" y="87"/>
                    </a:cubicBezTo>
                    <a:close/>
                    <a:moveTo>
                      <a:pt x="28" y="87"/>
                    </a:moveTo>
                    <a:cubicBezTo>
                      <a:pt x="31" y="128"/>
                      <a:pt x="47" y="149"/>
                      <a:pt x="76" y="149"/>
                    </a:cubicBezTo>
                    <a:cubicBezTo>
                      <a:pt x="106" y="149"/>
                      <a:pt x="122" y="128"/>
                      <a:pt x="124" y="87"/>
                    </a:cubicBezTo>
                    <a:cubicBezTo>
                      <a:pt x="122" y="46"/>
                      <a:pt x="106" y="25"/>
                      <a:pt x="76" y="24"/>
                    </a:cubicBezTo>
                    <a:cubicBezTo>
                      <a:pt x="47" y="25"/>
                      <a:pt x="31" y="46"/>
                      <a:pt x="28" y="87"/>
                    </a:cubicBezTo>
                    <a:close/>
                  </a:path>
                </a:pathLst>
              </a:custGeom>
              <a:grpFill/>
              <a:ln>
                <a:noFill/>
              </a:ln>
            </p:spPr>
            <p:txBody>
              <a:bodyPr anchor="ctr"/>
              <a:lstStyle/>
              <a:p>
                <a:pPr algn="ctr"/>
                <a:endParaRPr/>
              </a:p>
            </p:txBody>
          </p:sp>
          <p:sp>
            <p:nvSpPr>
              <p:cNvPr id="120" name="îşļíḋe">
                <a:extLst>
                  <a:ext uri="{FF2B5EF4-FFF2-40B4-BE49-F238E27FC236}">
                    <a16:creationId xmlns:a16="http://schemas.microsoft.com/office/drawing/2014/main" id="{D7D59A13-5F6C-4A29-BA42-46AA267D2631}"/>
                  </a:ext>
                </a:extLst>
              </p:cNvPr>
              <p:cNvSpPr/>
              <p:nvPr/>
            </p:nvSpPr>
            <p:spPr bwMode="auto">
              <a:xfrm>
                <a:off x="11405258" y="721607"/>
                <a:ext cx="5871" cy="46547"/>
              </a:xfrm>
              <a:prstGeom prst="rect">
                <a:avLst/>
              </a:prstGeom>
              <a:grpFill/>
              <a:ln>
                <a:noFill/>
              </a:ln>
            </p:spPr>
            <p:txBody>
              <a:bodyPr anchor="ctr"/>
              <a:lstStyle/>
              <a:p>
                <a:pPr algn="ctr"/>
                <a:endParaRPr/>
              </a:p>
            </p:txBody>
          </p:sp>
          <p:sp>
            <p:nvSpPr>
              <p:cNvPr id="121" name="íṩľide">
                <a:extLst>
                  <a:ext uri="{FF2B5EF4-FFF2-40B4-BE49-F238E27FC236}">
                    <a16:creationId xmlns:a16="http://schemas.microsoft.com/office/drawing/2014/main" id="{8D3DB728-D3FD-4DA3-888E-D17BD5198EF8}"/>
                  </a:ext>
                </a:extLst>
              </p:cNvPr>
              <p:cNvSpPr/>
              <p:nvPr/>
            </p:nvSpPr>
            <p:spPr bwMode="auto">
              <a:xfrm>
                <a:off x="11417419" y="732929"/>
                <a:ext cx="31451" cy="35644"/>
              </a:xfrm>
              <a:custGeom>
                <a:avLst/>
                <a:gdLst>
                  <a:gd name="T0" fmla="*/ 0 w 152"/>
                  <a:gd name="T1" fmla="*/ 87 h 171"/>
                  <a:gd name="T2" fmla="*/ 76 w 152"/>
                  <a:gd name="T3" fmla="*/ 0 h 171"/>
                  <a:gd name="T4" fmla="*/ 152 w 152"/>
                  <a:gd name="T5" fmla="*/ 87 h 171"/>
                  <a:gd name="T6" fmla="*/ 76 w 152"/>
                  <a:gd name="T7" fmla="*/ 171 h 171"/>
                  <a:gd name="T8" fmla="*/ 0 w 152"/>
                  <a:gd name="T9" fmla="*/ 87 h 171"/>
                  <a:gd name="T10" fmla="*/ 28 w 152"/>
                  <a:gd name="T11" fmla="*/ 87 h 171"/>
                  <a:gd name="T12" fmla="*/ 76 w 152"/>
                  <a:gd name="T13" fmla="*/ 149 h 171"/>
                  <a:gd name="T14" fmla="*/ 124 w 152"/>
                  <a:gd name="T15" fmla="*/ 87 h 171"/>
                  <a:gd name="T16" fmla="*/ 76 w 152"/>
                  <a:gd name="T17" fmla="*/ 24 h 171"/>
                  <a:gd name="T18" fmla="*/ 28 w 152"/>
                  <a:gd name="T19" fmla="*/ 87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1">
                    <a:moveTo>
                      <a:pt x="0" y="87"/>
                    </a:moveTo>
                    <a:cubicBezTo>
                      <a:pt x="3" y="31"/>
                      <a:pt x="29" y="2"/>
                      <a:pt x="76" y="0"/>
                    </a:cubicBezTo>
                    <a:cubicBezTo>
                      <a:pt x="123" y="2"/>
                      <a:pt x="149" y="31"/>
                      <a:pt x="152" y="87"/>
                    </a:cubicBezTo>
                    <a:cubicBezTo>
                      <a:pt x="149" y="142"/>
                      <a:pt x="123" y="170"/>
                      <a:pt x="76" y="171"/>
                    </a:cubicBezTo>
                    <a:cubicBezTo>
                      <a:pt x="29" y="170"/>
                      <a:pt x="3" y="142"/>
                      <a:pt x="0" y="87"/>
                    </a:cubicBezTo>
                    <a:close/>
                    <a:moveTo>
                      <a:pt x="28" y="87"/>
                    </a:moveTo>
                    <a:cubicBezTo>
                      <a:pt x="31" y="128"/>
                      <a:pt x="47" y="149"/>
                      <a:pt x="76" y="149"/>
                    </a:cubicBezTo>
                    <a:cubicBezTo>
                      <a:pt x="105" y="149"/>
                      <a:pt x="121" y="128"/>
                      <a:pt x="124" y="87"/>
                    </a:cubicBezTo>
                    <a:cubicBezTo>
                      <a:pt x="121" y="46"/>
                      <a:pt x="105" y="25"/>
                      <a:pt x="76" y="24"/>
                    </a:cubicBezTo>
                    <a:cubicBezTo>
                      <a:pt x="47" y="25"/>
                      <a:pt x="31" y="46"/>
                      <a:pt x="28" y="87"/>
                    </a:cubicBezTo>
                    <a:close/>
                  </a:path>
                </a:pathLst>
              </a:custGeom>
              <a:grpFill/>
              <a:ln>
                <a:noFill/>
              </a:ln>
            </p:spPr>
            <p:txBody>
              <a:bodyPr anchor="ctr"/>
              <a:lstStyle/>
              <a:p>
                <a:pPr algn="ctr"/>
                <a:endParaRPr/>
              </a:p>
            </p:txBody>
          </p:sp>
          <p:sp>
            <p:nvSpPr>
              <p:cNvPr id="122" name="ïSļídê">
                <a:extLst>
                  <a:ext uri="{FF2B5EF4-FFF2-40B4-BE49-F238E27FC236}">
                    <a16:creationId xmlns:a16="http://schemas.microsoft.com/office/drawing/2014/main" id="{B27E9A8F-A436-4C7E-9A8C-2365D0EB0C85}"/>
                  </a:ext>
                </a:extLst>
              </p:cNvPr>
              <p:cNvSpPr/>
              <p:nvPr/>
            </p:nvSpPr>
            <p:spPr bwMode="auto">
              <a:xfrm>
                <a:off x="11453482" y="732929"/>
                <a:ext cx="30193" cy="48644"/>
              </a:xfrm>
              <a:custGeom>
                <a:avLst/>
                <a:gdLst>
                  <a:gd name="T0" fmla="*/ 30 w 145"/>
                  <a:gd name="T1" fmla="*/ 87 h 235"/>
                  <a:gd name="T2" fmla="*/ 74 w 145"/>
                  <a:gd name="T3" fmla="*/ 151 h 235"/>
                  <a:gd name="T4" fmla="*/ 118 w 145"/>
                  <a:gd name="T5" fmla="*/ 96 h 235"/>
                  <a:gd name="T6" fmla="*/ 74 w 145"/>
                  <a:gd name="T7" fmla="*/ 26 h 235"/>
                  <a:gd name="T8" fmla="*/ 30 w 145"/>
                  <a:gd name="T9" fmla="*/ 87 h 235"/>
                  <a:gd name="T10" fmla="*/ 144 w 145"/>
                  <a:gd name="T11" fmla="*/ 5 h 235"/>
                  <a:gd name="T12" fmla="*/ 144 w 145"/>
                  <a:gd name="T13" fmla="*/ 156 h 235"/>
                  <a:gd name="T14" fmla="*/ 69 w 145"/>
                  <a:gd name="T15" fmla="*/ 235 h 235"/>
                  <a:gd name="T16" fmla="*/ 5 w 145"/>
                  <a:gd name="T17" fmla="*/ 186 h 235"/>
                  <a:gd name="T18" fmla="*/ 33 w 145"/>
                  <a:gd name="T19" fmla="*/ 186 h 235"/>
                  <a:gd name="T20" fmla="*/ 70 w 145"/>
                  <a:gd name="T21" fmla="*/ 213 h 235"/>
                  <a:gd name="T22" fmla="*/ 117 w 145"/>
                  <a:gd name="T23" fmla="*/ 158 h 235"/>
                  <a:gd name="T24" fmla="*/ 117 w 145"/>
                  <a:gd name="T25" fmla="*/ 151 h 235"/>
                  <a:gd name="T26" fmla="*/ 117 w 145"/>
                  <a:gd name="T27" fmla="*/ 152 h 235"/>
                  <a:gd name="T28" fmla="*/ 73 w 145"/>
                  <a:gd name="T29" fmla="*/ 171 h 235"/>
                  <a:gd name="T30" fmla="*/ 0 w 145"/>
                  <a:gd name="T31" fmla="*/ 82 h 235"/>
                  <a:gd name="T32" fmla="*/ 69 w 145"/>
                  <a:gd name="T33" fmla="*/ 0 h 235"/>
                  <a:gd name="T34" fmla="*/ 118 w 145"/>
                  <a:gd name="T35" fmla="*/ 28 h 235"/>
                  <a:gd name="T36" fmla="*/ 118 w 145"/>
                  <a:gd name="T37" fmla="*/ 5 h 235"/>
                  <a:gd name="T38" fmla="*/ 144 w 145"/>
                  <a:gd name="T39" fmla="*/ 5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5" h="235">
                    <a:moveTo>
                      <a:pt x="30" y="87"/>
                    </a:moveTo>
                    <a:cubicBezTo>
                      <a:pt x="30" y="129"/>
                      <a:pt x="45" y="150"/>
                      <a:pt x="74" y="151"/>
                    </a:cubicBezTo>
                    <a:cubicBezTo>
                      <a:pt x="102" y="148"/>
                      <a:pt x="117" y="130"/>
                      <a:pt x="118" y="96"/>
                    </a:cubicBezTo>
                    <a:cubicBezTo>
                      <a:pt x="119" y="49"/>
                      <a:pt x="104" y="26"/>
                      <a:pt x="74" y="26"/>
                    </a:cubicBezTo>
                    <a:cubicBezTo>
                      <a:pt x="44" y="26"/>
                      <a:pt x="29" y="46"/>
                      <a:pt x="30" y="87"/>
                    </a:cubicBezTo>
                    <a:close/>
                    <a:moveTo>
                      <a:pt x="144" y="5"/>
                    </a:moveTo>
                    <a:cubicBezTo>
                      <a:pt x="144" y="156"/>
                      <a:pt x="144" y="156"/>
                      <a:pt x="144" y="156"/>
                    </a:cubicBezTo>
                    <a:cubicBezTo>
                      <a:pt x="145" y="209"/>
                      <a:pt x="120" y="235"/>
                      <a:pt x="69" y="235"/>
                    </a:cubicBezTo>
                    <a:cubicBezTo>
                      <a:pt x="30" y="235"/>
                      <a:pt x="9" y="219"/>
                      <a:pt x="5" y="186"/>
                    </a:cubicBezTo>
                    <a:cubicBezTo>
                      <a:pt x="33" y="186"/>
                      <a:pt x="33" y="186"/>
                      <a:pt x="33" y="186"/>
                    </a:cubicBezTo>
                    <a:cubicBezTo>
                      <a:pt x="37" y="204"/>
                      <a:pt x="49" y="213"/>
                      <a:pt x="70" y="213"/>
                    </a:cubicBezTo>
                    <a:cubicBezTo>
                      <a:pt x="103" y="213"/>
                      <a:pt x="118" y="195"/>
                      <a:pt x="117" y="158"/>
                    </a:cubicBezTo>
                    <a:cubicBezTo>
                      <a:pt x="117" y="151"/>
                      <a:pt x="117" y="151"/>
                      <a:pt x="117" y="151"/>
                    </a:cubicBezTo>
                    <a:cubicBezTo>
                      <a:pt x="117" y="152"/>
                      <a:pt x="117" y="152"/>
                      <a:pt x="117" y="152"/>
                    </a:cubicBezTo>
                    <a:cubicBezTo>
                      <a:pt x="107" y="165"/>
                      <a:pt x="92" y="171"/>
                      <a:pt x="73" y="171"/>
                    </a:cubicBezTo>
                    <a:cubicBezTo>
                      <a:pt x="27" y="170"/>
                      <a:pt x="3" y="140"/>
                      <a:pt x="0" y="82"/>
                    </a:cubicBezTo>
                    <a:cubicBezTo>
                      <a:pt x="3" y="30"/>
                      <a:pt x="26" y="2"/>
                      <a:pt x="69" y="0"/>
                    </a:cubicBezTo>
                    <a:cubicBezTo>
                      <a:pt x="89" y="0"/>
                      <a:pt x="106" y="9"/>
                      <a:pt x="118" y="28"/>
                    </a:cubicBezTo>
                    <a:cubicBezTo>
                      <a:pt x="118" y="5"/>
                      <a:pt x="118" y="5"/>
                      <a:pt x="118" y="5"/>
                    </a:cubicBezTo>
                    <a:lnTo>
                      <a:pt x="144" y="5"/>
                    </a:lnTo>
                    <a:close/>
                  </a:path>
                </a:pathLst>
              </a:custGeom>
              <a:grpFill/>
              <a:ln>
                <a:noFill/>
              </a:ln>
            </p:spPr>
            <p:txBody>
              <a:bodyPr anchor="ctr"/>
              <a:lstStyle/>
              <a:p>
                <a:pPr algn="ctr"/>
                <a:endParaRPr/>
              </a:p>
            </p:txBody>
          </p:sp>
          <p:sp>
            <p:nvSpPr>
              <p:cNvPr id="123" name="işḷíḑè">
                <a:extLst>
                  <a:ext uri="{FF2B5EF4-FFF2-40B4-BE49-F238E27FC236}">
                    <a16:creationId xmlns:a16="http://schemas.microsoft.com/office/drawing/2014/main" id="{CDB414FC-16C0-44D5-8D49-A206F5467CBA}"/>
                  </a:ext>
                </a:extLst>
              </p:cNvPr>
              <p:cNvSpPr/>
              <p:nvPr/>
            </p:nvSpPr>
            <p:spPr bwMode="auto">
              <a:xfrm>
                <a:off x="11487868" y="734187"/>
                <a:ext cx="31032" cy="47386"/>
              </a:xfrm>
              <a:custGeom>
                <a:avLst/>
                <a:gdLst>
                  <a:gd name="T0" fmla="*/ 76 w 149"/>
                  <a:gd name="T1" fmla="*/ 135 h 229"/>
                  <a:gd name="T2" fmla="*/ 119 w 149"/>
                  <a:gd name="T3" fmla="*/ 0 h 229"/>
                  <a:gd name="T4" fmla="*/ 149 w 149"/>
                  <a:gd name="T5" fmla="*/ 0 h 229"/>
                  <a:gd name="T6" fmla="*/ 132 w 149"/>
                  <a:gd name="T7" fmla="*/ 48 h 229"/>
                  <a:gd name="T8" fmla="*/ 90 w 149"/>
                  <a:gd name="T9" fmla="*/ 160 h 229"/>
                  <a:gd name="T10" fmla="*/ 61 w 149"/>
                  <a:gd name="T11" fmla="*/ 218 h 229"/>
                  <a:gd name="T12" fmla="*/ 25 w 149"/>
                  <a:gd name="T13" fmla="*/ 228 h 229"/>
                  <a:gd name="T14" fmla="*/ 14 w 149"/>
                  <a:gd name="T15" fmla="*/ 225 h 229"/>
                  <a:gd name="T16" fmla="*/ 14 w 149"/>
                  <a:gd name="T17" fmla="*/ 201 h 229"/>
                  <a:gd name="T18" fmla="*/ 17 w 149"/>
                  <a:gd name="T19" fmla="*/ 202 h 229"/>
                  <a:gd name="T20" fmla="*/ 30 w 149"/>
                  <a:gd name="T21" fmla="*/ 204 h 229"/>
                  <a:gd name="T22" fmla="*/ 60 w 149"/>
                  <a:gd name="T23" fmla="*/ 166 h 229"/>
                  <a:gd name="T24" fmla="*/ 0 w 149"/>
                  <a:gd name="T25" fmla="*/ 0 h 229"/>
                  <a:gd name="T26" fmla="*/ 30 w 149"/>
                  <a:gd name="T27" fmla="*/ 0 h 229"/>
                  <a:gd name="T28" fmla="*/ 74 w 149"/>
                  <a:gd name="T29" fmla="*/ 135 h 229"/>
                  <a:gd name="T30" fmla="*/ 76 w 149"/>
                  <a:gd name="T31" fmla="*/ 135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49" h="229">
                    <a:moveTo>
                      <a:pt x="76" y="135"/>
                    </a:moveTo>
                    <a:cubicBezTo>
                      <a:pt x="119" y="0"/>
                      <a:pt x="119" y="0"/>
                      <a:pt x="119" y="0"/>
                    </a:cubicBezTo>
                    <a:cubicBezTo>
                      <a:pt x="149" y="0"/>
                      <a:pt x="149" y="0"/>
                      <a:pt x="149" y="0"/>
                    </a:cubicBezTo>
                    <a:cubicBezTo>
                      <a:pt x="145" y="10"/>
                      <a:pt x="139" y="26"/>
                      <a:pt x="132" y="48"/>
                    </a:cubicBezTo>
                    <a:cubicBezTo>
                      <a:pt x="114" y="97"/>
                      <a:pt x="100" y="135"/>
                      <a:pt x="90" y="160"/>
                    </a:cubicBezTo>
                    <a:cubicBezTo>
                      <a:pt x="76" y="195"/>
                      <a:pt x="67" y="214"/>
                      <a:pt x="61" y="218"/>
                    </a:cubicBezTo>
                    <a:cubicBezTo>
                      <a:pt x="55" y="225"/>
                      <a:pt x="43" y="229"/>
                      <a:pt x="25" y="228"/>
                    </a:cubicBezTo>
                    <a:cubicBezTo>
                      <a:pt x="22" y="228"/>
                      <a:pt x="18" y="227"/>
                      <a:pt x="14" y="225"/>
                    </a:cubicBezTo>
                    <a:cubicBezTo>
                      <a:pt x="14" y="201"/>
                      <a:pt x="14" y="201"/>
                      <a:pt x="14" y="201"/>
                    </a:cubicBezTo>
                    <a:cubicBezTo>
                      <a:pt x="15" y="201"/>
                      <a:pt x="16" y="201"/>
                      <a:pt x="17" y="202"/>
                    </a:cubicBezTo>
                    <a:cubicBezTo>
                      <a:pt x="22" y="204"/>
                      <a:pt x="26" y="204"/>
                      <a:pt x="30" y="204"/>
                    </a:cubicBezTo>
                    <a:cubicBezTo>
                      <a:pt x="41" y="209"/>
                      <a:pt x="51" y="196"/>
                      <a:pt x="60" y="166"/>
                    </a:cubicBezTo>
                    <a:cubicBezTo>
                      <a:pt x="0" y="0"/>
                      <a:pt x="0" y="0"/>
                      <a:pt x="0" y="0"/>
                    </a:cubicBezTo>
                    <a:cubicBezTo>
                      <a:pt x="30" y="0"/>
                      <a:pt x="30" y="0"/>
                      <a:pt x="30" y="0"/>
                    </a:cubicBezTo>
                    <a:cubicBezTo>
                      <a:pt x="74" y="135"/>
                      <a:pt x="74" y="135"/>
                      <a:pt x="74" y="135"/>
                    </a:cubicBezTo>
                    <a:lnTo>
                      <a:pt x="76" y="135"/>
                    </a:lnTo>
                    <a:close/>
                  </a:path>
                </a:pathLst>
              </a:custGeom>
              <a:grpFill/>
              <a:ln>
                <a:noFill/>
              </a:ln>
            </p:spPr>
            <p:txBody>
              <a:bodyPr anchor="ctr"/>
              <a:lstStyle/>
              <a:p>
                <a:pPr algn="ctr"/>
                <a:endParaRPr/>
              </a:p>
            </p:txBody>
          </p:sp>
        </p:grpSp>
        <p:grpSp>
          <p:nvGrpSpPr>
            <p:cNvPr id="19" name="组合 18">
              <a:extLst>
                <a:ext uri="{FF2B5EF4-FFF2-40B4-BE49-F238E27FC236}">
                  <a16:creationId xmlns:a16="http://schemas.microsoft.com/office/drawing/2014/main" id="{048F3111-B36F-4FC0-8EDC-B92F7C0238CC}"/>
                </a:ext>
              </a:extLst>
            </p:cNvPr>
            <p:cNvGrpSpPr/>
            <p:nvPr/>
          </p:nvGrpSpPr>
          <p:grpSpPr>
            <a:xfrm>
              <a:off x="660400" y="478901"/>
              <a:ext cx="601275" cy="454750"/>
              <a:chOff x="2201863" y="2538413"/>
              <a:chExt cx="1776413" cy="1781175"/>
            </a:xfrm>
            <a:solidFill>
              <a:schemeClr val="accent1"/>
            </a:solidFill>
          </p:grpSpPr>
          <p:sp>
            <p:nvSpPr>
              <p:cNvPr id="20" name="íṣḷîďé">
                <a:extLst>
                  <a:ext uri="{FF2B5EF4-FFF2-40B4-BE49-F238E27FC236}">
                    <a16:creationId xmlns:a16="http://schemas.microsoft.com/office/drawing/2014/main" id="{B7E81E25-B7AE-4531-A87E-AED8DDFC55C9}"/>
                  </a:ext>
                </a:extLst>
              </p:cNvPr>
              <p:cNvSpPr/>
              <p:nvPr/>
            </p:nvSpPr>
            <p:spPr bwMode="auto">
              <a:xfrm>
                <a:off x="2201863" y="2538413"/>
                <a:ext cx="1776413" cy="1781175"/>
              </a:xfrm>
              <a:prstGeom prst="ellipse">
                <a:avLst/>
              </a:prstGeom>
              <a:noFill/>
              <a:ln w="19050" cap="flat">
                <a:solidFill>
                  <a:schemeClr val="accent1"/>
                </a:solidFill>
                <a:prstDash val="solid"/>
                <a:round/>
                <a:headEnd/>
                <a:tailEnd/>
              </a:ln>
            </p:spPr>
            <p:txBody>
              <a:bodyPr anchor="ctr"/>
              <a:lstStyle/>
              <a:p>
                <a:pPr algn="ctr"/>
                <a:endParaRPr/>
              </a:p>
            </p:txBody>
          </p:sp>
          <p:sp>
            <p:nvSpPr>
              <p:cNvPr id="21" name="îSlïdê">
                <a:extLst>
                  <a:ext uri="{FF2B5EF4-FFF2-40B4-BE49-F238E27FC236}">
                    <a16:creationId xmlns:a16="http://schemas.microsoft.com/office/drawing/2014/main" id="{8E726C61-BFA6-4DEB-A025-16A34B908257}"/>
                  </a:ext>
                </a:extLst>
              </p:cNvPr>
              <p:cNvSpPr/>
              <p:nvPr/>
            </p:nvSpPr>
            <p:spPr bwMode="auto">
              <a:xfrm>
                <a:off x="2349501" y="2976563"/>
                <a:ext cx="158750" cy="184150"/>
              </a:xfrm>
              <a:custGeom>
                <a:avLst/>
                <a:gdLst>
                  <a:gd name="T0" fmla="*/ 0 w 202"/>
                  <a:gd name="T1" fmla="*/ 96 h 233"/>
                  <a:gd name="T2" fmla="*/ 20 w 202"/>
                  <a:gd name="T3" fmla="*/ 58 h 233"/>
                  <a:gd name="T4" fmla="*/ 27 w 202"/>
                  <a:gd name="T5" fmla="*/ 65 h 233"/>
                  <a:gd name="T6" fmla="*/ 26 w 202"/>
                  <a:gd name="T7" fmla="*/ 70 h 233"/>
                  <a:gd name="T8" fmla="*/ 25 w 202"/>
                  <a:gd name="T9" fmla="*/ 75 h 233"/>
                  <a:gd name="T10" fmla="*/ 27 w 202"/>
                  <a:gd name="T11" fmla="*/ 81 h 233"/>
                  <a:gd name="T12" fmla="*/ 34 w 202"/>
                  <a:gd name="T13" fmla="*/ 88 h 233"/>
                  <a:gd name="T14" fmla="*/ 88 w 202"/>
                  <a:gd name="T15" fmla="*/ 137 h 233"/>
                  <a:gd name="T16" fmla="*/ 110 w 202"/>
                  <a:gd name="T17" fmla="*/ 93 h 233"/>
                  <a:gd name="T18" fmla="*/ 57 w 202"/>
                  <a:gd name="T19" fmla="*/ 46 h 233"/>
                  <a:gd name="T20" fmla="*/ 51 w 202"/>
                  <a:gd name="T21" fmla="*/ 41 h 233"/>
                  <a:gd name="T22" fmla="*/ 45 w 202"/>
                  <a:gd name="T23" fmla="*/ 40 h 233"/>
                  <a:gd name="T24" fmla="*/ 41 w 202"/>
                  <a:gd name="T25" fmla="*/ 42 h 233"/>
                  <a:gd name="T26" fmla="*/ 37 w 202"/>
                  <a:gd name="T27" fmla="*/ 46 h 233"/>
                  <a:gd name="T28" fmla="*/ 30 w 202"/>
                  <a:gd name="T29" fmla="*/ 39 h 233"/>
                  <a:gd name="T30" fmla="*/ 49 w 202"/>
                  <a:gd name="T31" fmla="*/ 0 h 233"/>
                  <a:gd name="T32" fmla="*/ 57 w 202"/>
                  <a:gd name="T33" fmla="*/ 7 h 233"/>
                  <a:gd name="T34" fmla="*/ 55 w 202"/>
                  <a:gd name="T35" fmla="*/ 12 h 233"/>
                  <a:gd name="T36" fmla="*/ 55 w 202"/>
                  <a:gd name="T37" fmla="*/ 17 h 233"/>
                  <a:gd name="T38" fmla="*/ 57 w 202"/>
                  <a:gd name="T39" fmla="*/ 24 h 233"/>
                  <a:gd name="T40" fmla="*/ 63 w 202"/>
                  <a:gd name="T41" fmla="*/ 31 h 233"/>
                  <a:gd name="T42" fmla="*/ 174 w 202"/>
                  <a:gd name="T43" fmla="*/ 129 h 233"/>
                  <a:gd name="T44" fmla="*/ 180 w 202"/>
                  <a:gd name="T45" fmla="*/ 134 h 233"/>
                  <a:gd name="T46" fmla="*/ 186 w 202"/>
                  <a:gd name="T47" fmla="*/ 135 h 233"/>
                  <a:gd name="T48" fmla="*/ 191 w 202"/>
                  <a:gd name="T49" fmla="*/ 133 h 233"/>
                  <a:gd name="T50" fmla="*/ 194 w 202"/>
                  <a:gd name="T51" fmla="*/ 130 h 233"/>
                  <a:gd name="T52" fmla="*/ 202 w 202"/>
                  <a:gd name="T53" fmla="*/ 137 h 233"/>
                  <a:gd name="T54" fmla="*/ 182 w 202"/>
                  <a:gd name="T55" fmla="*/ 175 h 233"/>
                  <a:gd name="T56" fmla="*/ 175 w 202"/>
                  <a:gd name="T57" fmla="*/ 169 h 233"/>
                  <a:gd name="T58" fmla="*/ 176 w 202"/>
                  <a:gd name="T59" fmla="*/ 163 h 233"/>
                  <a:gd name="T60" fmla="*/ 176 w 202"/>
                  <a:gd name="T61" fmla="*/ 158 h 233"/>
                  <a:gd name="T62" fmla="*/ 174 w 202"/>
                  <a:gd name="T63" fmla="*/ 151 h 233"/>
                  <a:gd name="T64" fmla="*/ 167 w 202"/>
                  <a:gd name="T65" fmla="*/ 144 h 233"/>
                  <a:gd name="T66" fmla="*/ 120 w 202"/>
                  <a:gd name="T67" fmla="*/ 102 h 233"/>
                  <a:gd name="T68" fmla="*/ 98 w 202"/>
                  <a:gd name="T69" fmla="*/ 146 h 233"/>
                  <a:gd name="T70" fmla="*/ 144 w 202"/>
                  <a:gd name="T71" fmla="*/ 187 h 233"/>
                  <a:gd name="T72" fmla="*/ 151 w 202"/>
                  <a:gd name="T73" fmla="*/ 192 h 233"/>
                  <a:gd name="T74" fmla="*/ 157 w 202"/>
                  <a:gd name="T75" fmla="*/ 193 h 233"/>
                  <a:gd name="T76" fmla="*/ 161 w 202"/>
                  <a:gd name="T77" fmla="*/ 191 h 233"/>
                  <a:gd name="T78" fmla="*/ 165 w 202"/>
                  <a:gd name="T79" fmla="*/ 188 h 233"/>
                  <a:gd name="T80" fmla="*/ 172 w 202"/>
                  <a:gd name="T81" fmla="*/ 194 h 233"/>
                  <a:gd name="T82" fmla="*/ 152 w 202"/>
                  <a:gd name="T83" fmla="*/ 233 h 233"/>
                  <a:gd name="T84" fmla="*/ 145 w 202"/>
                  <a:gd name="T85" fmla="*/ 226 h 233"/>
                  <a:gd name="T86" fmla="*/ 146 w 202"/>
                  <a:gd name="T87" fmla="*/ 221 h 233"/>
                  <a:gd name="T88" fmla="*/ 147 w 202"/>
                  <a:gd name="T89" fmla="*/ 215 h 233"/>
                  <a:gd name="T90" fmla="*/ 144 w 202"/>
                  <a:gd name="T91" fmla="*/ 208 h 233"/>
                  <a:gd name="T92" fmla="*/ 138 w 202"/>
                  <a:gd name="T93" fmla="*/ 202 h 233"/>
                  <a:gd name="T94" fmla="*/ 28 w 202"/>
                  <a:gd name="T95" fmla="*/ 103 h 233"/>
                  <a:gd name="T96" fmla="*/ 21 w 202"/>
                  <a:gd name="T97" fmla="*/ 98 h 233"/>
                  <a:gd name="T98" fmla="*/ 15 w 202"/>
                  <a:gd name="T99" fmla="*/ 97 h 233"/>
                  <a:gd name="T100" fmla="*/ 11 w 202"/>
                  <a:gd name="T101" fmla="*/ 99 h 233"/>
                  <a:gd name="T102" fmla="*/ 7 w 202"/>
                  <a:gd name="T103" fmla="*/ 103 h 233"/>
                  <a:gd name="T104" fmla="*/ 0 w 202"/>
                  <a:gd name="T105" fmla="*/ 96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2" h="233">
                    <a:moveTo>
                      <a:pt x="0" y="96"/>
                    </a:moveTo>
                    <a:cubicBezTo>
                      <a:pt x="20" y="58"/>
                      <a:pt x="20" y="58"/>
                      <a:pt x="20" y="58"/>
                    </a:cubicBezTo>
                    <a:cubicBezTo>
                      <a:pt x="27" y="65"/>
                      <a:pt x="27" y="65"/>
                      <a:pt x="27" y="65"/>
                    </a:cubicBezTo>
                    <a:cubicBezTo>
                      <a:pt x="27" y="66"/>
                      <a:pt x="26" y="67"/>
                      <a:pt x="26" y="70"/>
                    </a:cubicBezTo>
                    <a:cubicBezTo>
                      <a:pt x="25" y="72"/>
                      <a:pt x="25" y="74"/>
                      <a:pt x="25" y="75"/>
                    </a:cubicBezTo>
                    <a:cubicBezTo>
                      <a:pt x="25" y="77"/>
                      <a:pt x="26" y="79"/>
                      <a:pt x="27" y="81"/>
                    </a:cubicBezTo>
                    <a:cubicBezTo>
                      <a:pt x="29" y="83"/>
                      <a:pt x="31" y="86"/>
                      <a:pt x="34" y="88"/>
                    </a:cubicBezTo>
                    <a:cubicBezTo>
                      <a:pt x="88" y="137"/>
                      <a:pt x="88" y="137"/>
                      <a:pt x="88" y="137"/>
                    </a:cubicBezTo>
                    <a:cubicBezTo>
                      <a:pt x="110" y="93"/>
                      <a:pt x="110" y="93"/>
                      <a:pt x="110" y="93"/>
                    </a:cubicBezTo>
                    <a:cubicBezTo>
                      <a:pt x="57" y="46"/>
                      <a:pt x="57" y="46"/>
                      <a:pt x="57" y="46"/>
                    </a:cubicBezTo>
                    <a:cubicBezTo>
                      <a:pt x="55" y="44"/>
                      <a:pt x="53" y="42"/>
                      <a:pt x="51" y="41"/>
                    </a:cubicBezTo>
                    <a:cubicBezTo>
                      <a:pt x="49" y="40"/>
                      <a:pt x="47" y="39"/>
                      <a:pt x="45" y="40"/>
                    </a:cubicBezTo>
                    <a:cubicBezTo>
                      <a:pt x="43" y="40"/>
                      <a:pt x="42" y="41"/>
                      <a:pt x="41" y="42"/>
                    </a:cubicBezTo>
                    <a:cubicBezTo>
                      <a:pt x="39" y="43"/>
                      <a:pt x="38" y="44"/>
                      <a:pt x="37" y="46"/>
                    </a:cubicBezTo>
                    <a:cubicBezTo>
                      <a:pt x="30" y="39"/>
                      <a:pt x="30" y="39"/>
                      <a:pt x="30" y="39"/>
                    </a:cubicBezTo>
                    <a:cubicBezTo>
                      <a:pt x="49" y="0"/>
                      <a:pt x="49" y="0"/>
                      <a:pt x="49" y="0"/>
                    </a:cubicBezTo>
                    <a:cubicBezTo>
                      <a:pt x="57" y="7"/>
                      <a:pt x="57" y="7"/>
                      <a:pt x="57" y="7"/>
                    </a:cubicBezTo>
                    <a:cubicBezTo>
                      <a:pt x="57" y="8"/>
                      <a:pt x="56" y="10"/>
                      <a:pt x="55" y="12"/>
                    </a:cubicBezTo>
                    <a:cubicBezTo>
                      <a:pt x="55" y="14"/>
                      <a:pt x="54" y="16"/>
                      <a:pt x="55" y="17"/>
                    </a:cubicBezTo>
                    <a:cubicBezTo>
                      <a:pt x="55" y="19"/>
                      <a:pt x="56" y="22"/>
                      <a:pt x="57" y="24"/>
                    </a:cubicBezTo>
                    <a:cubicBezTo>
                      <a:pt x="58" y="26"/>
                      <a:pt x="61" y="28"/>
                      <a:pt x="63" y="31"/>
                    </a:cubicBezTo>
                    <a:cubicBezTo>
                      <a:pt x="174" y="129"/>
                      <a:pt x="174" y="129"/>
                      <a:pt x="174" y="129"/>
                    </a:cubicBezTo>
                    <a:cubicBezTo>
                      <a:pt x="176" y="132"/>
                      <a:pt x="178" y="133"/>
                      <a:pt x="180" y="134"/>
                    </a:cubicBezTo>
                    <a:cubicBezTo>
                      <a:pt x="182" y="135"/>
                      <a:pt x="184" y="136"/>
                      <a:pt x="186" y="135"/>
                    </a:cubicBezTo>
                    <a:cubicBezTo>
                      <a:pt x="188" y="135"/>
                      <a:pt x="189" y="134"/>
                      <a:pt x="191" y="133"/>
                    </a:cubicBezTo>
                    <a:cubicBezTo>
                      <a:pt x="193" y="132"/>
                      <a:pt x="194" y="131"/>
                      <a:pt x="194" y="130"/>
                    </a:cubicBezTo>
                    <a:cubicBezTo>
                      <a:pt x="202" y="137"/>
                      <a:pt x="202" y="137"/>
                      <a:pt x="202" y="137"/>
                    </a:cubicBezTo>
                    <a:cubicBezTo>
                      <a:pt x="182" y="175"/>
                      <a:pt x="182" y="175"/>
                      <a:pt x="182" y="175"/>
                    </a:cubicBezTo>
                    <a:cubicBezTo>
                      <a:pt x="175" y="169"/>
                      <a:pt x="175" y="169"/>
                      <a:pt x="175" y="169"/>
                    </a:cubicBezTo>
                    <a:cubicBezTo>
                      <a:pt x="175" y="167"/>
                      <a:pt x="176" y="165"/>
                      <a:pt x="176" y="163"/>
                    </a:cubicBezTo>
                    <a:cubicBezTo>
                      <a:pt x="176" y="161"/>
                      <a:pt x="176" y="159"/>
                      <a:pt x="176" y="158"/>
                    </a:cubicBezTo>
                    <a:cubicBezTo>
                      <a:pt x="176" y="156"/>
                      <a:pt x="175" y="153"/>
                      <a:pt x="174" y="151"/>
                    </a:cubicBezTo>
                    <a:cubicBezTo>
                      <a:pt x="172" y="149"/>
                      <a:pt x="170" y="146"/>
                      <a:pt x="167" y="144"/>
                    </a:cubicBezTo>
                    <a:cubicBezTo>
                      <a:pt x="120" y="102"/>
                      <a:pt x="120" y="102"/>
                      <a:pt x="120" y="102"/>
                    </a:cubicBezTo>
                    <a:cubicBezTo>
                      <a:pt x="98" y="146"/>
                      <a:pt x="98" y="146"/>
                      <a:pt x="98" y="146"/>
                    </a:cubicBezTo>
                    <a:cubicBezTo>
                      <a:pt x="144" y="187"/>
                      <a:pt x="144" y="187"/>
                      <a:pt x="144" y="187"/>
                    </a:cubicBezTo>
                    <a:cubicBezTo>
                      <a:pt x="146" y="189"/>
                      <a:pt x="148" y="191"/>
                      <a:pt x="151" y="192"/>
                    </a:cubicBezTo>
                    <a:cubicBezTo>
                      <a:pt x="153" y="193"/>
                      <a:pt x="155" y="193"/>
                      <a:pt x="157" y="193"/>
                    </a:cubicBezTo>
                    <a:cubicBezTo>
                      <a:pt x="158" y="192"/>
                      <a:pt x="160" y="192"/>
                      <a:pt x="161" y="191"/>
                    </a:cubicBezTo>
                    <a:cubicBezTo>
                      <a:pt x="163" y="190"/>
                      <a:pt x="164" y="189"/>
                      <a:pt x="165" y="188"/>
                    </a:cubicBezTo>
                    <a:cubicBezTo>
                      <a:pt x="172" y="194"/>
                      <a:pt x="172" y="194"/>
                      <a:pt x="172" y="194"/>
                    </a:cubicBezTo>
                    <a:cubicBezTo>
                      <a:pt x="152" y="233"/>
                      <a:pt x="152" y="233"/>
                      <a:pt x="152" y="233"/>
                    </a:cubicBezTo>
                    <a:cubicBezTo>
                      <a:pt x="145" y="226"/>
                      <a:pt x="145" y="226"/>
                      <a:pt x="145" y="226"/>
                    </a:cubicBezTo>
                    <a:cubicBezTo>
                      <a:pt x="145" y="225"/>
                      <a:pt x="146" y="223"/>
                      <a:pt x="146" y="221"/>
                    </a:cubicBezTo>
                    <a:cubicBezTo>
                      <a:pt x="147" y="218"/>
                      <a:pt x="147" y="217"/>
                      <a:pt x="147" y="215"/>
                    </a:cubicBezTo>
                    <a:cubicBezTo>
                      <a:pt x="147" y="213"/>
                      <a:pt x="146" y="211"/>
                      <a:pt x="144" y="208"/>
                    </a:cubicBezTo>
                    <a:cubicBezTo>
                      <a:pt x="142" y="206"/>
                      <a:pt x="140" y="204"/>
                      <a:pt x="138" y="202"/>
                    </a:cubicBezTo>
                    <a:cubicBezTo>
                      <a:pt x="28" y="103"/>
                      <a:pt x="28" y="103"/>
                      <a:pt x="28" y="103"/>
                    </a:cubicBezTo>
                    <a:cubicBezTo>
                      <a:pt x="25" y="101"/>
                      <a:pt x="23" y="99"/>
                      <a:pt x="21" y="98"/>
                    </a:cubicBezTo>
                    <a:cubicBezTo>
                      <a:pt x="19" y="97"/>
                      <a:pt x="17" y="97"/>
                      <a:pt x="15" y="97"/>
                    </a:cubicBezTo>
                    <a:cubicBezTo>
                      <a:pt x="14" y="97"/>
                      <a:pt x="12" y="98"/>
                      <a:pt x="11" y="99"/>
                    </a:cubicBezTo>
                    <a:cubicBezTo>
                      <a:pt x="9" y="101"/>
                      <a:pt x="8" y="102"/>
                      <a:pt x="7" y="103"/>
                    </a:cubicBezTo>
                    <a:lnTo>
                      <a:pt x="0" y="96"/>
                    </a:lnTo>
                    <a:close/>
                  </a:path>
                </a:pathLst>
              </a:custGeom>
              <a:solidFill>
                <a:srgbClr val="898989"/>
              </a:solidFill>
              <a:ln>
                <a:noFill/>
              </a:ln>
            </p:spPr>
            <p:txBody>
              <a:bodyPr anchor="ctr"/>
              <a:lstStyle/>
              <a:p>
                <a:pPr algn="ctr"/>
                <a:endParaRPr/>
              </a:p>
            </p:txBody>
          </p:sp>
          <p:sp>
            <p:nvSpPr>
              <p:cNvPr id="22" name="îSļíḍê">
                <a:extLst>
                  <a:ext uri="{FF2B5EF4-FFF2-40B4-BE49-F238E27FC236}">
                    <a16:creationId xmlns:a16="http://schemas.microsoft.com/office/drawing/2014/main" id="{619807DB-9C77-4D0D-9D07-2E2C88151A4C}"/>
                  </a:ext>
                </a:extLst>
              </p:cNvPr>
              <p:cNvSpPr/>
              <p:nvPr/>
            </p:nvSpPr>
            <p:spPr bwMode="auto">
              <a:xfrm>
                <a:off x="2319338" y="3086101"/>
                <a:ext cx="144463" cy="157163"/>
              </a:xfrm>
              <a:custGeom>
                <a:avLst/>
                <a:gdLst>
                  <a:gd name="T0" fmla="*/ 130 w 185"/>
                  <a:gd name="T1" fmla="*/ 193 h 199"/>
                  <a:gd name="T2" fmla="*/ 132 w 185"/>
                  <a:gd name="T3" fmla="*/ 186 h 199"/>
                  <a:gd name="T4" fmla="*/ 131 w 185"/>
                  <a:gd name="T5" fmla="*/ 177 h 199"/>
                  <a:gd name="T6" fmla="*/ 122 w 185"/>
                  <a:gd name="T7" fmla="*/ 165 h 199"/>
                  <a:gd name="T8" fmla="*/ 103 w 185"/>
                  <a:gd name="T9" fmla="*/ 148 h 199"/>
                  <a:gd name="T10" fmla="*/ 35 w 185"/>
                  <a:gd name="T11" fmla="*/ 91 h 199"/>
                  <a:gd name="T12" fmla="*/ 15 w 185"/>
                  <a:gd name="T13" fmla="*/ 69 h 199"/>
                  <a:gd name="T14" fmla="*/ 3 w 185"/>
                  <a:gd name="T15" fmla="*/ 47 h 199"/>
                  <a:gd name="T16" fmla="*/ 0 w 185"/>
                  <a:gd name="T17" fmla="*/ 29 h 199"/>
                  <a:gd name="T18" fmla="*/ 3 w 185"/>
                  <a:gd name="T19" fmla="*/ 16 h 199"/>
                  <a:gd name="T20" fmla="*/ 14 w 185"/>
                  <a:gd name="T21" fmla="*/ 4 h 199"/>
                  <a:gd name="T22" fmla="*/ 29 w 185"/>
                  <a:gd name="T23" fmla="*/ 1 h 199"/>
                  <a:gd name="T24" fmla="*/ 47 w 185"/>
                  <a:gd name="T25" fmla="*/ 6 h 199"/>
                  <a:gd name="T26" fmla="*/ 65 w 185"/>
                  <a:gd name="T27" fmla="*/ 18 h 199"/>
                  <a:gd name="T28" fmla="*/ 157 w 185"/>
                  <a:gd name="T29" fmla="*/ 95 h 199"/>
                  <a:gd name="T30" fmla="*/ 163 w 185"/>
                  <a:gd name="T31" fmla="*/ 100 h 199"/>
                  <a:gd name="T32" fmla="*/ 170 w 185"/>
                  <a:gd name="T33" fmla="*/ 101 h 199"/>
                  <a:gd name="T34" fmla="*/ 174 w 185"/>
                  <a:gd name="T35" fmla="*/ 99 h 199"/>
                  <a:gd name="T36" fmla="*/ 178 w 185"/>
                  <a:gd name="T37" fmla="*/ 96 h 199"/>
                  <a:gd name="T38" fmla="*/ 185 w 185"/>
                  <a:gd name="T39" fmla="*/ 102 h 199"/>
                  <a:gd name="T40" fmla="*/ 166 w 185"/>
                  <a:gd name="T41" fmla="*/ 141 h 199"/>
                  <a:gd name="T42" fmla="*/ 158 w 185"/>
                  <a:gd name="T43" fmla="*/ 135 h 199"/>
                  <a:gd name="T44" fmla="*/ 160 w 185"/>
                  <a:gd name="T45" fmla="*/ 129 h 199"/>
                  <a:gd name="T46" fmla="*/ 160 w 185"/>
                  <a:gd name="T47" fmla="*/ 124 h 199"/>
                  <a:gd name="T48" fmla="*/ 157 w 185"/>
                  <a:gd name="T49" fmla="*/ 117 h 199"/>
                  <a:gd name="T50" fmla="*/ 151 w 185"/>
                  <a:gd name="T51" fmla="*/ 111 h 199"/>
                  <a:gd name="T52" fmla="*/ 65 w 185"/>
                  <a:gd name="T53" fmla="*/ 38 h 199"/>
                  <a:gd name="T54" fmla="*/ 51 w 185"/>
                  <a:gd name="T55" fmla="*/ 28 h 199"/>
                  <a:gd name="T56" fmla="*/ 37 w 185"/>
                  <a:gd name="T57" fmla="*/ 21 h 199"/>
                  <a:gd name="T58" fmla="*/ 24 w 185"/>
                  <a:gd name="T59" fmla="*/ 19 h 199"/>
                  <a:gd name="T60" fmla="*/ 14 w 185"/>
                  <a:gd name="T61" fmla="*/ 28 h 199"/>
                  <a:gd name="T62" fmla="*/ 12 w 185"/>
                  <a:gd name="T63" fmla="*/ 44 h 199"/>
                  <a:gd name="T64" fmla="*/ 18 w 185"/>
                  <a:gd name="T65" fmla="*/ 60 h 199"/>
                  <a:gd name="T66" fmla="*/ 29 w 185"/>
                  <a:gd name="T67" fmla="*/ 75 h 199"/>
                  <a:gd name="T68" fmla="*/ 41 w 185"/>
                  <a:gd name="T69" fmla="*/ 87 h 199"/>
                  <a:gd name="T70" fmla="*/ 105 w 185"/>
                  <a:gd name="T71" fmla="*/ 140 h 199"/>
                  <a:gd name="T72" fmla="*/ 125 w 185"/>
                  <a:gd name="T73" fmla="*/ 156 h 199"/>
                  <a:gd name="T74" fmla="*/ 137 w 185"/>
                  <a:gd name="T75" fmla="*/ 161 h 199"/>
                  <a:gd name="T76" fmla="*/ 144 w 185"/>
                  <a:gd name="T77" fmla="*/ 159 h 199"/>
                  <a:gd name="T78" fmla="*/ 149 w 185"/>
                  <a:gd name="T79" fmla="*/ 154 h 199"/>
                  <a:gd name="T80" fmla="*/ 157 w 185"/>
                  <a:gd name="T81" fmla="*/ 161 h 199"/>
                  <a:gd name="T82" fmla="*/ 138 w 185"/>
                  <a:gd name="T83" fmla="*/ 199 h 199"/>
                  <a:gd name="T84" fmla="*/ 130 w 185"/>
                  <a:gd name="T85" fmla="*/ 19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5" h="199">
                    <a:moveTo>
                      <a:pt x="130" y="193"/>
                    </a:moveTo>
                    <a:cubicBezTo>
                      <a:pt x="131" y="191"/>
                      <a:pt x="131" y="189"/>
                      <a:pt x="132" y="186"/>
                    </a:cubicBezTo>
                    <a:cubicBezTo>
                      <a:pt x="132" y="183"/>
                      <a:pt x="132" y="180"/>
                      <a:pt x="131" y="177"/>
                    </a:cubicBezTo>
                    <a:cubicBezTo>
                      <a:pt x="130" y="174"/>
                      <a:pt x="127" y="170"/>
                      <a:pt x="122" y="165"/>
                    </a:cubicBezTo>
                    <a:cubicBezTo>
                      <a:pt x="117" y="160"/>
                      <a:pt x="111" y="155"/>
                      <a:pt x="103" y="148"/>
                    </a:cubicBezTo>
                    <a:cubicBezTo>
                      <a:pt x="35" y="91"/>
                      <a:pt x="35" y="91"/>
                      <a:pt x="35" y="91"/>
                    </a:cubicBezTo>
                    <a:cubicBezTo>
                      <a:pt x="27" y="84"/>
                      <a:pt x="20" y="77"/>
                      <a:pt x="15" y="69"/>
                    </a:cubicBezTo>
                    <a:cubicBezTo>
                      <a:pt x="9" y="61"/>
                      <a:pt x="5" y="54"/>
                      <a:pt x="3" y="47"/>
                    </a:cubicBezTo>
                    <a:cubicBezTo>
                      <a:pt x="1" y="40"/>
                      <a:pt x="0" y="34"/>
                      <a:pt x="0" y="29"/>
                    </a:cubicBezTo>
                    <a:cubicBezTo>
                      <a:pt x="0" y="24"/>
                      <a:pt x="1" y="19"/>
                      <a:pt x="3" y="16"/>
                    </a:cubicBezTo>
                    <a:cubicBezTo>
                      <a:pt x="6" y="10"/>
                      <a:pt x="9" y="6"/>
                      <a:pt x="14" y="4"/>
                    </a:cubicBezTo>
                    <a:cubicBezTo>
                      <a:pt x="18" y="1"/>
                      <a:pt x="24" y="0"/>
                      <a:pt x="29" y="1"/>
                    </a:cubicBezTo>
                    <a:cubicBezTo>
                      <a:pt x="35" y="1"/>
                      <a:pt x="41" y="3"/>
                      <a:pt x="47" y="6"/>
                    </a:cubicBezTo>
                    <a:cubicBezTo>
                      <a:pt x="53" y="9"/>
                      <a:pt x="59" y="13"/>
                      <a:pt x="65" y="18"/>
                    </a:cubicBezTo>
                    <a:cubicBezTo>
                      <a:pt x="157" y="95"/>
                      <a:pt x="157" y="95"/>
                      <a:pt x="157" y="95"/>
                    </a:cubicBezTo>
                    <a:cubicBezTo>
                      <a:pt x="159" y="98"/>
                      <a:pt x="162" y="99"/>
                      <a:pt x="163" y="100"/>
                    </a:cubicBezTo>
                    <a:cubicBezTo>
                      <a:pt x="165" y="101"/>
                      <a:pt x="168" y="101"/>
                      <a:pt x="170" y="101"/>
                    </a:cubicBezTo>
                    <a:cubicBezTo>
                      <a:pt x="171" y="101"/>
                      <a:pt x="173" y="100"/>
                      <a:pt x="174" y="99"/>
                    </a:cubicBezTo>
                    <a:cubicBezTo>
                      <a:pt x="176" y="98"/>
                      <a:pt x="177" y="96"/>
                      <a:pt x="178" y="96"/>
                    </a:cubicBezTo>
                    <a:cubicBezTo>
                      <a:pt x="185" y="102"/>
                      <a:pt x="185" y="102"/>
                      <a:pt x="185" y="102"/>
                    </a:cubicBezTo>
                    <a:cubicBezTo>
                      <a:pt x="166" y="141"/>
                      <a:pt x="166" y="141"/>
                      <a:pt x="166" y="141"/>
                    </a:cubicBezTo>
                    <a:cubicBezTo>
                      <a:pt x="158" y="135"/>
                      <a:pt x="158" y="135"/>
                      <a:pt x="158" y="135"/>
                    </a:cubicBezTo>
                    <a:cubicBezTo>
                      <a:pt x="159" y="134"/>
                      <a:pt x="159" y="132"/>
                      <a:pt x="160" y="129"/>
                    </a:cubicBezTo>
                    <a:cubicBezTo>
                      <a:pt x="160" y="127"/>
                      <a:pt x="160" y="125"/>
                      <a:pt x="160" y="124"/>
                    </a:cubicBezTo>
                    <a:cubicBezTo>
                      <a:pt x="160" y="122"/>
                      <a:pt x="159" y="119"/>
                      <a:pt x="157" y="117"/>
                    </a:cubicBezTo>
                    <a:cubicBezTo>
                      <a:pt x="155" y="115"/>
                      <a:pt x="153" y="113"/>
                      <a:pt x="151" y="111"/>
                    </a:cubicBezTo>
                    <a:cubicBezTo>
                      <a:pt x="65" y="38"/>
                      <a:pt x="65" y="38"/>
                      <a:pt x="65" y="38"/>
                    </a:cubicBezTo>
                    <a:cubicBezTo>
                      <a:pt x="61" y="35"/>
                      <a:pt x="56" y="31"/>
                      <a:pt x="51" y="28"/>
                    </a:cubicBezTo>
                    <a:cubicBezTo>
                      <a:pt x="47" y="25"/>
                      <a:pt x="42" y="22"/>
                      <a:pt x="37" y="21"/>
                    </a:cubicBezTo>
                    <a:cubicBezTo>
                      <a:pt x="32" y="19"/>
                      <a:pt x="28" y="19"/>
                      <a:pt x="24" y="19"/>
                    </a:cubicBezTo>
                    <a:cubicBezTo>
                      <a:pt x="20" y="20"/>
                      <a:pt x="16" y="23"/>
                      <a:pt x="14" y="28"/>
                    </a:cubicBezTo>
                    <a:cubicBezTo>
                      <a:pt x="12" y="33"/>
                      <a:pt x="11" y="38"/>
                      <a:pt x="12" y="44"/>
                    </a:cubicBezTo>
                    <a:cubicBezTo>
                      <a:pt x="13" y="49"/>
                      <a:pt x="15" y="55"/>
                      <a:pt x="18" y="60"/>
                    </a:cubicBezTo>
                    <a:cubicBezTo>
                      <a:pt x="21" y="65"/>
                      <a:pt x="25" y="70"/>
                      <a:pt x="29" y="75"/>
                    </a:cubicBezTo>
                    <a:cubicBezTo>
                      <a:pt x="32" y="79"/>
                      <a:pt x="37" y="83"/>
                      <a:pt x="41" y="87"/>
                    </a:cubicBezTo>
                    <a:cubicBezTo>
                      <a:pt x="105" y="140"/>
                      <a:pt x="105" y="140"/>
                      <a:pt x="105" y="140"/>
                    </a:cubicBezTo>
                    <a:cubicBezTo>
                      <a:pt x="113" y="147"/>
                      <a:pt x="120" y="152"/>
                      <a:pt x="125" y="156"/>
                    </a:cubicBezTo>
                    <a:cubicBezTo>
                      <a:pt x="131" y="160"/>
                      <a:pt x="135" y="161"/>
                      <a:pt x="137" y="161"/>
                    </a:cubicBezTo>
                    <a:cubicBezTo>
                      <a:pt x="140" y="161"/>
                      <a:pt x="142" y="161"/>
                      <a:pt x="144" y="159"/>
                    </a:cubicBezTo>
                    <a:cubicBezTo>
                      <a:pt x="147" y="157"/>
                      <a:pt x="148" y="155"/>
                      <a:pt x="149" y="154"/>
                    </a:cubicBezTo>
                    <a:cubicBezTo>
                      <a:pt x="157" y="161"/>
                      <a:pt x="157" y="161"/>
                      <a:pt x="157" y="161"/>
                    </a:cubicBezTo>
                    <a:cubicBezTo>
                      <a:pt x="138" y="199"/>
                      <a:pt x="138" y="199"/>
                      <a:pt x="138" y="199"/>
                    </a:cubicBezTo>
                    <a:lnTo>
                      <a:pt x="130" y="193"/>
                    </a:lnTo>
                    <a:close/>
                  </a:path>
                </a:pathLst>
              </a:custGeom>
              <a:solidFill>
                <a:srgbClr val="898989"/>
              </a:solidFill>
              <a:ln>
                <a:noFill/>
              </a:ln>
            </p:spPr>
            <p:txBody>
              <a:bodyPr anchor="ctr"/>
              <a:lstStyle/>
              <a:p>
                <a:pPr algn="ctr"/>
                <a:endParaRPr/>
              </a:p>
            </p:txBody>
          </p:sp>
          <p:sp>
            <p:nvSpPr>
              <p:cNvPr id="23" name="ïşḻiḑe">
                <a:extLst>
                  <a:ext uri="{FF2B5EF4-FFF2-40B4-BE49-F238E27FC236}">
                    <a16:creationId xmlns:a16="http://schemas.microsoft.com/office/drawing/2014/main" id="{99E2FD61-D936-4E67-9A7E-C0ECB844442C}"/>
                  </a:ext>
                </a:extLst>
              </p:cNvPr>
              <p:cNvSpPr/>
              <p:nvPr/>
            </p:nvSpPr>
            <p:spPr bwMode="auto">
              <a:xfrm>
                <a:off x="2279651" y="3140076"/>
                <a:ext cx="147638" cy="127000"/>
              </a:xfrm>
              <a:custGeom>
                <a:avLst/>
                <a:gdLst>
                  <a:gd name="T0" fmla="*/ 0 w 189"/>
                  <a:gd name="T1" fmla="*/ 104 h 161"/>
                  <a:gd name="T2" fmla="*/ 15 w 189"/>
                  <a:gd name="T3" fmla="*/ 62 h 161"/>
                  <a:gd name="T4" fmla="*/ 23 w 189"/>
                  <a:gd name="T5" fmla="*/ 67 h 161"/>
                  <a:gd name="T6" fmla="*/ 22 w 189"/>
                  <a:gd name="T7" fmla="*/ 78 h 161"/>
                  <a:gd name="T8" fmla="*/ 25 w 189"/>
                  <a:gd name="T9" fmla="*/ 84 h 161"/>
                  <a:gd name="T10" fmla="*/ 28 w 189"/>
                  <a:gd name="T11" fmla="*/ 86 h 161"/>
                  <a:gd name="T12" fmla="*/ 31 w 189"/>
                  <a:gd name="T13" fmla="*/ 87 h 161"/>
                  <a:gd name="T14" fmla="*/ 71 w 189"/>
                  <a:gd name="T15" fmla="*/ 102 h 161"/>
                  <a:gd name="T16" fmla="*/ 84 w 189"/>
                  <a:gd name="T17" fmla="*/ 66 h 161"/>
                  <a:gd name="T18" fmla="*/ 71 w 189"/>
                  <a:gd name="T19" fmla="*/ 54 h 161"/>
                  <a:gd name="T20" fmla="*/ 60 w 189"/>
                  <a:gd name="T21" fmla="*/ 45 h 161"/>
                  <a:gd name="T22" fmla="*/ 53 w 189"/>
                  <a:gd name="T23" fmla="*/ 38 h 161"/>
                  <a:gd name="T24" fmla="*/ 48 w 189"/>
                  <a:gd name="T25" fmla="*/ 35 h 161"/>
                  <a:gd name="T26" fmla="*/ 39 w 189"/>
                  <a:gd name="T27" fmla="*/ 35 h 161"/>
                  <a:gd name="T28" fmla="*/ 32 w 189"/>
                  <a:gd name="T29" fmla="*/ 43 h 161"/>
                  <a:gd name="T30" fmla="*/ 24 w 189"/>
                  <a:gd name="T31" fmla="*/ 38 h 161"/>
                  <a:gd name="T32" fmla="*/ 37 w 189"/>
                  <a:gd name="T33" fmla="*/ 0 h 161"/>
                  <a:gd name="T34" fmla="*/ 46 w 189"/>
                  <a:gd name="T35" fmla="*/ 5 h 161"/>
                  <a:gd name="T36" fmla="*/ 46 w 189"/>
                  <a:gd name="T37" fmla="*/ 10 h 161"/>
                  <a:gd name="T38" fmla="*/ 47 w 189"/>
                  <a:gd name="T39" fmla="*/ 17 h 161"/>
                  <a:gd name="T40" fmla="*/ 52 w 189"/>
                  <a:gd name="T41" fmla="*/ 25 h 161"/>
                  <a:gd name="T42" fmla="*/ 60 w 189"/>
                  <a:gd name="T43" fmla="*/ 34 h 161"/>
                  <a:gd name="T44" fmla="*/ 125 w 189"/>
                  <a:gd name="T45" fmla="*/ 95 h 161"/>
                  <a:gd name="T46" fmla="*/ 189 w 189"/>
                  <a:gd name="T47" fmla="*/ 156 h 161"/>
                  <a:gd name="T48" fmla="*/ 186 w 189"/>
                  <a:gd name="T49" fmla="*/ 161 h 161"/>
                  <a:gd name="T50" fmla="*/ 30 w 189"/>
                  <a:gd name="T51" fmla="*/ 105 h 161"/>
                  <a:gd name="T52" fmla="*/ 22 w 189"/>
                  <a:gd name="T53" fmla="*/ 103 h 161"/>
                  <a:gd name="T54" fmla="*/ 15 w 189"/>
                  <a:gd name="T55" fmla="*/ 103 h 161"/>
                  <a:gd name="T56" fmla="*/ 11 w 189"/>
                  <a:gd name="T57" fmla="*/ 106 h 161"/>
                  <a:gd name="T58" fmla="*/ 8 w 189"/>
                  <a:gd name="T59" fmla="*/ 109 h 161"/>
                  <a:gd name="T60" fmla="*/ 0 w 189"/>
                  <a:gd name="T61" fmla="*/ 104 h 161"/>
                  <a:gd name="T62" fmla="*/ 83 w 189"/>
                  <a:gd name="T63" fmla="*/ 106 h 161"/>
                  <a:gd name="T64" fmla="*/ 153 w 189"/>
                  <a:gd name="T65" fmla="*/ 131 h 161"/>
                  <a:gd name="T66" fmla="*/ 94 w 189"/>
                  <a:gd name="T67" fmla="*/ 75 h 161"/>
                  <a:gd name="T68" fmla="*/ 83 w 189"/>
                  <a:gd name="T69" fmla="*/ 106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9" h="161">
                    <a:moveTo>
                      <a:pt x="0" y="104"/>
                    </a:moveTo>
                    <a:cubicBezTo>
                      <a:pt x="15" y="62"/>
                      <a:pt x="15" y="62"/>
                      <a:pt x="15" y="62"/>
                    </a:cubicBezTo>
                    <a:cubicBezTo>
                      <a:pt x="23" y="67"/>
                      <a:pt x="23" y="67"/>
                      <a:pt x="23" y="67"/>
                    </a:cubicBezTo>
                    <a:cubicBezTo>
                      <a:pt x="22" y="71"/>
                      <a:pt x="22" y="75"/>
                      <a:pt x="22" y="78"/>
                    </a:cubicBezTo>
                    <a:cubicBezTo>
                      <a:pt x="23" y="81"/>
                      <a:pt x="24" y="83"/>
                      <a:pt x="25" y="84"/>
                    </a:cubicBezTo>
                    <a:cubicBezTo>
                      <a:pt x="26" y="85"/>
                      <a:pt x="27" y="85"/>
                      <a:pt x="28" y="86"/>
                    </a:cubicBezTo>
                    <a:cubicBezTo>
                      <a:pt x="29" y="86"/>
                      <a:pt x="30" y="87"/>
                      <a:pt x="31" y="87"/>
                    </a:cubicBezTo>
                    <a:cubicBezTo>
                      <a:pt x="71" y="102"/>
                      <a:pt x="71" y="102"/>
                      <a:pt x="71" y="102"/>
                    </a:cubicBezTo>
                    <a:cubicBezTo>
                      <a:pt x="84" y="66"/>
                      <a:pt x="84" y="66"/>
                      <a:pt x="84" y="66"/>
                    </a:cubicBezTo>
                    <a:cubicBezTo>
                      <a:pt x="79" y="62"/>
                      <a:pt x="75" y="58"/>
                      <a:pt x="71" y="54"/>
                    </a:cubicBezTo>
                    <a:cubicBezTo>
                      <a:pt x="67" y="51"/>
                      <a:pt x="64" y="48"/>
                      <a:pt x="60" y="45"/>
                    </a:cubicBezTo>
                    <a:cubicBezTo>
                      <a:pt x="57" y="42"/>
                      <a:pt x="55" y="40"/>
                      <a:pt x="53" y="38"/>
                    </a:cubicBezTo>
                    <a:cubicBezTo>
                      <a:pt x="51" y="37"/>
                      <a:pt x="49" y="36"/>
                      <a:pt x="48" y="35"/>
                    </a:cubicBezTo>
                    <a:cubicBezTo>
                      <a:pt x="45" y="33"/>
                      <a:pt x="42" y="33"/>
                      <a:pt x="39" y="35"/>
                    </a:cubicBezTo>
                    <a:cubicBezTo>
                      <a:pt x="36" y="37"/>
                      <a:pt x="34" y="39"/>
                      <a:pt x="32" y="43"/>
                    </a:cubicBezTo>
                    <a:cubicBezTo>
                      <a:pt x="24" y="38"/>
                      <a:pt x="24" y="38"/>
                      <a:pt x="24" y="38"/>
                    </a:cubicBezTo>
                    <a:cubicBezTo>
                      <a:pt x="37" y="0"/>
                      <a:pt x="37" y="0"/>
                      <a:pt x="37" y="0"/>
                    </a:cubicBezTo>
                    <a:cubicBezTo>
                      <a:pt x="46" y="5"/>
                      <a:pt x="46" y="5"/>
                      <a:pt x="46" y="5"/>
                    </a:cubicBezTo>
                    <a:cubicBezTo>
                      <a:pt x="46" y="6"/>
                      <a:pt x="45" y="8"/>
                      <a:pt x="46" y="10"/>
                    </a:cubicBezTo>
                    <a:cubicBezTo>
                      <a:pt x="46" y="13"/>
                      <a:pt x="46" y="15"/>
                      <a:pt x="47" y="17"/>
                    </a:cubicBezTo>
                    <a:cubicBezTo>
                      <a:pt x="48" y="20"/>
                      <a:pt x="50" y="23"/>
                      <a:pt x="52" y="25"/>
                    </a:cubicBezTo>
                    <a:cubicBezTo>
                      <a:pt x="54" y="28"/>
                      <a:pt x="57" y="31"/>
                      <a:pt x="60" y="34"/>
                    </a:cubicBezTo>
                    <a:cubicBezTo>
                      <a:pt x="79" y="53"/>
                      <a:pt x="101" y="73"/>
                      <a:pt x="125" y="95"/>
                    </a:cubicBezTo>
                    <a:cubicBezTo>
                      <a:pt x="149" y="118"/>
                      <a:pt x="170" y="138"/>
                      <a:pt x="189" y="156"/>
                    </a:cubicBezTo>
                    <a:cubicBezTo>
                      <a:pt x="186" y="161"/>
                      <a:pt x="186" y="161"/>
                      <a:pt x="186" y="161"/>
                    </a:cubicBezTo>
                    <a:cubicBezTo>
                      <a:pt x="30" y="105"/>
                      <a:pt x="30" y="105"/>
                      <a:pt x="30" y="105"/>
                    </a:cubicBezTo>
                    <a:cubicBezTo>
                      <a:pt x="27" y="104"/>
                      <a:pt x="24" y="103"/>
                      <a:pt x="22" y="103"/>
                    </a:cubicBezTo>
                    <a:cubicBezTo>
                      <a:pt x="20" y="102"/>
                      <a:pt x="18" y="102"/>
                      <a:pt x="15" y="103"/>
                    </a:cubicBezTo>
                    <a:cubicBezTo>
                      <a:pt x="14" y="103"/>
                      <a:pt x="12" y="104"/>
                      <a:pt x="11" y="106"/>
                    </a:cubicBezTo>
                    <a:cubicBezTo>
                      <a:pt x="10" y="107"/>
                      <a:pt x="9" y="108"/>
                      <a:pt x="8" y="109"/>
                    </a:cubicBezTo>
                    <a:cubicBezTo>
                      <a:pt x="0" y="104"/>
                      <a:pt x="0" y="104"/>
                      <a:pt x="0" y="104"/>
                    </a:cubicBezTo>
                    <a:close/>
                    <a:moveTo>
                      <a:pt x="83" y="106"/>
                    </a:moveTo>
                    <a:cubicBezTo>
                      <a:pt x="153" y="131"/>
                      <a:pt x="153" y="131"/>
                      <a:pt x="153" y="131"/>
                    </a:cubicBezTo>
                    <a:cubicBezTo>
                      <a:pt x="94" y="75"/>
                      <a:pt x="94" y="75"/>
                      <a:pt x="94" y="75"/>
                    </a:cubicBezTo>
                    <a:lnTo>
                      <a:pt x="83" y="106"/>
                    </a:lnTo>
                    <a:close/>
                  </a:path>
                </a:pathLst>
              </a:custGeom>
              <a:solidFill>
                <a:srgbClr val="898989"/>
              </a:solidFill>
              <a:ln>
                <a:noFill/>
              </a:ln>
            </p:spPr>
            <p:txBody>
              <a:bodyPr anchor="ctr"/>
              <a:lstStyle/>
              <a:p>
                <a:pPr algn="ctr"/>
                <a:endParaRPr/>
              </a:p>
            </p:txBody>
          </p:sp>
          <p:sp>
            <p:nvSpPr>
              <p:cNvPr id="24" name="ïṡļiḑê">
                <a:extLst>
                  <a:ext uri="{FF2B5EF4-FFF2-40B4-BE49-F238E27FC236}">
                    <a16:creationId xmlns:a16="http://schemas.microsoft.com/office/drawing/2014/main" id="{8200E2FF-079A-4623-8CDF-6AE7948A610D}"/>
                  </a:ext>
                </a:extLst>
              </p:cNvPr>
              <p:cNvSpPr/>
              <p:nvPr/>
            </p:nvSpPr>
            <p:spPr bwMode="auto">
              <a:xfrm>
                <a:off x="2266951" y="3238501"/>
                <a:ext cx="152400" cy="103188"/>
              </a:xfrm>
              <a:custGeom>
                <a:avLst/>
                <a:gdLst>
                  <a:gd name="T0" fmla="*/ 56 w 193"/>
                  <a:gd name="T1" fmla="*/ 105 h 132"/>
                  <a:gd name="T2" fmla="*/ 0 w 193"/>
                  <a:gd name="T3" fmla="*/ 89 h 132"/>
                  <a:gd name="T4" fmla="*/ 12 w 193"/>
                  <a:gd name="T5" fmla="*/ 0 h 132"/>
                  <a:gd name="T6" fmla="*/ 16 w 193"/>
                  <a:gd name="T7" fmla="*/ 1 h 132"/>
                  <a:gd name="T8" fmla="*/ 175 w 193"/>
                  <a:gd name="T9" fmla="*/ 108 h 132"/>
                  <a:gd name="T10" fmla="*/ 178 w 193"/>
                  <a:gd name="T11" fmla="*/ 83 h 132"/>
                  <a:gd name="T12" fmla="*/ 179 w 193"/>
                  <a:gd name="T13" fmla="*/ 75 h 132"/>
                  <a:gd name="T14" fmla="*/ 178 w 193"/>
                  <a:gd name="T15" fmla="*/ 70 h 132"/>
                  <a:gd name="T16" fmla="*/ 166 w 193"/>
                  <a:gd name="T17" fmla="*/ 55 h 132"/>
                  <a:gd name="T18" fmla="*/ 141 w 193"/>
                  <a:gd name="T19" fmla="*/ 39 h 132"/>
                  <a:gd name="T20" fmla="*/ 142 w 193"/>
                  <a:gd name="T21" fmla="*/ 34 h 132"/>
                  <a:gd name="T22" fmla="*/ 193 w 193"/>
                  <a:gd name="T23" fmla="*/ 49 h 132"/>
                  <a:gd name="T24" fmla="*/ 182 w 193"/>
                  <a:gd name="T25" fmla="*/ 132 h 132"/>
                  <a:gd name="T26" fmla="*/ 177 w 193"/>
                  <a:gd name="T27" fmla="*/ 131 h 132"/>
                  <a:gd name="T28" fmla="*/ 19 w 193"/>
                  <a:gd name="T29" fmla="*/ 23 h 132"/>
                  <a:gd name="T30" fmla="*/ 16 w 193"/>
                  <a:gd name="T31" fmla="*/ 50 h 132"/>
                  <a:gd name="T32" fmla="*/ 15 w 193"/>
                  <a:gd name="T33" fmla="*/ 64 h 132"/>
                  <a:gd name="T34" fmla="*/ 19 w 193"/>
                  <a:gd name="T35" fmla="*/ 75 h 132"/>
                  <a:gd name="T36" fmla="*/ 38 w 193"/>
                  <a:gd name="T37" fmla="*/ 89 h 132"/>
                  <a:gd name="T38" fmla="*/ 57 w 193"/>
                  <a:gd name="T39" fmla="*/ 100 h 132"/>
                  <a:gd name="T40" fmla="*/ 56 w 193"/>
                  <a:gd name="T41" fmla="*/ 10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3" h="132">
                    <a:moveTo>
                      <a:pt x="56" y="105"/>
                    </a:moveTo>
                    <a:cubicBezTo>
                      <a:pt x="0" y="89"/>
                      <a:pt x="0" y="89"/>
                      <a:pt x="0" y="89"/>
                    </a:cubicBezTo>
                    <a:cubicBezTo>
                      <a:pt x="12" y="0"/>
                      <a:pt x="12" y="0"/>
                      <a:pt x="12" y="0"/>
                    </a:cubicBezTo>
                    <a:cubicBezTo>
                      <a:pt x="16" y="1"/>
                      <a:pt x="16" y="1"/>
                      <a:pt x="16" y="1"/>
                    </a:cubicBezTo>
                    <a:cubicBezTo>
                      <a:pt x="175" y="108"/>
                      <a:pt x="175" y="108"/>
                      <a:pt x="175" y="108"/>
                    </a:cubicBezTo>
                    <a:cubicBezTo>
                      <a:pt x="178" y="83"/>
                      <a:pt x="178" y="83"/>
                      <a:pt x="178" y="83"/>
                    </a:cubicBezTo>
                    <a:cubicBezTo>
                      <a:pt x="178" y="80"/>
                      <a:pt x="178" y="77"/>
                      <a:pt x="179" y="75"/>
                    </a:cubicBezTo>
                    <a:cubicBezTo>
                      <a:pt x="179" y="73"/>
                      <a:pt x="179" y="71"/>
                      <a:pt x="178" y="70"/>
                    </a:cubicBezTo>
                    <a:cubicBezTo>
                      <a:pt x="178" y="66"/>
                      <a:pt x="173" y="61"/>
                      <a:pt x="166" y="55"/>
                    </a:cubicBezTo>
                    <a:cubicBezTo>
                      <a:pt x="158" y="49"/>
                      <a:pt x="150" y="44"/>
                      <a:pt x="141" y="39"/>
                    </a:cubicBezTo>
                    <a:cubicBezTo>
                      <a:pt x="142" y="34"/>
                      <a:pt x="142" y="34"/>
                      <a:pt x="142" y="34"/>
                    </a:cubicBezTo>
                    <a:cubicBezTo>
                      <a:pt x="193" y="49"/>
                      <a:pt x="193" y="49"/>
                      <a:pt x="193" y="49"/>
                    </a:cubicBezTo>
                    <a:cubicBezTo>
                      <a:pt x="182" y="132"/>
                      <a:pt x="182" y="132"/>
                      <a:pt x="182" y="132"/>
                    </a:cubicBezTo>
                    <a:cubicBezTo>
                      <a:pt x="177" y="131"/>
                      <a:pt x="177" y="131"/>
                      <a:pt x="177" y="131"/>
                    </a:cubicBezTo>
                    <a:cubicBezTo>
                      <a:pt x="19" y="23"/>
                      <a:pt x="19" y="23"/>
                      <a:pt x="19" y="23"/>
                    </a:cubicBezTo>
                    <a:cubicBezTo>
                      <a:pt x="16" y="50"/>
                      <a:pt x="16" y="50"/>
                      <a:pt x="16" y="50"/>
                    </a:cubicBezTo>
                    <a:cubicBezTo>
                      <a:pt x="15" y="54"/>
                      <a:pt x="15" y="59"/>
                      <a:pt x="15" y="64"/>
                    </a:cubicBezTo>
                    <a:cubicBezTo>
                      <a:pt x="16" y="69"/>
                      <a:pt x="17" y="73"/>
                      <a:pt x="19" y="75"/>
                    </a:cubicBezTo>
                    <a:cubicBezTo>
                      <a:pt x="24" y="80"/>
                      <a:pt x="30" y="84"/>
                      <a:pt x="38" y="89"/>
                    </a:cubicBezTo>
                    <a:cubicBezTo>
                      <a:pt x="45" y="94"/>
                      <a:pt x="51" y="97"/>
                      <a:pt x="57" y="100"/>
                    </a:cubicBezTo>
                    <a:lnTo>
                      <a:pt x="56" y="105"/>
                    </a:lnTo>
                    <a:close/>
                  </a:path>
                </a:pathLst>
              </a:custGeom>
              <a:solidFill>
                <a:srgbClr val="898989"/>
              </a:solidFill>
              <a:ln>
                <a:noFill/>
              </a:ln>
            </p:spPr>
            <p:txBody>
              <a:bodyPr anchor="ctr"/>
              <a:lstStyle/>
              <a:p>
                <a:pPr algn="ctr"/>
                <a:endParaRPr/>
              </a:p>
            </p:txBody>
          </p:sp>
          <p:sp>
            <p:nvSpPr>
              <p:cNvPr id="25" name="ï$ḷiḋe">
                <a:extLst>
                  <a:ext uri="{FF2B5EF4-FFF2-40B4-BE49-F238E27FC236}">
                    <a16:creationId xmlns:a16="http://schemas.microsoft.com/office/drawing/2014/main" id="{BEDDD1D7-96BD-4C1A-9A5D-B868B945FCB2}"/>
                  </a:ext>
                </a:extLst>
              </p:cNvPr>
              <p:cNvSpPr/>
              <p:nvPr/>
            </p:nvSpPr>
            <p:spPr bwMode="auto">
              <a:xfrm>
                <a:off x="2251076" y="3325813"/>
                <a:ext cx="152400" cy="112713"/>
              </a:xfrm>
              <a:custGeom>
                <a:avLst/>
                <a:gdLst>
                  <a:gd name="T0" fmla="*/ 0 w 194"/>
                  <a:gd name="T1" fmla="*/ 115 h 143"/>
                  <a:gd name="T2" fmla="*/ 4 w 194"/>
                  <a:gd name="T3" fmla="*/ 69 h 143"/>
                  <a:gd name="T4" fmla="*/ 13 w 194"/>
                  <a:gd name="T5" fmla="*/ 70 h 143"/>
                  <a:gd name="T6" fmla="*/ 14 w 194"/>
                  <a:gd name="T7" fmla="*/ 76 h 143"/>
                  <a:gd name="T8" fmla="*/ 15 w 194"/>
                  <a:gd name="T9" fmla="*/ 81 h 143"/>
                  <a:gd name="T10" fmla="*/ 19 w 194"/>
                  <a:gd name="T11" fmla="*/ 85 h 143"/>
                  <a:gd name="T12" fmla="*/ 27 w 194"/>
                  <a:gd name="T13" fmla="*/ 87 h 143"/>
                  <a:gd name="T14" fmla="*/ 92 w 194"/>
                  <a:gd name="T15" fmla="*/ 97 h 143"/>
                  <a:gd name="T16" fmla="*/ 97 w 194"/>
                  <a:gd name="T17" fmla="*/ 45 h 143"/>
                  <a:gd name="T18" fmla="*/ 33 w 194"/>
                  <a:gd name="T19" fmla="*/ 35 h 143"/>
                  <a:gd name="T20" fmla="*/ 25 w 194"/>
                  <a:gd name="T21" fmla="*/ 35 h 143"/>
                  <a:gd name="T22" fmla="*/ 20 w 194"/>
                  <a:gd name="T23" fmla="*/ 38 h 143"/>
                  <a:gd name="T24" fmla="*/ 17 w 194"/>
                  <a:gd name="T25" fmla="*/ 42 h 143"/>
                  <a:gd name="T26" fmla="*/ 15 w 194"/>
                  <a:gd name="T27" fmla="*/ 47 h 143"/>
                  <a:gd name="T28" fmla="*/ 6 w 194"/>
                  <a:gd name="T29" fmla="*/ 46 h 143"/>
                  <a:gd name="T30" fmla="*/ 10 w 194"/>
                  <a:gd name="T31" fmla="*/ 0 h 143"/>
                  <a:gd name="T32" fmla="*/ 19 w 194"/>
                  <a:gd name="T33" fmla="*/ 1 h 143"/>
                  <a:gd name="T34" fmla="*/ 20 w 194"/>
                  <a:gd name="T35" fmla="*/ 7 h 143"/>
                  <a:gd name="T36" fmla="*/ 21 w 194"/>
                  <a:gd name="T37" fmla="*/ 12 h 143"/>
                  <a:gd name="T38" fmla="*/ 25 w 194"/>
                  <a:gd name="T39" fmla="*/ 16 h 143"/>
                  <a:gd name="T40" fmla="*/ 33 w 194"/>
                  <a:gd name="T41" fmla="*/ 18 h 143"/>
                  <a:gd name="T42" fmla="*/ 166 w 194"/>
                  <a:gd name="T43" fmla="*/ 38 h 143"/>
                  <a:gd name="T44" fmla="*/ 173 w 194"/>
                  <a:gd name="T45" fmla="*/ 38 h 143"/>
                  <a:gd name="T46" fmla="*/ 179 w 194"/>
                  <a:gd name="T47" fmla="*/ 36 h 143"/>
                  <a:gd name="T48" fmla="*/ 182 w 194"/>
                  <a:gd name="T49" fmla="*/ 31 h 143"/>
                  <a:gd name="T50" fmla="*/ 184 w 194"/>
                  <a:gd name="T51" fmla="*/ 26 h 143"/>
                  <a:gd name="T52" fmla="*/ 194 w 194"/>
                  <a:gd name="T53" fmla="*/ 27 h 143"/>
                  <a:gd name="T54" fmla="*/ 189 w 194"/>
                  <a:gd name="T55" fmla="*/ 74 h 143"/>
                  <a:gd name="T56" fmla="*/ 180 w 194"/>
                  <a:gd name="T57" fmla="*/ 72 h 143"/>
                  <a:gd name="T58" fmla="*/ 180 w 194"/>
                  <a:gd name="T59" fmla="*/ 67 h 143"/>
                  <a:gd name="T60" fmla="*/ 178 w 194"/>
                  <a:gd name="T61" fmla="*/ 62 h 143"/>
                  <a:gd name="T62" fmla="*/ 173 w 194"/>
                  <a:gd name="T63" fmla="*/ 57 h 143"/>
                  <a:gd name="T64" fmla="*/ 165 w 194"/>
                  <a:gd name="T65" fmla="*/ 55 h 143"/>
                  <a:gd name="T66" fmla="*/ 109 w 194"/>
                  <a:gd name="T67" fmla="*/ 47 h 143"/>
                  <a:gd name="T68" fmla="*/ 104 w 194"/>
                  <a:gd name="T69" fmla="*/ 99 h 143"/>
                  <a:gd name="T70" fmla="*/ 160 w 194"/>
                  <a:gd name="T71" fmla="*/ 107 h 143"/>
                  <a:gd name="T72" fmla="*/ 167 w 194"/>
                  <a:gd name="T73" fmla="*/ 107 h 143"/>
                  <a:gd name="T74" fmla="*/ 173 w 194"/>
                  <a:gd name="T75" fmla="*/ 105 h 143"/>
                  <a:gd name="T76" fmla="*/ 176 w 194"/>
                  <a:gd name="T77" fmla="*/ 100 h 143"/>
                  <a:gd name="T78" fmla="*/ 178 w 194"/>
                  <a:gd name="T79" fmla="*/ 95 h 143"/>
                  <a:gd name="T80" fmla="*/ 188 w 194"/>
                  <a:gd name="T81" fmla="*/ 96 h 143"/>
                  <a:gd name="T82" fmla="*/ 183 w 194"/>
                  <a:gd name="T83" fmla="*/ 143 h 143"/>
                  <a:gd name="T84" fmla="*/ 174 w 194"/>
                  <a:gd name="T85" fmla="*/ 141 h 143"/>
                  <a:gd name="T86" fmla="*/ 174 w 194"/>
                  <a:gd name="T87" fmla="*/ 136 h 143"/>
                  <a:gd name="T88" fmla="*/ 172 w 194"/>
                  <a:gd name="T89" fmla="*/ 131 h 143"/>
                  <a:gd name="T90" fmla="*/ 167 w 194"/>
                  <a:gd name="T91" fmla="*/ 126 h 143"/>
                  <a:gd name="T92" fmla="*/ 159 w 194"/>
                  <a:gd name="T93" fmla="*/ 124 h 143"/>
                  <a:gd name="T94" fmla="*/ 27 w 194"/>
                  <a:gd name="T95" fmla="*/ 104 h 143"/>
                  <a:gd name="T96" fmla="*/ 19 w 194"/>
                  <a:gd name="T97" fmla="*/ 104 h 143"/>
                  <a:gd name="T98" fmla="*/ 14 w 194"/>
                  <a:gd name="T99" fmla="*/ 107 h 143"/>
                  <a:gd name="T100" fmla="*/ 11 w 194"/>
                  <a:gd name="T101" fmla="*/ 111 h 143"/>
                  <a:gd name="T102" fmla="*/ 9 w 194"/>
                  <a:gd name="T103" fmla="*/ 116 h 143"/>
                  <a:gd name="T104" fmla="*/ 0 w 194"/>
                  <a:gd name="T10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4" h="143">
                    <a:moveTo>
                      <a:pt x="0" y="115"/>
                    </a:moveTo>
                    <a:cubicBezTo>
                      <a:pt x="4" y="69"/>
                      <a:pt x="4" y="69"/>
                      <a:pt x="4" y="69"/>
                    </a:cubicBezTo>
                    <a:cubicBezTo>
                      <a:pt x="13" y="70"/>
                      <a:pt x="13" y="70"/>
                      <a:pt x="13" y="70"/>
                    </a:cubicBezTo>
                    <a:cubicBezTo>
                      <a:pt x="13" y="72"/>
                      <a:pt x="13" y="73"/>
                      <a:pt x="14" y="76"/>
                    </a:cubicBezTo>
                    <a:cubicBezTo>
                      <a:pt x="14" y="78"/>
                      <a:pt x="14" y="80"/>
                      <a:pt x="15" y="81"/>
                    </a:cubicBezTo>
                    <a:cubicBezTo>
                      <a:pt x="16" y="83"/>
                      <a:pt x="17" y="84"/>
                      <a:pt x="19" y="85"/>
                    </a:cubicBezTo>
                    <a:cubicBezTo>
                      <a:pt x="21" y="86"/>
                      <a:pt x="24" y="87"/>
                      <a:pt x="27" y="87"/>
                    </a:cubicBezTo>
                    <a:cubicBezTo>
                      <a:pt x="92" y="97"/>
                      <a:pt x="92" y="97"/>
                      <a:pt x="92" y="97"/>
                    </a:cubicBezTo>
                    <a:cubicBezTo>
                      <a:pt x="97" y="45"/>
                      <a:pt x="97" y="45"/>
                      <a:pt x="97" y="45"/>
                    </a:cubicBezTo>
                    <a:cubicBezTo>
                      <a:pt x="33" y="35"/>
                      <a:pt x="33" y="35"/>
                      <a:pt x="33" y="35"/>
                    </a:cubicBezTo>
                    <a:cubicBezTo>
                      <a:pt x="30" y="35"/>
                      <a:pt x="28" y="35"/>
                      <a:pt x="25" y="35"/>
                    </a:cubicBezTo>
                    <a:cubicBezTo>
                      <a:pt x="23" y="35"/>
                      <a:pt x="21" y="36"/>
                      <a:pt x="20" y="38"/>
                    </a:cubicBezTo>
                    <a:cubicBezTo>
                      <a:pt x="19" y="39"/>
                      <a:pt x="18" y="40"/>
                      <a:pt x="17" y="42"/>
                    </a:cubicBezTo>
                    <a:cubicBezTo>
                      <a:pt x="16" y="44"/>
                      <a:pt x="15" y="46"/>
                      <a:pt x="15" y="47"/>
                    </a:cubicBezTo>
                    <a:cubicBezTo>
                      <a:pt x="6" y="46"/>
                      <a:pt x="6" y="46"/>
                      <a:pt x="6" y="46"/>
                    </a:cubicBezTo>
                    <a:cubicBezTo>
                      <a:pt x="10" y="0"/>
                      <a:pt x="10" y="0"/>
                      <a:pt x="10" y="0"/>
                    </a:cubicBezTo>
                    <a:cubicBezTo>
                      <a:pt x="19" y="1"/>
                      <a:pt x="19" y="1"/>
                      <a:pt x="19" y="1"/>
                    </a:cubicBezTo>
                    <a:cubicBezTo>
                      <a:pt x="19" y="2"/>
                      <a:pt x="19" y="4"/>
                      <a:pt x="20" y="7"/>
                    </a:cubicBezTo>
                    <a:cubicBezTo>
                      <a:pt x="20" y="9"/>
                      <a:pt x="20" y="11"/>
                      <a:pt x="21" y="12"/>
                    </a:cubicBezTo>
                    <a:cubicBezTo>
                      <a:pt x="22" y="14"/>
                      <a:pt x="23" y="15"/>
                      <a:pt x="25" y="16"/>
                    </a:cubicBezTo>
                    <a:cubicBezTo>
                      <a:pt x="27" y="17"/>
                      <a:pt x="30" y="18"/>
                      <a:pt x="33" y="18"/>
                    </a:cubicBezTo>
                    <a:cubicBezTo>
                      <a:pt x="166" y="38"/>
                      <a:pt x="166" y="38"/>
                      <a:pt x="166" y="38"/>
                    </a:cubicBezTo>
                    <a:cubicBezTo>
                      <a:pt x="168" y="39"/>
                      <a:pt x="171" y="39"/>
                      <a:pt x="173" y="38"/>
                    </a:cubicBezTo>
                    <a:cubicBezTo>
                      <a:pt x="176" y="38"/>
                      <a:pt x="177" y="37"/>
                      <a:pt x="179" y="36"/>
                    </a:cubicBezTo>
                    <a:cubicBezTo>
                      <a:pt x="180" y="34"/>
                      <a:pt x="181" y="33"/>
                      <a:pt x="182" y="31"/>
                    </a:cubicBezTo>
                    <a:cubicBezTo>
                      <a:pt x="183" y="29"/>
                      <a:pt x="184" y="27"/>
                      <a:pt x="184" y="26"/>
                    </a:cubicBezTo>
                    <a:cubicBezTo>
                      <a:pt x="194" y="27"/>
                      <a:pt x="194" y="27"/>
                      <a:pt x="194" y="27"/>
                    </a:cubicBezTo>
                    <a:cubicBezTo>
                      <a:pt x="189" y="74"/>
                      <a:pt x="189" y="74"/>
                      <a:pt x="189" y="74"/>
                    </a:cubicBezTo>
                    <a:cubicBezTo>
                      <a:pt x="180" y="72"/>
                      <a:pt x="180" y="72"/>
                      <a:pt x="180" y="72"/>
                    </a:cubicBezTo>
                    <a:cubicBezTo>
                      <a:pt x="180" y="71"/>
                      <a:pt x="180" y="69"/>
                      <a:pt x="180" y="67"/>
                    </a:cubicBezTo>
                    <a:cubicBezTo>
                      <a:pt x="179" y="64"/>
                      <a:pt x="179" y="63"/>
                      <a:pt x="178" y="62"/>
                    </a:cubicBezTo>
                    <a:cubicBezTo>
                      <a:pt x="177" y="60"/>
                      <a:pt x="176" y="58"/>
                      <a:pt x="173" y="57"/>
                    </a:cubicBezTo>
                    <a:cubicBezTo>
                      <a:pt x="171" y="56"/>
                      <a:pt x="168" y="56"/>
                      <a:pt x="165" y="55"/>
                    </a:cubicBezTo>
                    <a:cubicBezTo>
                      <a:pt x="109" y="47"/>
                      <a:pt x="109" y="47"/>
                      <a:pt x="109" y="47"/>
                    </a:cubicBezTo>
                    <a:cubicBezTo>
                      <a:pt x="104" y="99"/>
                      <a:pt x="104" y="99"/>
                      <a:pt x="104" y="99"/>
                    </a:cubicBezTo>
                    <a:cubicBezTo>
                      <a:pt x="160" y="107"/>
                      <a:pt x="160" y="107"/>
                      <a:pt x="160" y="107"/>
                    </a:cubicBezTo>
                    <a:cubicBezTo>
                      <a:pt x="162" y="108"/>
                      <a:pt x="165" y="108"/>
                      <a:pt x="167" y="107"/>
                    </a:cubicBezTo>
                    <a:cubicBezTo>
                      <a:pt x="170" y="107"/>
                      <a:pt x="171" y="106"/>
                      <a:pt x="173" y="105"/>
                    </a:cubicBezTo>
                    <a:cubicBezTo>
                      <a:pt x="174" y="104"/>
                      <a:pt x="175" y="102"/>
                      <a:pt x="176" y="100"/>
                    </a:cubicBezTo>
                    <a:cubicBezTo>
                      <a:pt x="177" y="98"/>
                      <a:pt x="178" y="97"/>
                      <a:pt x="178" y="95"/>
                    </a:cubicBezTo>
                    <a:cubicBezTo>
                      <a:pt x="188" y="96"/>
                      <a:pt x="188" y="96"/>
                      <a:pt x="188" y="96"/>
                    </a:cubicBezTo>
                    <a:cubicBezTo>
                      <a:pt x="183" y="143"/>
                      <a:pt x="183" y="143"/>
                      <a:pt x="183" y="143"/>
                    </a:cubicBezTo>
                    <a:cubicBezTo>
                      <a:pt x="174" y="141"/>
                      <a:pt x="174" y="141"/>
                      <a:pt x="174" y="141"/>
                    </a:cubicBezTo>
                    <a:cubicBezTo>
                      <a:pt x="174" y="140"/>
                      <a:pt x="174" y="138"/>
                      <a:pt x="174" y="136"/>
                    </a:cubicBezTo>
                    <a:cubicBezTo>
                      <a:pt x="173" y="134"/>
                      <a:pt x="173" y="132"/>
                      <a:pt x="172" y="131"/>
                    </a:cubicBezTo>
                    <a:cubicBezTo>
                      <a:pt x="171" y="129"/>
                      <a:pt x="170" y="127"/>
                      <a:pt x="167" y="126"/>
                    </a:cubicBezTo>
                    <a:cubicBezTo>
                      <a:pt x="165" y="125"/>
                      <a:pt x="162" y="125"/>
                      <a:pt x="159" y="124"/>
                    </a:cubicBezTo>
                    <a:cubicBezTo>
                      <a:pt x="27" y="104"/>
                      <a:pt x="27" y="104"/>
                      <a:pt x="27" y="104"/>
                    </a:cubicBezTo>
                    <a:cubicBezTo>
                      <a:pt x="24" y="104"/>
                      <a:pt x="22" y="104"/>
                      <a:pt x="19" y="104"/>
                    </a:cubicBezTo>
                    <a:cubicBezTo>
                      <a:pt x="17" y="104"/>
                      <a:pt x="15" y="105"/>
                      <a:pt x="14" y="107"/>
                    </a:cubicBezTo>
                    <a:cubicBezTo>
                      <a:pt x="13" y="108"/>
                      <a:pt x="12" y="109"/>
                      <a:pt x="11" y="111"/>
                    </a:cubicBezTo>
                    <a:cubicBezTo>
                      <a:pt x="10" y="113"/>
                      <a:pt x="9" y="115"/>
                      <a:pt x="9" y="116"/>
                    </a:cubicBezTo>
                    <a:lnTo>
                      <a:pt x="0" y="115"/>
                    </a:lnTo>
                    <a:close/>
                  </a:path>
                </a:pathLst>
              </a:custGeom>
              <a:solidFill>
                <a:srgbClr val="898989"/>
              </a:solidFill>
              <a:ln>
                <a:noFill/>
              </a:ln>
            </p:spPr>
            <p:txBody>
              <a:bodyPr anchor="ctr"/>
              <a:lstStyle/>
              <a:p>
                <a:pPr algn="ctr"/>
                <a:endParaRPr/>
              </a:p>
            </p:txBody>
          </p:sp>
          <p:sp>
            <p:nvSpPr>
              <p:cNvPr id="26" name="iś1íḋè">
                <a:extLst>
                  <a:ext uri="{FF2B5EF4-FFF2-40B4-BE49-F238E27FC236}">
                    <a16:creationId xmlns:a16="http://schemas.microsoft.com/office/drawing/2014/main" id="{D08B75AE-3E05-4530-952E-4EA5C02491EF}"/>
                  </a:ext>
                </a:extLst>
              </p:cNvPr>
              <p:cNvSpPr/>
              <p:nvPr/>
            </p:nvSpPr>
            <p:spPr bwMode="auto">
              <a:xfrm>
                <a:off x="2252663" y="3433763"/>
                <a:ext cx="150813" cy="87313"/>
              </a:xfrm>
              <a:custGeom>
                <a:avLst/>
                <a:gdLst>
                  <a:gd name="T0" fmla="*/ 169 w 193"/>
                  <a:gd name="T1" fmla="*/ 85 h 111"/>
                  <a:gd name="T2" fmla="*/ 140 w 193"/>
                  <a:gd name="T3" fmla="*/ 100 h 111"/>
                  <a:gd name="T4" fmla="*/ 100 w 193"/>
                  <a:gd name="T5" fmla="*/ 109 h 111"/>
                  <a:gd name="T6" fmla="*/ 60 w 193"/>
                  <a:gd name="T7" fmla="*/ 110 h 111"/>
                  <a:gd name="T8" fmla="*/ 29 w 193"/>
                  <a:gd name="T9" fmla="*/ 102 h 111"/>
                  <a:gd name="T10" fmla="*/ 8 w 193"/>
                  <a:gd name="T11" fmla="*/ 87 h 111"/>
                  <a:gd name="T12" fmla="*/ 0 w 193"/>
                  <a:gd name="T13" fmla="*/ 68 h 111"/>
                  <a:gd name="T14" fmla="*/ 6 w 193"/>
                  <a:gd name="T15" fmla="*/ 45 h 111"/>
                  <a:gd name="T16" fmla="*/ 25 w 193"/>
                  <a:gd name="T17" fmla="*/ 26 h 111"/>
                  <a:gd name="T18" fmla="*/ 54 w 193"/>
                  <a:gd name="T19" fmla="*/ 11 h 111"/>
                  <a:gd name="T20" fmla="*/ 92 w 193"/>
                  <a:gd name="T21" fmla="*/ 2 h 111"/>
                  <a:gd name="T22" fmla="*/ 133 w 193"/>
                  <a:gd name="T23" fmla="*/ 1 h 111"/>
                  <a:gd name="T24" fmla="*/ 164 w 193"/>
                  <a:gd name="T25" fmla="*/ 9 h 111"/>
                  <a:gd name="T26" fmla="*/ 185 w 193"/>
                  <a:gd name="T27" fmla="*/ 24 h 111"/>
                  <a:gd name="T28" fmla="*/ 193 w 193"/>
                  <a:gd name="T29" fmla="*/ 43 h 111"/>
                  <a:gd name="T30" fmla="*/ 188 w 193"/>
                  <a:gd name="T31" fmla="*/ 65 h 111"/>
                  <a:gd name="T32" fmla="*/ 169 w 193"/>
                  <a:gd name="T33" fmla="*/ 85 h 111"/>
                  <a:gd name="T34" fmla="*/ 38 w 193"/>
                  <a:gd name="T35" fmla="*/ 89 h 111"/>
                  <a:gd name="T36" fmla="*/ 65 w 193"/>
                  <a:gd name="T37" fmla="*/ 92 h 111"/>
                  <a:gd name="T38" fmla="*/ 99 w 193"/>
                  <a:gd name="T39" fmla="*/ 90 h 111"/>
                  <a:gd name="T40" fmla="*/ 133 w 193"/>
                  <a:gd name="T41" fmla="*/ 84 h 111"/>
                  <a:gd name="T42" fmla="*/ 160 w 193"/>
                  <a:gd name="T43" fmla="*/ 74 h 111"/>
                  <a:gd name="T44" fmla="*/ 176 w 193"/>
                  <a:gd name="T45" fmla="*/ 61 h 111"/>
                  <a:gd name="T46" fmla="*/ 181 w 193"/>
                  <a:gd name="T47" fmla="*/ 45 h 111"/>
                  <a:gd name="T48" fmla="*/ 173 w 193"/>
                  <a:gd name="T49" fmla="*/ 30 h 111"/>
                  <a:gd name="T50" fmla="*/ 153 w 193"/>
                  <a:gd name="T51" fmla="*/ 21 h 111"/>
                  <a:gd name="T52" fmla="*/ 126 w 193"/>
                  <a:gd name="T53" fmla="*/ 19 h 111"/>
                  <a:gd name="T54" fmla="*/ 94 w 193"/>
                  <a:gd name="T55" fmla="*/ 21 h 111"/>
                  <a:gd name="T56" fmla="*/ 60 w 193"/>
                  <a:gd name="T57" fmla="*/ 27 h 111"/>
                  <a:gd name="T58" fmla="*/ 34 w 193"/>
                  <a:gd name="T59" fmla="*/ 37 h 111"/>
                  <a:gd name="T60" fmla="*/ 17 w 193"/>
                  <a:gd name="T61" fmla="*/ 50 h 111"/>
                  <a:gd name="T62" fmla="*/ 12 w 193"/>
                  <a:gd name="T63" fmla="*/ 66 h 111"/>
                  <a:gd name="T64" fmla="*/ 19 w 193"/>
                  <a:gd name="T65" fmla="*/ 81 h 111"/>
                  <a:gd name="T66" fmla="*/ 38 w 193"/>
                  <a:gd name="T67" fmla="*/ 89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3" h="111">
                    <a:moveTo>
                      <a:pt x="169" y="85"/>
                    </a:moveTo>
                    <a:cubicBezTo>
                      <a:pt x="161" y="91"/>
                      <a:pt x="151" y="96"/>
                      <a:pt x="140" y="100"/>
                    </a:cubicBezTo>
                    <a:cubicBezTo>
                      <a:pt x="128" y="104"/>
                      <a:pt x="115" y="107"/>
                      <a:pt x="100" y="109"/>
                    </a:cubicBezTo>
                    <a:cubicBezTo>
                      <a:pt x="86" y="111"/>
                      <a:pt x="72" y="111"/>
                      <a:pt x="60" y="110"/>
                    </a:cubicBezTo>
                    <a:cubicBezTo>
                      <a:pt x="48" y="109"/>
                      <a:pt x="38" y="106"/>
                      <a:pt x="29" y="102"/>
                    </a:cubicBezTo>
                    <a:cubicBezTo>
                      <a:pt x="20" y="98"/>
                      <a:pt x="13" y="93"/>
                      <a:pt x="8" y="87"/>
                    </a:cubicBezTo>
                    <a:cubicBezTo>
                      <a:pt x="3" y="82"/>
                      <a:pt x="1" y="75"/>
                      <a:pt x="0" y="68"/>
                    </a:cubicBezTo>
                    <a:cubicBezTo>
                      <a:pt x="0" y="60"/>
                      <a:pt x="2" y="52"/>
                      <a:pt x="6" y="45"/>
                    </a:cubicBezTo>
                    <a:cubicBezTo>
                      <a:pt x="10" y="38"/>
                      <a:pt x="16" y="32"/>
                      <a:pt x="25" y="26"/>
                    </a:cubicBezTo>
                    <a:cubicBezTo>
                      <a:pt x="33" y="20"/>
                      <a:pt x="43" y="15"/>
                      <a:pt x="54" y="11"/>
                    </a:cubicBezTo>
                    <a:cubicBezTo>
                      <a:pt x="66" y="7"/>
                      <a:pt x="79" y="4"/>
                      <a:pt x="92" y="2"/>
                    </a:cubicBezTo>
                    <a:cubicBezTo>
                      <a:pt x="107" y="0"/>
                      <a:pt x="121" y="0"/>
                      <a:pt x="133" y="1"/>
                    </a:cubicBezTo>
                    <a:cubicBezTo>
                      <a:pt x="145" y="2"/>
                      <a:pt x="155" y="5"/>
                      <a:pt x="164" y="9"/>
                    </a:cubicBezTo>
                    <a:cubicBezTo>
                      <a:pt x="173" y="13"/>
                      <a:pt x="180" y="18"/>
                      <a:pt x="185" y="24"/>
                    </a:cubicBezTo>
                    <a:cubicBezTo>
                      <a:pt x="190" y="30"/>
                      <a:pt x="192" y="36"/>
                      <a:pt x="193" y="43"/>
                    </a:cubicBezTo>
                    <a:cubicBezTo>
                      <a:pt x="193" y="51"/>
                      <a:pt x="192" y="58"/>
                      <a:pt x="188" y="65"/>
                    </a:cubicBezTo>
                    <a:cubicBezTo>
                      <a:pt x="183" y="72"/>
                      <a:pt x="177" y="79"/>
                      <a:pt x="169" y="85"/>
                    </a:cubicBezTo>
                    <a:close/>
                    <a:moveTo>
                      <a:pt x="38" y="89"/>
                    </a:moveTo>
                    <a:cubicBezTo>
                      <a:pt x="46" y="91"/>
                      <a:pt x="55" y="92"/>
                      <a:pt x="65" y="92"/>
                    </a:cubicBezTo>
                    <a:cubicBezTo>
                      <a:pt x="75" y="92"/>
                      <a:pt x="87" y="92"/>
                      <a:pt x="99" y="90"/>
                    </a:cubicBezTo>
                    <a:cubicBezTo>
                      <a:pt x="111" y="89"/>
                      <a:pt x="123" y="86"/>
                      <a:pt x="133" y="84"/>
                    </a:cubicBezTo>
                    <a:cubicBezTo>
                      <a:pt x="144" y="81"/>
                      <a:pt x="153" y="77"/>
                      <a:pt x="160" y="74"/>
                    </a:cubicBezTo>
                    <a:cubicBezTo>
                      <a:pt x="167" y="70"/>
                      <a:pt x="173" y="65"/>
                      <a:pt x="176" y="61"/>
                    </a:cubicBezTo>
                    <a:cubicBezTo>
                      <a:pt x="180" y="56"/>
                      <a:pt x="182" y="50"/>
                      <a:pt x="181" y="45"/>
                    </a:cubicBezTo>
                    <a:cubicBezTo>
                      <a:pt x="181" y="39"/>
                      <a:pt x="178" y="34"/>
                      <a:pt x="173" y="30"/>
                    </a:cubicBezTo>
                    <a:cubicBezTo>
                      <a:pt x="168" y="26"/>
                      <a:pt x="161" y="23"/>
                      <a:pt x="153" y="21"/>
                    </a:cubicBezTo>
                    <a:cubicBezTo>
                      <a:pt x="145" y="20"/>
                      <a:pt x="136" y="19"/>
                      <a:pt x="126" y="19"/>
                    </a:cubicBezTo>
                    <a:cubicBezTo>
                      <a:pt x="116" y="19"/>
                      <a:pt x="105" y="20"/>
                      <a:pt x="94" y="21"/>
                    </a:cubicBezTo>
                    <a:cubicBezTo>
                      <a:pt x="81" y="23"/>
                      <a:pt x="70" y="25"/>
                      <a:pt x="60" y="27"/>
                    </a:cubicBezTo>
                    <a:cubicBezTo>
                      <a:pt x="50" y="30"/>
                      <a:pt x="42" y="33"/>
                      <a:pt x="34" y="37"/>
                    </a:cubicBezTo>
                    <a:cubicBezTo>
                      <a:pt x="27" y="41"/>
                      <a:pt x="21" y="45"/>
                      <a:pt x="17" y="50"/>
                    </a:cubicBezTo>
                    <a:cubicBezTo>
                      <a:pt x="13" y="55"/>
                      <a:pt x="11" y="60"/>
                      <a:pt x="12" y="66"/>
                    </a:cubicBezTo>
                    <a:cubicBezTo>
                      <a:pt x="12" y="72"/>
                      <a:pt x="15" y="77"/>
                      <a:pt x="19" y="81"/>
                    </a:cubicBezTo>
                    <a:cubicBezTo>
                      <a:pt x="24" y="85"/>
                      <a:pt x="30" y="87"/>
                      <a:pt x="38" y="89"/>
                    </a:cubicBezTo>
                    <a:close/>
                  </a:path>
                </a:pathLst>
              </a:custGeom>
              <a:solidFill>
                <a:srgbClr val="898989"/>
              </a:solidFill>
              <a:ln>
                <a:noFill/>
              </a:ln>
            </p:spPr>
            <p:txBody>
              <a:bodyPr anchor="ctr"/>
              <a:lstStyle/>
              <a:p>
                <a:pPr algn="ctr"/>
                <a:endParaRPr/>
              </a:p>
            </p:txBody>
          </p:sp>
          <p:sp>
            <p:nvSpPr>
              <p:cNvPr id="27" name="ïšlíďe">
                <a:extLst>
                  <a:ext uri="{FF2B5EF4-FFF2-40B4-BE49-F238E27FC236}">
                    <a16:creationId xmlns:a16="http://schemas.microsoft.com/office/drawing/2014/main" id="{98EBE66C-0602-4EDC-A017-5823F88DCAE7}"/>
                  </a:ext>
                </a:extLst>
              </p:cNvPr>
              <p:cNvSpPr/>
              <p:nvPr/>
            </p:nvSpPr>
            <p:spPr bwMode="auto">
              <a:xfrm>
                <a:off x="2262188" y="3495676"/>
                <a:ext cx="158750" cy="122238"/>
              </a:xfrm>
              <a:custGeom>
                <a:avLst/>
                <a:gdLst>
                  <a:gd name="T0" fmla="*/ 192 w 201"/>
                  <a:gd name="T1" fmla="*/ 120 h 156"/>
                  <a:gd name="T2" fmla="*/ 188 w 201"/>
                  <a:gd name="T3" fmla="*/ 114 h 156"/>
                  <a:gd name="T4" fmla="*/ 183 w 201"/>
                  <a:gd name="T5" fmla="*/ 109 h 156"/>
                  <a:gd name="T6" fmla="*/ 170 w 201"/>
                  <a:gd name="T7" fmla="*/ 109 h 156"/>
                  <a:gd name="T8" fmla="*/ 147 w 201"/>
                  <a:gd name="T9" fmla="*/ 115 h 156"/>
                  <a:gd name="T10" fmla="*/ 16 w 201"/>
                  <a:gd name="T11" fmla="*/ 156 h 156"/>
                  <a:gd name="T12" fmla="*/ 15 w 201"/>
                  <a:gd name="T13" fmla="*/ 149 h 156"/>
                  <a:gd name="T14" fmla="*/ 150 w 201"/>
                  <a:gd name="T15" fmla="*/ 38 h 156"/>
                  <a:gd name="T16" fmla="*/ 57 w 201"/>
                  <a:gd name="T17" fmla="*/ 66 h 156"/>
                  <a:gd name="T18" fmla="*/ 33 w 201"/>
                  <a:gd name="T19" fmla="*/ 75 h 156"/>
                  <a:gd name="T20" fmla="*/ 22 w 201"/>
                  <a:gd name="T21" fmla="*/ 82 h 156"/>
                  <a:gd name="T22" fmla="*/ 18 w 201"/>
                  <a:gd name="T23" fmla="*/ 91 h 156"/>
                  <a:gd name="T24" fmla="*/ 17 w 201"/>
                  <a:gd name="T25" fmla="*/ 99 h 156"/>
                  <a:gd name="T26" fmla="*/ 8 w 201"/>
                  <a:gd name="T27" fmla="*/ 102 h 156"/>
                  <a:gd name="T28" fmla="*/ 0 w 201"/>
                  <a:gd name="T29" fmla="*/ 57 h 156"/>
                  <a:gd name="T30" fmla="*/ 9 w 201"/>
                  <a:gd name="T31" fmla="*/ 55 h 156"/>
                  <a:gd name="T32" fmla="*/ 13 w 201"/>
                  <a:gd name="T33" fmla="*/ 61 h 156"/>
                  <a:gd name="T34" fmla="*/ 18 w 201"/>
                  <a:gd name="T35" fmla="*/ 66 h 156"/>
                  <a:gd name="T36" fmla="*/ 29 w 201"/>
                  <a:gd name="T37" fmla="*/ 66 h 156"/>
                  <a:gd name="T38" fmla="*/ 54 w 201"/>
                  <a:gd name="T39" fmla="*/ 59 h 156"/>
                  <a:gd name="T40" fmla="*/ 143 w 201"/>
                  <a:gd name="T41" fmla="*/ 32 h 156"/>
                  <a:gd name="T42" fmla="*/ 154 w 201"/>
                  <a:gd name="T43" fmla="*/ 27 h 156"/>
                  <a:gd name="T44" fmla="*/ 163 w 201"/>
                  <a:gd name="T45" fmla="*/ 21 h 156"/>
                  <a:gd name="T46" fmla="*/ 169 w 201"/>
                  <a:gd name="T47" fmla="*/ 11 h 156"/>
                  <a:gd name="T48" fmla="*/ 170 w 201"/>
                  <a:gd name="T49" fmla="*/ 3 h 156"/>
                  <a:gd name="T50" fmla="*/ 179 w 201"/>
                  <a:gd name="T51" fmla="*/ 0 h 156"/>
                  <a:gd name="T52" fmla="*/ 185 w 201"/>
                  <a:gd name="T53" fmla="*/ 31 h 156"/>
                  <a:gd name="T54" fmla="*/ 59 w 201"/>
                  <a:gd name="T55" fmla="*/ 135 h 156"/>
                  <a:gd name="T56" fmla="*/ 144 w 201"/>
                  <a:gd name="T57" fmla="*/ 108 h 156"/>
                  <a:gd name="T58" fmla="*/ 168 w 201"/>
                  <a:gd name="T59" fmla="*/ 100 h 156"/>
                  <a:gd name="T60" fmla="*/ 179 w 201"/>
                  <a:gd name="T61" fmla="*/ 93 h 156"/>
                  <a:gd name="T62" fmla="*/ 182 w 201"/>
                  <a:gd name="T63" fmla="*/ 84 h 156"/>
                  <a:gd name="T64" fmla="*/ 184 w 201"/>
                  <a:gd name="T65" fmla="*/ 76 h 156"/>
                  <a:gd name="T66" fmla="*/ 193 w 201"/>
                  <a:gd name="T67" fmla="*/ 73 h 156"/>
                  <a:gd name="T68" fmla="*/ 201 w 201"/>
                  <a:gd name="T69" fmla="*/ 118 h 156"/>
                  <a:gd name="T70" fmla="*/ 192 w 201"/>
                  <a:gd name="T71" fmla="*/ 12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1" h="156">
                    <a:moveTo>
                      <a:pt x="192" y="120"/>
                    </a:moveTo>
                    <a:cubicBezTo>
                      <a:pt x="191" y="119"/>
                      <a:pt x="190" y="117"/>
                      <a:pt x="188" y="114"/>
                    </a:cubicBezTo>
                    <a:cubicBezTo>
                      <a:pt x="187" y="112"/>
                      <a:pt x="185" y="110"/>
                      <a:pt x="183" y="109"/>
                    </a:cubicBezTo>
                    <a:cubicBezTo>
                      <a:pt x="181" y="108"/>
                      <a:pt x="177" y="108"/>
                      <a:pt x="170" y="109"/>
                    </a:cubicBezTo>
                    <a:cubicBezTo>
                      <a:pt x="164" y="110"/>
                      <a:pt x="157" y="113"/>
                      <a:pt x="147" y="115"/>
                    </a:cubicBezTo>
                    <a:cubicBezTo>
                      <a:pt x="16" y="156"/>
                      <a:pt x="16" y="156"/>
                      <a:pt x="16" y="156"/>
                    </a:cubicBezTo>
                    <a:cubicBezTo>
                      <a:pt x="15" y="149"/>
                      <a:pt x="15" y="149"/>
                      <a:pt x="15" y="149"/>
                    </a:cubicBezTo>
                    <a:cubicBezTo>
                      <a:pt x="150" y="38"/>
                      <a:pt x="150" y="38"/>
                      <a:pt x="150" y="38"/>
                    </a:cubicBezTo>
                    <a:cubicBezTo>
                      <a:pt x="57" y="66"/>
                      <a:pt x="57" y="66"/>
                      <a:pt x="57" y="66"/>
                    </a:cubicBezTo>
                    <a:cubicBezTo>
                      <a:pt x="47" y="70"/>
                      <a:pt x="39" y="73"/>
                      <a:pt x="33" y="75"/>
                    </a:cubicBezTo>
                    <a:cubicBezTo>
                      <a:pt x="28" y="78"/>
                      <a:pt x="24" y="80"/>
                      <a:pt x="22" y="82"/>
                    </a:cubicBezTo>
                    <a:cubicBezTo>
                      <a:pt x="21" y="84"/>
                      <a:pt x="19" y="87"/>
                      <a:pt x="18" y="91"/>
                    </a:cubicBezTo>
                    <a:cubicBezTo>
                      <a:pt x="17" y="95"/>
                      <a:pt x="17" y="98"/>
                      <a:pt x="17" y="99"/>
                    </a:cubicBezTo>
                    <a:cubicBezTo>
                      <a:pt x="8" y="102"/>
                      <a:pt x="8" y="102"/>
                      <a:pt x="8" y="102"/>
                    </a:cubicBezTo>
                    <a:cubicBezTo>
                      <a:pt x="0" y="57"/>
                      <a:pt x="0" y="57"/>
                      <a:pt x="0" y="57"/>
                    </a:cubicBezTo>
                    <a:cubicBezTo>
                      <a:pt x="9" y="55"/>
                      <a:pt x="9" y="55"/>
                      <a:pt x="9" y="55"/>
                    </a:cubicBezTo>
                    <a:cubicBezTo>
                      <a:pt x="9" y="56"/>
                      <a:pt x="11" y="58"/>
                      <a:pt x="13" y="61"/>
                    </a:cubicBezTo>
                    <a:cubicBezTo>
                      <a:pt x="15" y="64"/>
                      <a:pt x="16" y="65"/>
                      <a:pt x="18" y="66"/>
                    </a:cubicBezTo>
                    <a:cubicBezTo>
                      <a:pt x="21" y="67"/>
                      <a:pt x="24" y="67"/>
                      <a:pt x="29" y="66"/>
                    </a:cubicBezTo>
                    <a:cubicBezTo>
                      <a:pt x="34" y="65"/>
                      <a:pt x="43" y="63"/>
                      <a:pt x="54" y="59"/>
                    </a:cubicBezTo>
                    <a:cubicBezTo>
                      <a:pt x="143" y="32"/>
                      <a:pt x="143" y="32"/>
                      <a:pt x="143" y="32"/>
                    </a:cubicBezTo>
                    <a:cubicBezTo>
                      <a:pt x="147" y="31"/>
                      <a:pt x="151" y="29"/>
                      <a:pt x="154" y="27"/>
                    </a:cubicBezTo>
                    <a:cubicBezTo>
                      <a:pt x="158" y="25"/>
                      <a:pt x="161" y="23"/>
                      <a:pt x="163" y="21"/>
                    </a:cubicBezTo>
                    <a:cubicBezTo>
                      <a:pt x="165" y="18"/>
                      <a:pt x="167" y="15"/>
                      <a:pt x="169" y="11"/>
                    </a:cubicBezTo>
                    <a:cubicBezTo>
                      <a:pt x="170" y="8"/>
                      <a:pt x="171" y="5"/>
                      <a:pt x="170" y="3"/>
                    </a:cubicBezTo>
                    <a:cubicBezTo>
                      <a:pt x="179" y="0"/>
                      <a:pt x="179" y="0"/>
                      <a:pt x="179" y="0"/>
                    </a:cubicBezTo>
                    <a:cubicBezTo>
                      <a:pt x="185" y="31"/>
                      <a:pt x="185" y="31"/>
                      <a:pt x="185" y="31"/>
                    </a:cubicBezTo>
                    <a:cubicBezTo>
                      <a:pt x="59" y="135"/>
                      <a:pt x="59" y="135"/>
                      <a:pt x="59" y="135"/>
                    </a:cubicBezTo>
                    <a:cubicBezTo>
                      <a:pt x="144" y="108"/>
                      <a:pt x="144" y="108"/>
                      <a:pt x="144" y="108"/>
                    </a:cubicBezTo>
                    <a:cubicBezTo>
                      <a:pt x="155" y="105"/>
                      <a:pt x="163" y="102"/>
                      <a:pt x="168" y="100"/>
                    </a:cubicBezTo>
                    <a:cubicBezTo>
                      <a:pt x="174" y="97"/>
                      <a:pt x="177" y="95"/>
                      <a:pt x="179" y="93"/>
                    </a:cubicBezTo>
                    <a:cubicBezTo>
                      <a:pt x="180" y="91"/>
                      <a:pt x="181" y="88"/>
                      <a:pt x="182" y="84"/>
                    </a:cubicBezTo>
                    <a:cubicBezTo>
                      <a:pt x="183" y="80"/>
                      <a:pt x="184" y="78"/>
                      <a:pt x="184" y="76"/>
                    </a:cubicBezTo>
                    <a:cubicBezTo>
                      <a:pt x="193" y="73"/>
                      <a:pt x="193" y="73"/>
                      <a:pt x="193" y="73"/>
                    </a:cubicBezTo>
                    <a:cubicBezTo>
                      <a:pt x="201" y="118"/>
                      <a:pt x="201" y="118"/>
                      <a:pt x="201" y="118"/>
                    </a:cubicBezTo>
                    <a:lnTo>
                      <a:pt x="192" y="120"/>
                    </a:lnTo>
                    <a:close/>
                  </a:path>
                </a:pathLst>
              </a:custGeom>
              <a:solidFill>
                <a:srgbClr val="898989"/>
              </a:solidFill>
              <a:ln>
                <a:noFill/>
              </a:ln>
            </p:spPr>
            <p:txBody>
              <a:bodyPr anchor="ctr"/>
              <a:lstStyle/>
              <a:p>
                <a:pPr algn="ctr"/>
                <a:endParaRPr/>
              </a:p>
            </p:txBody>
          </p:sp>
          <p:sp>
            <p:nvSpPr>
              <p:cNvPr id="28" name="ï$ļîďe">
                <a:extLst>
                  <a:ext uri="{FF2B5EF4-FFF2-40B4-BE49-F238E27FC236}">
                    <a16:creationId xmlns:a16="http://schemas.microsoft.com/office/drawing/2014/main" id="{9B1B8DAD-7BAD-4F5F-9499-3D68232950A9}"/>
                  </a:ext>
                </a:extLst>
              </p:cNvPr>
              <p:cNvSpPr/>
              <p:nvPr/>
            </p:nvSpPr>
            <p:spPr bwMode="auto">
              <a:xfrm>
                <a:off x="2287588" y="3595688"/>
                <a:ext cx="146050" cy="122238"/>
              </a:xfrm>
              <a:custGeom>
                <a:avLst/>
                <a:gdLst>
                  <a:gd name="T0" fmla="*/ 91 w 186"/>
                  <a:gd name="T1" fmla="*/ 134 h 155"/>
                  <a:gd name="T2" fmla="*/ 88 w 186"/>
                  <a:gd name="T3" fmla="*/ 130 h 155"/>
                  <a:gd name="T4" fmla="*/ 84 w 186"/>
                  <a:gd name="T5" fmla="*/ 127 h 155"/>
                  <a:gd name="T6" fmla="*/ 78 w 186"/>
                  <a:gd name="T7" fmla="*/ 127 h 155"/>
                  <a:gd name="T8" fmla="*/ 70 w 186"/>
                  <a:gd name="T9" fmla="*/ 130 h 155"/>
                  <a:gd name="T10" fmla="*/ 57 w 186"/>
                  <a:gd name="T11" fmla="*/ 138 h 155"/>
                  <a:gd name="T12" fmla="*/ 38 w 186"/>
                  <a:gd name="T13" fmla="*/ 150 h 155"/>
                  <a:gd name="T14" fmla="*/ 30 w 186"/>
                  <a:gd name="T15" fmla="*/ 155 h 155"/>
                  <a:gd name="T16" fmla="*/ 12 w 186"/>
                  <a:gd name="T17" fmla="*/ 143 h 155"/>
                  <a:gd name="T18" fmla="*/ 2 w 186"/>
                  <a:gd name="T19" fmla="*/ 127 h 155"/>
                  <a:gd name="T20" fmla="*/ 1 w 186"/>
                  <a:gd name="T21" fmla="*/ 104 h 155"/>
                  <a:gd name="T22" fmla="*/ 13 w 186"/>
                  <a:gd name="T23" fmla="*/ 78 h 155"/>
                  <a:gd name="T24" fmla="*/ 36 w 186"/>
                  <a:gd name="T25" fmla="*/ 51 h 155"/>
                  <a:gd name="T26" fmla="*/ 71 w 186"/>
                  <a:gd name="T27" fmla="*/ 25 h 155"/>
                  <a:gd name="T28" fmla="*/ 108 w 186"/>
                  <a:gd name="T29" fmla="*/ 7 h 155"/>
                  <a:gd name="T30" fmla="*/ 140 w 186"/>
                  <a:gd name="T31" fmla="*/ 0 h 155"/>
                  <a:gd name="T32" fmla="*/ 164 w 186"/>
                  <a:gd name="T33" fmla="*/ 5 h 155"/>
                  <a:gd name="T34" fmla="*/ 178 w 186"/>
                  <a:gd name="T35" fmla="*/ 21 h 155"/>
                  <a:gd name="T36" fmla="*/ 180 w 186"/>
                  <a:gd name="T37" fmla="*/ 38 h 155"/>
                  <a:gd name="T38" fmla="*/ 175 w 186"/>
                  <a:gd name="T39" fmla="*/ 55 h 155"/>
                  <a:gd name="T40" fmla="*/ 184 w 186"/>
                  <a:gd name="T41" fmla="*/ 53 h 155"/>
                  <a:gd name="T42" fmla="*/ 186 w 186"/>
                  <a:gd name="T43" fmla="*/ 58 h 155"/>
                  <a:gd name="T44" fmla="*/ 128 w 186"/>
                  <a:gd name="T45" fmla="*/ 95 h 155"/>
                  <a:gd name="T46" fmla="*/ 126 w 186"/>
                  <a:gd name="T47" fmla="*/ 89 h 155"/>
                  <a:gd name="T48" fmla="*/ 144 w 186"/>
                  <a:gd name="T49" fmla="*/ 74 h 155"/>
                  <a:gd name="T50" fmla="*/ 159 w 186"/>
                  <a:gd name="T51" fmla="*/ 58 h 155"/>
                  <a:gd name="T52" fmla="*/ 167 w 186"/>
                  <a:gd name="T53" fmla="*/ 42 h 155"/>
                  <a:gd name="T54" fmla="*/ 167 w 186"/>
                  <a:gd name="T55" fmla="*/ 27 h 155"/>
                  <a:gd name="T56" fmla="*/ 158 w 186"/>
                  <a:gd name="T57" fmla="*/ 16 h 155"/>
                  <a:gd name="T58" fmla="*/ 139 w 186"/>
                  <a:gd name="T59" fmla="*/ 15 h 155"/>
                  <a:gd name="T60" fmla="*/ 112 w 186"/>
                  <a:gd name="T61" fmla="*/ 24 h 155"/>
                  <a:gd name="T62" fmla="*/ 78 w 186"/>
                  <a:gd name="T63" fmla="*/ 41 h 155"/>
                  <a:gd name="T64" fmla="*/ 49 w 186"/>
                  <a:gd name="T65" fmla="*/ 62 h 155"/>
                  <a:gd name="T66" fmla="*/ 27 w 186"/>
                  <a:gd name="T67" fmla="*/ 84 h 155"/>
                  <a:gd name="T68" fmla="*/ 14 w 186"/>
                  <a:gd name="T69" fmla="*/ 105 h 155"/>
                  <a:gd name="T70" fmla="*/ 14 w 186"/>
                  <a:gd name="T71" fmla="*/ 124 h 155"/>
                  <a:gd name="T72" fmla="*/ 21 w 186"/>
                  <a:gd name="T73" fmla="*/ 133 h 155"/>
                  <a:gd name="T74" fmla="*/ 30 w 186"/>
                  <a:gd name="T75" fmla="*/ 136 h 155"/>
                  <a:gd name="T76" fmla="*/ 43 w 186"/>
                  <a:gd name="T77" fmla="*/ 129 h 155"/>
                  <a:gd name="T78" fmla="*/ 54 w 186"/>
                  <a:gd name="T79" fmla="*/ 123 h 155"/>
                  <a:gd name="T80" fmla="*/ 63 w 186"/>
                  <a:gd name="T81" fmla="*/ 117 h 155"/>
                  <a:gd name="T82" fmla="*/ 71 w 186"/>
                  <a:gd name="T83" fmla="*/ 111 h 155"/>
                  <a:gd name="T84" fmla="*/ 76 w 186"/>
                  <a:gd name="T85" fmla="*/ 104 h 155"/>
                  <a:gd name="T86" fmla="*/ 76 w 186"/>
                  <a:gd name="T87" fmla="*/ 96 h 155"/>
                  <a:gd name="T88" fmla="*/ 75 w 186"/>
                  <a:gd name="T89" fmla="*/ 89 h 155"/>
                  <a:gd name="T90" fmla="*/ 84 w 186"/>
                  <a:gd name="T91" fmla="*/ 84 h 155"/>
                  <a:gd name="T92" fmla="*/ 99 w 186"/>
                  <a:gd name="T93" fmla="*/ 129 h 155"/>
                  <a:gd name="T94" fmla="*/ 91 w 186"/>
                  <a:gd name="T95" fmla="*/ 134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6" h="155">
                    <a:moveTo>
                      <a:pt x="91" y="134"/>
                    </a:moveTo>
                    <a:cubicBezTo>
                      <a:pt x="90" y="133"/>
                      <a:pt x="89" y="132"/>
                      <a:pt x="88" y="130"/>
                    </a:cubicBezTo>
                    <a:cubicBezTo>
                      <a:pt x="87" y="128"/>
                      <a:pt x="86" y="127"/>
                      <a:pt x="84" y="127"/>
                    </a:cubicBezTo>
                    <a:cubicBezTo>
                      <a:pt x="82" y="126"/>
                      <a:pt x="80" y="126"/>
                      <a:pt x="78" y="127"/>
                    </a:cubicBezTo>
                    <a:cubicBezTo>
                      <a:pt x="76" y="127"/>
                      <a:pt x="73" y="129"/>
                      <a:pt x="70" y="130"/>
                    </a:cubicBezTo>
                    <a:cubicBezTo>
                      <a:pt x="57" y="138"/>
                      <a:pt x="57" y="138"/>
                      <a:pt x="57" y="138"/>
                    </a:cubicBezTo>
                    <a:cubicBezTo>
                      <a:pt x="48" y="144"/>
                      <a:pt x="41" y="148"/>
                      <a:pt x="38" y="150"/>
                    </a:cubicBezTo>
                    <a:cubicBezTo>
                      <a:pt x="35" y="152"/>
                      <a:pt x="32" y="154"/>
                      <a:pt x="30" y="155"/>
                    </a:cubicBezTo>
                    <a:cubicBezTo>
                      <a:pt x="23" y="152"/>
                      <a:pt x="17" y="148"/>
                      <a:pt x="12" y="143"/>
                    </a:cubicBezTo>
                    <a:cubicBezTo>
                      <a:pt x="8" y="138"/>
                      <a:pt x="4" y="133"/>
                      <a:pt x="2" y="127"/>
                    </a:cubicBezTo>
                    <a:cubicBezTo>
                      <a:pt x="0" y="120"/>
                      <a:pt x="0" y="113"/>
                      <a:pt x="1" y="104"/>
                    </a:cubicBezTo>
                    <a:cubicBezTo>
                      <a:pt x="3" y="96"/>
                      <a:pt x="7" y="87"/>
                      <a:pt x="13" y="78"/>
                    </a:cubicBezTo>
                    <a:cubicBezTo>
                      <a:pt x="19" y="69"/>
                      <a:pt x="27" y="60"/>
                      <a:pt x="36" y="51"/>
                    </a:cubicBezTo>
                    <a:cubicBezTo>
                      <a:pt x="46" y="41"/>
                      <a:pt x="58" y="33"/>
                      <a:pt x="71" y="25"/>
                    </a:cubicBezTo>
                    <a:cubicBezTo>
                      <a:pt x="84" y="17"/>
                      <a:pt x="96" y="11"/>
                      <a:pt x="108" y="7"/>
                    </a:cubicBezTo>
                    <a:cubicBezTo>
                      <a:pt x="119" y="3"/>
                      <a:pt x="130" y="0"/>
                      <a:pt x="140" y="0"/>
                    </a:cubicBezTo>
                    <a:cubicBezTo>
                      <a:pt x="149" y="0"/>
                      <a:pt x="157" y="2"/>
                      <a:pt x="164" y="5"/>
                    </a:cubicBezTo>
                    <a:cubicBezTo>
                      <a:pt x="171" y="9"/>
                      <a:pt x="175" y="14"/>
                      <a:pt x="178" y="21"/>
                    </a:cubicBezTo>
                    <a:cubicBezTo>
                      <a:pt x="180" y="27"/>
                      <a:pt x="180" y="33"/>
                      <a:pt x="180" y="38"/>
                    </a:cubicBezTo>
                    <a:cubicBezTo>
                      <a:pt x="179" y="44"/>
                      <a:pt x="177" y="49"/>
                      <a:pt x="175" y="55"/>
                    </a:cubicBezTo>
                    <a:cubicBezTo>
                      <a:pt x="184" y="53"/>
                      <a:pt x="184" y="53"/>
                      <a:pt x="184" y="53"/>
                    </a:cubicBezTo>
                    <a:cubicBezTo>
                      <a:pt x="186" y="58"/>
                      <a:pt x="186" y="58"/>
                      <a:pt x="186" y="58"/>
                    </a:cubicBezTo>
                    <a:cubicBezTo>
                      <a:pt x="128" y="95"/>
                      <a:pt x="128" y="95"/>
                      <a:pt x="128" y="95"/>
                    </a:cubicBezTo>
                    <a:cubicBezTo>
                      <a:pt x="126" y="89"/>
                      <a:pt x="126" y="89"/>
                      <a:pt x="126" y="89"/>
                    </a:cubicBezTo>
                    <a:cubicBezTo>
                      <a:pt x="132" y="84"/>
                      <a:pt x="138" y="79"/>
                      <a:pt x="144" y="74"/>
                    </a:cubicBezTo>
                    <a:cubicBezTo>
                      <a:pt x="149" y="68"/>
                      <a:pt x="154" y="63"/>
                      <a:pt x="159" y="58"/>
                    </a:cubicBezTo>
                    <a:cubicBezTo>
                      <a:pt x="163" y="52"/>
                      <a:pt x="166" y="47"/>
                      <a:pt x="167" y="42"/>
                    </a:cubicBezTo>
                    <a:cubicBezTo>
                      <a:pt x="169" y="37"/>
                      <a:pt x="169" y="32"/>
                      <a:pt x="167" y="27"/>
                    </a:cubicBezTo>
                    <a:cubicBezTo>
                      <a:pt x="166" y="22"/>
                      <a:pt x="162" y="18"/>
                      <a:pt x="158" y="16"/>
                    </a:cubicBezTo>
                    <a:cubicBezTo>
                      <a:pt x="153" y="15"/>
                      <a:pt x="146" y="14"/>
                      <a:pt x="139" y="15"/>
                    </a:cubicBezTo>
                    <a:cubicBezTo>
                      <a:pt x="131" y="16"/>
                      <a:pt x="122" y="19"/>
                      <a:pt x="112" y="24"/>
                    </a:cubicBezTo>
                    <a:cubicBezTo>
                      <a:pt x="101" y="28"/>
                      <a:pt x="90" y="34"/>
                      <a:pt x="78" y="41"/>
                    </a:cubicBezTo>
                    <a:cubicBezTo>
                      <a:pt x="68" y="48"/>
                      <a:pt x="58" y="55"/>
                      <a:pt x="49" y="62"/>
                    </a:cubicBezTo>
                    <a:cubicBezTo>
                      <a:pt x="40" y="69"/>
                      <a:pt x="33" y="76"/>
                      <a:pt x="27" y="84"/>
                    </a:cubicBezTo>
                    <a:cubicBezTo>
                      <a:pt x="21" y="91"/>
                      <a:pt x="17" y="98"/>
                      <a:pt x="14" y="105"/>
                    </a:cubicBezTo>
                    <a:cubicBezTo>
                      <a:pt x="12" y="112"/>
                      <a:pt x="12" y="118"/>
                      <a:pt x="14" y="124"/>
                    </a:cubicBezTo>
                    <a:cubicBezTo>
                      <a:pt x="15" y="128"/>
                      <a:pt x="18" y="131"/>
                      <a:pt x="21" y="133"/>
                    </a:cubicBezTo>
                    <a:cubicBezTo>
                      <a:pt x="24" y="135"/>
                      <a:pt x="28" y="136"/>
                      <a:pt x="30" y="136"/>
                    </a:cubicBezTo>
                    <a:cubicBezTo>
                      <a:pt x="35" y="134"/>
                      <a:pt x="39" y="132"/>
                      <a:pt x="43" y="129"/>
                    </a:cubicBezTo>
                    <a:cubicBezTo>
                      <a:pt x="47" y="127"/>
                      <a:pt x="51" y="125"/>
                      <a:pt x="54" y="123"/>
                    </a:cubicBezTo>
                    <a:cubicBezTo>
                      <a:pt x="63" y="117"/>
                      <a:pt x="63" y="117"/>
                      <a:pt x="63" y="117"/>
                    </a:cubicBezTo>
                    <a:cubicBezTo>
                      <a:pt x="66" y="115"/>
                      <a:pt x="69" y="113"/>
                      <a:pt x="71" y="111"/>
                    </a:cubicBezTo>
                    <a:cubicBezTo>
                      <a:pt x="74" y="109"/>
                      <a:pt x="75" y="107"/>
                      <a:pt x="76" y="104"/>
                    </a:cubicBezTo>
                    <a:cubicBezTo>
                      <a:pt x="76" y="102"/>
                      <a:pt x="76" y="99"/>
                      <a:pt x="76" y="96"/>
                    </a:cubicBezTo>
                    <a:cubicBezTo>
                      <a:pt x="76" y="93"/>
                      <a:pt x="75" y="91"/>
                      <a:pt x="75" y="89"/>
                    </a:cubicBezTo>
                    <a:cubicBezTo>
                      <a:pt x="84" y="84"/>
                      <a:pt x="84" y="84"/>
                      <a:pt x="84" y="84"/>
                    </a:cubicBezTo>
                    <a:cubicBezTo>
                      <a:pt x="99" y="129"/>
                      <a:pt x="99" y="129"/>
                      <a:pt x="99" y="129"/>
                    </a:cubicBezTo>
                    <a:lnTo>
                      <a:pt x="91" y="134"/>
                    </a:lnTo>
                    <a:close/>
                  </a:path>
                </a:pathLst>
              </a:custGeom>
              <a:solidFill>
                <a:srgbClr val="898989"/>
              </a:solidFill>
              <a:ln>
                <a:noFill/>
              </a:ln>
            </p:spPr>
            <p:txBody>
              <a:bodyPr anchor="ctr"/>
              <a:lstStyle/>
              <a:p>
                <a:pPr algn="ctr"/>
                <a:endParaRPr/>
              </a:p>
            </p:txBody>
          </p:sp>
          <p:sp>
            <p:nvSpPr>
              <p:cNvPr id="29" name="ïs1îḓè">
                <a:extLst>
                  <a:ext uri="{FF2B5EF4-FFF2-40B4-BE49-F238E27FC236}">
                    <a16:creationId xmlns:a16="http://schemas.microsoft.com/office/drawing/2014/main" id="{6C2E4D85-5503-459F-A3F7-36F51372560F}"/>
                  </a:ext>
                </a:extLst>
              </p:cNvPr>
              <p:cNvSpPr/>
              <p:nvPr/>
            </p:nvSpPr>
            <p:spPr bwMode="auto">
              <a:xfrm>
                <a:off x="2362201" y="3686176"/>
                <a:ext cx="141288" cy="166688"/>
              </a:xfrm>
              <a:custGeom>
                <a:avLst/>
                <a:gdLst>
                  <a:gd name="T0" fmla="*/ 173 w 180"/>
                  <a:gd name="T1" fmla="*/ 97 h 212"/>
                  <a:gd name="T2" fmla="*/ 169 w 180"/>
                  <a:gd name="T3" fmla="*/ 93 h 212"/>
                  <a:gd name="T4" fmla="*/ 162 w 180"/>
                  <a:gd name="T5" fmla="*/ 91 h 212"/>
                  <a:gd name="T6" fmla="*/ 151 w 180"/>
                  <a:gd name="T7" fmla="*/ 99 h 212"/>
                  <a:gd name="T8" fmla="*/ 132 w 180"/>
                  <a:gd name="T9" fmla="*/ 117 h 212"/>
                  <a:gd name="T10" fmla="*/ 71 w 180"/>
                  <a:gd name="T11" fmla="*/ 185 h 212"/>
                  <a:gd name="T12" fmla="*/ 48 w 180"/>
                  <a:gd name="T13" fmla="*/ 204 h 212"/>
                  <a:gd name="T14" fmla="*/ 29 w 180"/>
                  <a:gd name="T15" fmla="*/ 212 h 212"/>
                  <a:gd name="T16" fmla="*/ 15 w 180"/>
                  <a:gd name="T17" fmla="*/ 210 h 212"/>
                  <a:gd name="T18" fmla="*/ 6 w 180"/>
                  <a:gd name="T19" fmla="*/ 202 h 212"/>
                  <a:gd name="T20" fmla="*/ 1 w 180"/>
                  <a:gd name="T21" fmla="*/ 185 h 212"/>
                  <a:gd name="T22" fmla="*/ 3 w 180"/>
                  <a:gd name="T23" fmla="*/ 165 h 212"/>
                  <a:gd name="T24" fmla="*/ 12 w 180"/>
                  <a:gd name="T25" fmla="*/ 144 h 212"/>
                  <a:gd name="T26" fmla="*/ 27 w 180"/>
                  <a:gd name="T27" fmla="*/ 125 h 212"/>
                  <a:gd name="T28" fmla="*/ 111 w 180"/>
                  <a:gd name="T29" fmla="*/ 34 h 212"/>
                  <a:gd name="T30" fmla="*/ 116 w 180"/>
                  <a:gd name="T31" fmla="*/ 27 h 212"/>
                  <a:gd name="T32" fmla="*/ 119 w 180"/>
                  <a:gd name="T33" fmla="*/ 19 h 212"/>
                  <a:gd name="T34" fmla="*/ 119 w 180"/>
                  <a:gd name="T35" fmla="*/ 13 h 212"/>
                  <a:gd name="T36" fmla="*/ 117 w 180"/>
                  <a:gd name="T37" fmla="*/ 8 h 212"/>
                  <a:gd name="T38" fmla="*/ 124 w 180"/>
                  <a:gd name="T39" fmla="*/ 0 h 212"/>
                  <a:gd name="T40" fmla="*/ 147 w 180"/>
                  <a:gd name="T41" fmla="*/ 36 h 212"/>
                  <a:gd name="T42" fmla="*/ 140 w 180"/>
                  <a:gd name="T43" fmla="*/ 44 h 212"/>
                  <a:gd name="T44" fmla="*/ 136 w 180"/>
                  <a:gd name="T45" fmla="*/ 41 h 212"/>
                  <a:gd name="T46" fmla="*/ 132 w 180"/>
                  <a:gd name="T47" fmla="*/ 38 h 212"/>
                  <a:gd name="T48" fmla="*/ 127 w 180"/>
                  <a:gd name="T49" fmla="*/ 40 h 212"/>
                  <a:gd name="T50" fmla="*/ 120 w 180"/>
                  <a:gd name="T51" fmla="*/ 46 h 212"/>
                  <a:gd name="T52" fmla="*/ 41 w 180"/>
                  <a:gd name="T53" fmla="*/ 131 h 212"/>
                  <a:gd name="T54" fmla="*/ 30 w 180"/>
                  <a:gd name="T55" fmla="*/ 145 h 212"/>
                  <a:gd name="T56" fmla="*/ 20 w 180"/>
                  <a:gd name="T57" fmla="*/ 161 h 212"/>
                  <a:gd name="T58" fmla="*/ 15 w 180"/>
                  <a:gd name="T59" fmla="*/ 177 h 212"/>
                  <a:gd name="T60" fmla="*/ 19 w 180"/>
                  <a:gd name="T61" fmla="*/ 192 h 212"/>
                  <a:gd name="T62" fmla="*/ 29 w 180"/>
                  <a:gd name="T63" fmla="*/ 200 h 212"/>
                  <a:gd name="T64" fmla="*/ 43 w 180"/>
                  <a:gd name="T65" fmla="*/ 197 h 212"/>
                  <a:gd name="T66" fmla="*/ 56 w 180"/>
                  <a:gd name="T67" fmla="*/ 188 h 212"/>
                  <a:gd name="T68" fmla="*/ 69 w 180"/>
                  <a:gd name="T69" fmla="*/ 176 h 212"/>
                  <a:gd name="T70" fmla="*/ 127 w 180"/>
                  <a:gd name="T71" fmla="*/ 113 h 212"/>
                  <a:gd name="T72" fmla="*/ 145 w 180"/>
                  <a:gd name="T73" fmla="*/ 92 h 212"/>
                  <a:gd name="T74" fmla="*/ 152 w 180"/>
                  <a:gd name="T75" fmla="*/ 79 h 212"/>
                  <a:gd name="T76" fmla="*/ 153 w 180"/>
                  <a:gd name="T77" fmla="*/ 69 h 212"/>
                  <a:gd name="T78" fmla="*/ 151 w 180"/>
                  <a:gd name="T79" fmla="*/ 62 h 212"/>
                  <a:gd name="T80" fmla="*/ 158 w 180"/>
                  <a:gd name="T81" fmla="*/ 54 h 212"/>
                  <a:gd name="T82" fmla="*/ 180 w 180"/>
                  <a:gd name="T83" fmla="*/ 89 h 212"/>
                  <a:gd name="T84" fmla="*/ 173 w 180"/>
                  <a:gd name="T85" fmla="*/ 97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0" h="212">
                    <a:moveTo>
                      <a:pt x="173" y="97"/>
                    </a:moveTo>
                    <a:cubicBezTo>
                      <a:pt x="172" y="96"/>
                      <a:pt x="171" y="95"/>
                      <a:pt x="169" y="93"/>
                    </a:cubicBezTo>
                    <a:cubicBezTo>
                      <a:pt x="167" y="92"/>
                      <a:pt x="164" y="91"/>
                      <a:pt x="162" y="91"/>
                    </a:cubicBezTo>
                    <a:cubicBezTo>
                      <a:pt x="160" y="92"/>
                      <a:pt x="156" y="94"/>
                      <a:pt x="151" y="99"/>
                    </a:cubicBezTo>
                    <a:cubicBezTo>
                      <a:pt x="145" y="104"/>
                      <a:pt x="139" y="110"/>
                      <a:pt x="132" y="117"/>
                    </a:cubicBezTo>
                    <a:cubicBezTo>
                      <a:pt x="71" y="185"/>
                      <a:pt x="71" y="185"/>
                      <a:pt x="71" y="185"/>
                    </a:cubicBezTo>
                    <a:cubicBezTo>
                      <a:pt x="63" y="193"/>
                      <a:pt x="55" y="200"/>
                      <a:pt x="48" y="204"/>
                    </a:cubicBezTo>
                    <a:cubicBezTo>
                      <a:pt x="41" y="208"/>
                      <a:pt x="35" y="211"/>
                      <a:pt x="29" y="212"/>
                    </a:cubicBezTo>
                    <a:cubicBezTo>
                      <a:pt x="23" y="212"/>
                      <a:pt x="18" y="212"/>
                      <a:pt x="15" y="210"/>
                    </a:cubicBezTo>
                    <a:cubicBezTo>
                      <a:pt x="11" y="208"/>
                      <a:pt x="8" y="206"/>
                      <a:pt x="6" y="202"/>
                    </a:cubicBezTo>
                    <a:cubicBezTo>
                      <a:pt x="3" y="197"/>
                      <a:pt x="1" y="191"/>
                      <a:pt x="1" y="185"/>
                    </a:cubicBezTo>
                    <a:cubicBezTo>
                      <a:pt x="0" y="178"/>
                      <a:pt x="1" y="172"/>
                      <a:pt x="3" y="165"/>
                    </a:cubicBezTo>
                    <a:cubicBezTo>
                      <a:pt x="5" y="158"/>
                      <a:pt x="8" y="151"/>
                      <a:pt x="12" y="144"/>
                    </a:cubicBezTo>
                    <a:cubicBezTo>
                      <a:pt x="16" y="138"/>
                      <a:pt x="21" y="131"/>
                      <a:pt x="27" y="125"/>
                    </a:cubicBezTo>
                    <a:cubicBezTo>
                      <a:pt x="111" y="34"/>
                      <a:pt x="111" y="34"/>
                      <a:pt x="111" y="34"/>
                    </a:cubicBezTo>
                    <a:cubicBezTo>
                      <a:pt x="113" y="31"/>
                      <a:pt x="115" y="29"/>
                      <a:pt x="116" y="27"/>
                    </a:cubicBezTo>
                    <a:cubicBezTo>
                      <a:pt x="117" y="25"/>
                      <a:pt x="118" y="22"/>
                      <a:pt x="119" y="19"/>
                    </a:cubicBezTo>
                    <a:cubicBezTo>
                      <a:pt x="119" y="17"/>
                      <a:pt x="119" y="15"/>
                      <a:pt x="119" y="13"/>
                    </a:cubicBezTo>
                    <a:cubicBezTo>
                      <a:pt x="118" y="11"/>
                      <a:pt x="118" y="9"/>
                      <a:pt x="117" y="8"/>
                    </a:cubicBezTo>
                    <a:cubicBezTo>
                      <a:pt x="124" y="0"/>
                      <a:pt x="124" y="0"/>
                      <a:pt x="124" y="0"/>
                    </a:cubicBezTo>
                    <a:cubicBezTo>
                      <a:pt x="147" y="36"/>
                      <a:pt x="147" y="36"/>
                      <a:pt x="147" y="36"/>
                    </a:cubicBezTo>
                    <a:cubicBezTo>
                      <a:pt x="140" y="44"/>
                      <a:pt x="140" y="44"/>
                      <a:pt x="140" y="44"/>
                    </a:cubicBezTo>
                    <a:cubicBezTo>
                      <a:pt x="139" y="43"/>
                      <a:pt x="138" y="42"/>
                      <a:pt x="136" y="41"/>
                    </a:cubicBezTo>
                    <a:cubicBezTo>
                      <a:pt x="135" y="40"/>
                      <a:pt x="133" y="39"/>
                      <a:pt x="132" y="38"/>
                    </a:cubicBezTo>
                    <a:cubicBezTo>
                      <a:pt x="131" y="38"/>
                      <a:pt x="129" y="39"/>
                      <a:pt x="127" y="40"/>
                    </a:cubicBezTo>
                    <a:cubicBezTo>
                      <a:pt x="124" y="42"/>
                      <a:pt x="122" y="44"/>
                      <a:pt x="120" y="46"/>
                    </a:cubicBezTo>
                    <a:cubicBezTo>
                      <a:pt x="41" y="131"/>
                      <a:pt x="41" y="131"/>
                      <a:pt x="41" y="131"/>
                    </a:cubicBezTo>
                    <a:cubicBezTo>
                      <a:pt x="37" y="136"/>
                      <a:pt x="34" y="140"/>
                      <a:pt x="30" y="145"/>
                    </a:cubicBezTo>
                    <a:cubicBezTo>
                      <a:pt x="26" y="150"/>
                      <a:pt x="23" y="156"/>
                      <a:pt x="20" y="161"/>
                    </a:cubicBezTo>
                    <a:cubicBezTo>
                      <a:pt x="17" y="167"/>
                      <a:pt x="16" y="172"/>
                      <a:pt x="15" y="177"/>
                    </a:cubicBezTo>
                    <a:cubicBezTo>
                      <a:pt x="14" y="183"/>
                      <a:pt x="16" y="187"/>
                      <a:pt x="19" y="192"/>
                    </a:cubicBezTo>
                    <a:cubicBezTo>
                      <a:pt x="21" y="197"/>
                      <a:pt x="25" y="199"/>
                      <a:pt x="29" y="200"/>
                    </a:cubicBezTo>
                    <a:cubicBezTo>
                      <a:pt x="33" y="200"/>
                      <a:pt x="38" y="199"/>
                      <a:pt x="43" y="197"/>
                    </a:cubicBezTo>
                    <a:cubicBezTo>
                      <a:pt x="47" y="195"/>
                      <a:pt x="52" y="192"/>
                      <a:pt x="56" y="188"/>
                    </a:cubicBezTo>
                    <a:cubicBezTo>
                      <a:pt x="61" y="184"/>
                      <a:pt x="65" y="180"/>
                      <a:pt x="69" y="176"/>
                    </a:cubicBezTo>
                    <a:cubicBezTo>
                      <a:pt x="127" y="113"/>
                      <a:pt x="127" y="113"/>
                      <a:pt x="127" y="113"/>
                    </a:cubicBezTo>
                    <a:cubicBezTo>
                      <a:pt x="135" y="105"/>
                      <a:pt x="141" y="98"/>
                      <a:pt x="145" y="92"/>
                    </a:cubicBezTo>
                    <a:cubicBezTo>
                      <a:pt x="149" y="86"/>
                      <a:pt x="152" y="82"/>
                      <a:pt x="152" y="79"/>
                    </a:cubicBezTo>
                    <a:cubicBezTo>
                      <a:pt x="153" y="76"/>
                      <a:pt x="153" y="72"/>
                      <a:pt x="153" y="69"/>
                    </a:cubicBezTo>
                    <a:cubicBezTo>
                      <a:pt x="152" y="65"/>
                      <a:pt x="152" y="63"/>
                      <a:pt x="151" y="62"/>
                    </a:cubicBezTo>
                    <a:cubicBezTo>
                      <a:pt x="158" y="54"/>
                      <a:pt x="158" y="54"/>
                      <a:pt x="158" y="54"/>
                    </a:cubicBezTo>
                    <a:cubicBezTo>
                      <a:pt x="180" y="89"/>
                      <a:pt x="180" y="89"/>
                      <a:pt x="180" y="89"/>
                    </a:cubicBezTo>
                    <a:lnTo>
                      <a:pt x="173" y="97"/>
                    </a:lnTo>
                    <a:close/>
                  </a:path>
                </a:pathLst>
              </a:custGeom>
              <a:solidFill>
                <a:srgbClr val="898989"/>
              </a:solidFill>
              <a:ln>
                <a:noFill/>
              </a:ln>
            </p:spPr>
            <p:txBody>
              <a:bodyPr anchor="ctr"/>
              <a:lstStyle/>
              <a:p>
                <a:pPr algn="ctr"/>
                <a:endParaRPr/>
              </a:p>
            </p:txBody>
          </p:sp>
          <p:sp>
            <p:nvSpPr>
              <p:cNvPr id="30" name="iṣľíďê">
                <a:extLst>
                  <a:ext uri="{FF2B5EF4-FFF2-40B4-BE49-F238E27FC236}">
                    <a16:creationId xmlns:a16="http://schemas.microsoft.com/office/drawing/2014/main" id="{7EAE270D-A360-4880-8DA7-51FA00E946FC}"/>
                  </a:ext>
                </a:extLst>
              </p:cNvPr>
              <p:cNvSpPr/>
              <p:nvPr/>
            </p:nvSpPr>
            <p:spPr bwMode="auto">
              <a:xfrm>
                <a:off x="2403476" y="3760788"/>
                <a:ext cx="155575" cy="190500"/>
              </a:xfrm>
              <a:custGeom>
                <a:avLst/>
                <a:gdLst>
                  <a:gd name="T0" fmla="*/ 190 w 197"/>
                  <a:gd name="T1" fmla="*/ 97 h 243"/>
                  <a:gd name="T2" fmla="*/ 185 w 197"/>
                  <a:gd name="T3" fmla="*/ 94 h 243"/>
                  <a:gd name="T4" fmla="*/ 179 w 197"/>
                  <a:gd name="T5" fmla="*/ 93 h 243"/>
                  <a:gd name="T6" fmla="*/ 168 w 197"/>
                  <a:gd name="T7" fmla="*/ 101 h 243"/>
                  <a:gd name="T8" fmla="*/ 150 w 197"/>
                  <a:gd name="T9" fmla="*/ 121 h 243"/>
                  <a:gd name="T10" fmla="*/ 51 w 197"/>
                  <a:gd name="T11" fmla="*/ 243 h 243"/>
                  <a:gd name="T12" fmla="*/ 48 w 197"/>
                  <a:gd name="T13" fmla="*/ 238 h 243"/>
                  <a:gd name="T14" fmla="*/ 123 w 197"/>
                  <a:gd name="T15" fmla="*/ 52 h 243"/>
                  <a:gd name="T16" fmla="*/ 53 w 197"/>
                  <a:gd name="T17" fmla="*/ 138 h 243"/>
                  <a:gd name="T18" fmla="*/ 36 w 197"/>
                  <a:gd name="T19" fmla="*/ 161 h 243"/>
                  <a:gd name="T20" fmla="*/ 29 w 197"/>
                  <a:gd name="T21" fmla="*/ 175 h 243"/>
                  <a:gd name="T22" fmla="*/ 29 w 197"/>
                  <a:gd name="T23" fmla="*/ 185 h 243"/>
                  <a:gd name="T24" fmla="*/ 31 w 197"/>
                  <a:gd name="T25" fmla="*/ 193 h 243"/>
                  <a:gd name="T26" fmla="*/ 24 w 197"/>
                  <a:gd name="T27" fmla="*/ 201 h 243"/>
                  <a:gd name="T28" fmla="*/ 0 w 197"/>
                  <a:gd name="T29" fmla="*/ 168 h 243"/>
                  <a:gd name="T30" fmla="*/ 7 w 197"/>
                  <a:gd name="T31" fmla="*/ 159 h 243"/>
                  <a:gd name="T32" fmla="*/ 12 w 197"/>
                  <a:gd name="T33" fmla="*/ 162 h 243"/>
                  <a:gd name="T34" fmla="*/ 19 w 197"/>
                  <a:gd name="T35" fmla="*/ 163 h 243"/>
                  <a:gd name="T36" fmla="*/ 29 w 197"/>
                  <a:gd name="T37" fmla="*/ 156 h 243"/>
                  <a:gd name="T38" fmla="*/ 48 w 197"/>
                  <a:gd name="T39" fmla="*/ 134 h 243"/>
                  <a:gd name="T40" fmla="*/ 114 w 197"/>
                  <a:gd name="T41" fmla="*/ 52 h 243"/>
                  <a:gd name="T42" fmla="*/ 123 w 197"/>
                  <a:gd name="T43" fmla="*/ 40 h 243"/>
                  <a:gd name="T44" fmla="*/ 128 w 197"/>
                  <a:gd name="T45" fmla="*/ 29 h 243"/>
                  <a:gd name="T46" fmla="*/ 129 w 197"/>
                  <a:gd name="T47" fmla="*/ 17 h 243"/>
                  <a:gd name="T48" fmla="*/ 127 w 197"/>
                  <a:gd name="T49" fmla="*/ 8 h 243"/>
                  <a:gd name="T50" fmla="*/ 134 w 197"/>
                  <a:gd name="T51" fmla="*/ 0 h 243"/>
                  <a:gd name="T52" fmla="*/ 151 w 197"/>
                  <a:gd name="T53" fmla="*/ 24 h 243"/>
                  <a:gd name="T54" fmla="*/ 81 w 197"/>
                  <a:gd name="T55" fmla="*/ 196 h 243"/>
                  <a:gd name="T56" fmla="*/ 145 w 197"/>
                  <a:gd name="T57" fmla="*/ 117 h 243"/>
                  <a:gd name="T58" fmla="*/ 162 w 197"/>
                  <a:gd name="T59" fmla="*/ 94 h 243"/>
                  <a:gd name="T60" fmla="*/ 169 w 197"/>
                  <a:gd name="T61" fmla="*/ 81 h 243"/>
                  <a:gd name="T62" fmla="*/ 168 w 197"/>
                  <a:gd name="T63" fmla="*/ 71 h 243"/>
                  <a:gd name="T64" fmla="*/ 166 w 197"/>
                  <a:gd name="T65" fmla="*/ 63 h 243"/>
                  <a:gd name="T66" fmla="*/ 173 w 197"/>
                  <a:gd name="T67" fmla="*/ 55 h 243"/>
                  <a:gd name="T68" fmla="*/ 197 w 197"/>
                  <a:gd name="T69" fmla="*/ 88 h 243"/>
                  <a:gd name="T70" fmla="*/ 190 w 197"/>
                  <a:gd name="T71" fmla="*/ 97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7" h="243">
                    <a:moveTo>
                      <a:pt x="190" y="97"/>
                    </a:moveTo>
                    <a:cubicBezTo>
                      <a:pt x="189" y="96"/>
                      <a:pt x="188" y="95"/>
                      <a:pt x="185" y="94"/>
                    </a:cubicBezTo>
                    <a:cubicBezTo>
                      <a:pt x="182" y="93"/>
                      <a:pt x="180" y="92"/>
                      <a:pt x="179" y="93"/>
                    </a:cubicBezTo>
                    <a:cubicBezTo>
                      <a:pt x="176" y="93"/>
                      <a:pt x="172" y="96"/>
                      <a:pt x="168" y="101"/>
                    </a:cubicBezTo>
                    <a:cubicBezTo>
                      <a:pt x="163" y="106"/>
                      <a:pt x="157" y="113"/>
                      <a:pt x="150" y="121"/>
                    </a:cubicBezTo>
                    <a:cubicBezTo>
                      <a:pt x="51" y="243"/>
                      <a:pt x="51" y="243"/>
                      <a:pt x="51" y="243"/>
                    </a:cubicBezTo>
                    <a:cubicBezTo>
                      <a:pt x="48" y="238"/>
                      <a:pt x="48" y="238"/>
                      <a:pt x="48" y="238"/>
                    </a:cubicBezTo>
                    <a:cubicBezTo>
                      <a:pt x="123" y="52"/>
                      <a:pt x="123" y="52"/>
                      <a:pt x="123" y="52"/>
                    </a:cubicBezTo>
                    <a:cubicBezTo>
                      <a:pt x="53" y="138"/>
                      <a:pt x="53" y="138"/>
                      <a:pt x="53" y="138"/>
                    </a:cubicBezTo>
                    <a:cubicBezTo>
                      <a:pt x="45" y="148"/>
                      <a:pt x="40" y="155"/>
                      <a:pt x="36" y="161"/>
                    </a:cubicBezTo>
                    <a:cubicBezTo>
                      <a:pt x="32" y="167"/>
                      <a:pt x="30" y="171"/>
                      <a:pt x="29" y="175"/>
                    </a:cubicBezTo>
                    <a:cubicBezTo>
                      <a:pt x="28" y="177"/>
                      <a:pt x="28" y="181"/>
                      <a:pt x="29" y="185"/>
                    </a:cubicBezTo>
                    <a:cubicBezTo>
                      <a:pt x="30" y="189"/>
                      <a:pt x="30" y="192"/>
                      <a:pt x="31" y="193"/>
                    </a:cubicBezTo>
                    <a:cubicBezTo>
                      <a:pt x="24" y="201"/>
                      <a:pt x="24" y="201"/>
                      <a:pt x="24" y="201"/>
                    </a:cubicBezTo>
                    <a:cubicBezTo>
                      <a:pt x="0" y="168"/>
                      <a:pt x="0" y="168"/>
                      <a:pt x="0" y="168"/>
                    </a:cubicBezTo>
                    <a:cubicBezTo>
                      <a:pt x="7" y="159"/>
                      <a:pt x="7" y="159"/>
                      <a:pt x="7" y="159"/>
                    </a:cubicBezTo>
                    <a:cubicBezTo>
                      <a:pt x="8" y="160"/>
                      <a:pt x="10" y="161"/>
                      <a:pt x="12" y="162"/>
                    </a:cubicBezTo>
                    <a:cubicBezTo>
                      <a:pt x="15" y="163"/>
                      <a:pt x="17" y="164"/>
                      <a:pt x="19" y="163"/>
                    </a:cubicBezTo>
                    <a:cubicBezTo>
                      <a:pt x="21" y="162"/>
                      <a:pt x="25" y="160"/>
                      <a:pt x="29" y="156"/>
                    </a:cubicBezTo>
                    <a:cubicBezTo>
                      <a:pt x="33" y="152"/>
                      <a:pt x="39" y="145"/>
                      <a:pt x="48" y="134"/>
                    </a:cubicBezTo>
                    <a:cubicBezTo>
                      <a:pt x="114" y="52"/>
                      <a:pt x="114" y="52"/>
                      <a:pt x="114" y="52"/>
                    </a:cubicBezTo>
                    <a:cubicBezTo>
                      <a:pt x="117" y="48"/>
                      <a:pt x="120" y="44"/>
                      <a:pt x="123" y="40"/>
                    </a:cubicBezTo>
                    <a:cubicBezTo>
                      <a:pt x="125" y="36"/>
                      <a:pt x="127" y="32"/>
                      <a:pt x="128" y="29"/>
                    </a:cubicBezTo>
                    <a:cubicBezTo>
                      <a:pt x="129" y="25"/>
                      <a:pt x="129" y="21"/>
                      <a:pt x="129" y="17"/>
                    </a:cubicBezTo>
                    <a:cubicBezTo>
                      <a:pt x="129" y="13"/>
                      <a:pt x="128" y="10"/>
                      <a:pt x="127" y="8"/>
                    </a:cubicBezTo>
                    <a:cubicBezTo>
                      <a:pt x="134" y="0"/>
                      <a:pt x="134" y="0"/>
                      <a:pt x="134" y="0"/>
                    </a:cubicBezTo>
                    <a:cubicBezTo>
                      <a:pt x="151" y="24"/>
                      <a:pt x="151" y="24"/>
                      <a:pt x="151" y="24"/>
                    </a:cubicBezTo>
                    <a:cubicBezTo>
                      <a:pt x="81" y="196"/>
                      <a:pt x="81" y="196"/>
                      <a:pt x="81" y="196"/>
                    </a:cubicBezTo>
                    <a:cubicBezTo>
                      <a:pt x="145" y="117"/>
                      <a:pt x="145" y="117"/>
                      <a:pt x="145" y="117"/>
                    </a:cubicBezTo>
                    <a:cubicBezTo>
                      <a:pt x="153" y="108"/>
                      <a:pt x="158" y="100"/>
                      <a:pt x="162" y="94"/>
                    </a:cubicBezTo>
                    <a:cubicBezTo>
                      <a:pt x="166" y="88"/>
                      <a:pt x="168" y="84"/>
                      <a:pt x="169" y="81"/>
                    </a:cubicBezTo>
                    <a:cubicBezTo>
                      <a:pt x="169" y="78"/>
                      <a:pt x="169" y="75"/>
                      <a:pt x="168" y="71"/>
                    </a:cubicBezTo>
                    <a:cubicBezTo>
                      <a:pt x="168" y="68"/>
                      <a:pt x="167" y="65"/>
                      <a:pt x="166" y="63"/>
                    </a:cubicBezTo>
                    <a:cubicBezTo>
                      <a:pt x="173" y="55"/>
                      <a:pt x="173" y="55"/>
                      <a:pt x="173" y="55"/>
                    </a:cubicBezTo>
                    <a:cubicBezTo>
                      <a:pt x="197" y="88"/>
                      <a:pt x="197" y="88"/>
                      <a:pt x="197" y="88"/>
                    </a:cubicBezTo>
                    <a:lnTo>
                      <a:pt x="190" y="97"/>
                    </a:lnTo>
                    <a:close/>
                  </a:path>
                </a:pathLst>
              </a:custGeom>
              <a:solidFill>
                <a:srgbClr val="898989"/>
              </a:solidFill>
              <a:ln>
                <a:noFill/>
              </a:ln>
            </p:spPr>
            <p:txBody>
              <a:bodyPr anchor="ctr"/>
              <a:lstStyle/>
              <a:p>
                <a:pPr algn="ctr"/>
                <a:endParaRPr/>
              </a:p>
            </p:txBody>
          </p:sp>
          <p:sp>
            <p:nvSpPr>
              <p:cNvPr id="31" name="iŝḷíde">
                <a:extLst>
                  <a:ext uri="{FF2B5EF4-FFF2-40B4-BE49-F238E27FC236}">
                    <a16:creationId xmlns:a16="http://schemas.microsoft.com/office/drawing/2014/main" id="{50BBD9A2-B48D-4F57-B4F4-D9D53B3409CA}"/>
                  </a:ext>
                </a:extLst>
              </p:cNvPr>
              <p:cNvSpPr/>
              <p:nvPr/>
            </p:nvSpPr>
            <p:spPr bwMode="auto">
              <a:xfrm>
                <a:off x="2476501" y="3825876"/>
                <a:ext cx="107950" cy="179388"/>
              </a:xfrm>
              <a:custGeom>
                <a:avLst/>
                <a:gdLst>
                  <a:gd name="T0" fmla="*/ 31 w 137"/>
                  <a:gd name="T1" fmla="*/ 228 h 228"/>
                  <a:gd name="T2" fmla="*/ 0 w 137"/>
                  <a:gd name="T3" fmla="*/ 199 h 228"/>
                  <a:gd name="T4" fmla="*/ 5 w 137"/>
                  <a:gd name="T5" fmla="*/ 189 h 228"/>
                  <a:gd name="T6" fmla="*/ 9 w 137"/>
                  <a:gd name="T7" fmla="*/ 191 h 228"/>
                  <a:gd name="T8" fmla="*/ 14 w 137"/>
                  <a:gd name="T9" fmla="*/ 193 h 228"/>
                  <a:gd name="T10" fmla="*/ 19 w 137"/>
                  <a:gd name="T11" fmla="*/ 190 h 228"/>
                  <a:gd name="T12" fmla="*/ 24 w 137"/>
                  <a:gd name="T13" fmla="*/ 182 h 228"/>
                  <a:gd name="T14" fmla="*/ 101 w 137"/>
                  <a:gd name="T15" fmla="*/ 38 h 228"/>
                  <a:gd name="T16" fmla="*/ 105 w 137"/>
                  <a:gd name="T17" fmla="*/ 30 h 228"/>
                  <a:gd name="T18" fmla="*/ 105 w 137"/>
                  <a:gd name="T19" fmla="*/ 22 h 228"/>
                  <a:gd name="T20" fmla="*/ 103 w 137"/>
                  <a:gd name="T21" fmla="*/ 15 h 228"/>
                  <a:gd name="T22" fmla="*/ 101 w 137"/>
                  <a:gd name="T23" fmla="*/ 10 h 228"/>
                  <a:gd name="T24" fmla="*/ 106 w 137"/>
                  <a:gd name="T25" fmla="*/ 0 h 228"/>
                  <a:gd name="T26" fmla="*/ 137 w 137"/>
                  <a:gd name="T27" fmla="*/ 29 h 228"/>
                  <a:gd name="T28" fmla="*/ 132 w 137"/>
                  <a:gd name="T29" fmla="*/ 39 h 228"/>
                  <a:gd name="T30" fmla="*/ 128 w 137"/>
                  <a:gd name="T31" fmla="*/ 37 h 228"/>
                  <a:gd name="T32" fmla="*/ 123 w 137"/>
                  <a:gd name="T33" fmla="*/ 36 h 228"/>
                  <a:gd name="T34" fmla="*/ 118 w 137"/>
                  <a:gd name="T35" fmla="*/ 39 h 228"/>
                  <a:gd name="T36" fmla="*/ 112 w 137"/>
                  <a:gd name="T37" fmla="*/ 47 h 228"/>
                  <a:gd name="T38" fmla="*/ 35 w 137"/>
                  <a:gd name="T39" fmla="*/ 190 h 228"/>
                  <a:gd name="T40" fmla="*/ 32 w 137"/>
                  <a:gd name="T41" fmla="*/ 199 h 228"/>
                  <a:gd name="T42" fmla="*/ 31 w 137"/>
                  <a:gd name="T43" fmla="*/ 207 h 228"/>
                  <a:gd name="T44" fmla="*/ 33 w 137"/>
                  <a:gd name="T45" fmla="*/ 213 h 228"/>
                  <a:gd name="T46" fmla="*/ 36 w 137"/>
                  <a:gd name="T47" fmla="*/ 218 h 228"/>
                  <a:gd name="T48" fmla="*/ 31 w 137"/>
                  <a:gd name="T4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7" h="228">
                    <a:moveTo>
                      <a:pt x="31" y="228"/>
                    </a:moveTo>
                    <a:cubicBezTo>
                      <a:pt x="0" y="199"/>
                      <a:pt x="0" y="199"/>
                      <a:pt x="0" y="199"/>
                    </a:cubicBezTo>
                    <a:cubicBezTo>
                      <a:pt x="5" y="189"/>
                      <a:pt x="5" y="189"/>
                      <a:pt x="5" y="189"/>
                    </a:cubicBezTo>
                    <a:cubicBezTo>
                      <a:pt x="6" y="189"/>
                      <a:pt x="7" y="190"/>
                      <a:pt x="9" y="191"/>
                    </a:cubicBezTo>
                    <a:cubicBezTo>
                      <a:pt x="11" y="193"/>
                      <a:pt x="13" y="193"/>
                      <a:pt x="14" y="193"/>
                    </a:cubicBezTo>
                    <a:cubicBezTo>
                      <a:pt x="15" y="193"/>
                      <a:pt x="17" y="192"/>
                      <a:pt x="19" y="190"/>
                    </a:cubicBezTo>
                    <a:cubicBezTo>
                      <a:pt x="20" y="189"/>
                      <a:pt x="22" y="186"/>
                      <a:pt x="24" y="182"/>
                    </a:cubicBezTo>
                    <a:cubicBezTo>
                      <a:pt x="101" y="38"/>
                      <a:pt x="101" y="38"/>
                      <a:pt x="101" y="38"/>
                    </a:cubicBezTo>
                    <a:cubicBezTo>
                      <a:pt x="103" y="35"/>
                      <a:pt x="104" y="32"/>
                      <a:pt x="105" y="30"/>
                    </a:cubicBezTo>
                    <a:cubicBezTo>
                      <a:pt x="106" y="27"/>
                      <a:pt x="106" y="24"/>
                      <a:pt x="105" y="22"/>
                    </a:cubicBezTo>
                    <a:cubicBezTo>
                      <a:pt x="105" y="20"/>
                      <a:pt x="104" y="18"/>
                      <a:pt x="103" y="15"/>
                    </a:cubicBezTo>
                    <a:cubicBezTo>
                      <a:pt x="103" y="13"/>
                      <a:pt x="102" y="11"/>
                      <a:pt x="101" y="10"/>
                    </a:cubicBezTo>
                    <a:cubicBezTo>
                      <a:pt x="106" y="0"/>
                      <a:pt x="106" y="0"/>
                      <a:pt x="106" y="0"/>
                    </a:cubicBezTo>
                    <a:cubicBezTo>
                      <a:pt x="137" y="29"/>
                      <a:pt x="137" y="29"/>
                      <a:pt x="137" y="29"/>
                    </a:cubicBezTo>
                    <a:cubicBezTo>
                      <a:pt x="132" y="39"/>
                      <a:pt x="132" y="39"/>
                      <a:pt x="132" y="39"/>
                    </a:cubicBezTo>
                    <a:cubicBezTo>
                      <a:pt x="131" y="38"/>
                      <a:pt x="130" y="37"/>
                      <a:pt x="128" y="37"/>
                    </a:cubicBezTo>
                    <a:cubicBezTo>
                      <a:pt x="126" y="36"/>
                      <a:pt x="125" y="36"/>
                      <a:pt x="123" y="36"/>
                    </a:cubicBezTo>
                    <a:cubicBezTo>
                      <a:pt x="121" y="36"/>
                      <a:pt x="119" y="37"/>
                      <a:pt x="118" y="39"/>
                    </a:cubicBezTo>
                    <a:cubicBezTo>
                      <a:pt x="116" y="41"/>
                      <a:pt x="114" y="44"/>
                      <a:pt x="112" y="47"/>
                    </a:cubicBezTo>
                    <a:cubicBezTo>
                      <a:pt x="35" y="190"/>
                      <a:pt x="35" y="190"/>
                      <a:pt x="35" y="190"/>
                    </a:cubicBezTo>
                    <a:cubicBezTo>
                      <a:pt x="34" y="193"/>
                      <a:pt x="33" y="196"/>
                      <a:pt x="32" y="199"/>
                    </a:cubicBezTo>
                    <a:cubicBezTo>
                      <a:pt x="31" y="202"/>
                      <a:pt x="31" y="205"/>
                      <a:pt x="31" y="207"/>
                    </a:cubicBezTo>
                    <a:cubicBezTo>
                      <a:pt x="31" y="209"/>
                      <a:pt x="32" y="210"/>
                      <a:pt x="33" y="213"/>
                    </a:cubicBezTo>
                    <a:cubicBezTo>
                      <a:pt x="34" y="215"/>
                      <a:pt x="35" y="217"/>
                      <a:pt x="36" y="218"/>
                    </a:cubicBezTo>
                    <a:lnTo>
                      <a:pt x="31" y="228"/>
                    </a:lnTo>
                    <a:close/>
                  </a:path>
                </a:pathLst>
              </a:custGeom>
              <a:solidFill>
                <a:srgbClr val="898989"/>
              </a:solidFill>
              <a:ln>
                <a:noFill/>
              </a:ln>
            </p:spPr>
            <p:txBody>
              <a:bodyPr anchor="ctr"/>
              <a:lstStyle/>
              <a:p>
                <a:pPr algn="ctr"/>
                <a:endParaRPr/>
              </a:p>
            </p:txBody>
          </p:sp>
          <p:sp>
            <p:nvSpPr>
              <p:cNvPr id="32" name="îṡḷíḍé">
                <a:extLst>
                  <a:ext uri="{FF2B5EF4-FFF2-40B4-BE49-F238E27FC236}">
                    <a16:creationId xmlns:a16="http://schemas.microsoft.com/office/drawing/2014/main" id="{6B361C17-627E-4B4C-856F-612054E5418A}"/>
                  </a:ext>
                </a:extLst>
              </p:cNvPr>
              <p:cNvSpPr/>
              <p:nvPr/>
            </p:nvSpPr>
            <p:spPr bwMode="auto">
              <a:xfrm>
                <a:off x="2533651" y="3856038"/>
                <a:ext cx="112713" cy="187325"/>
              </a:xfrm>
              <a:custGeom>
                <a:avLst/>
                <a:gdLst>
                  <a:gd name="T0" fmla="*/ 139 w 144"/>
                  <a:gd name="T1" fmla="*/ 75 h 237"/>
                  <a:gd name="T2" fmla="*/ 135 w 144"/>
                  <a:gd name="T3" fmla="*/ 73 h 237"/>
                  <a:gd name="T4" fmla="*/ 130 w 144"/>
                  <a:gd name="T5" fmla="*/ 74 h 237"/>
                  <a:gd name="T6" fmla="*/ 123 w 144"/>
                  <a:gd name="T7" fmla="*/ 80 h 237"/>
                  <a:gd name="T8" fmla="*/ 116 w 144"/>
                  <a:gd name="T9" fmla="*/ 89 h 237"/>
                  <a:gd name="T10" fmla="*/ 69 w 144"/>
                  <a:gd name="T11" fmla="*/ 150 h 237"/>
                  <a:gd name="T12" fmla="*/ 4 w 144"/>
                  <a:gd name="T13" fmla="*/ 237 h 237"/>
                  <a:gd name="T14" fmla="*/ 0 w 144"/>
                  <a:gd name="T15" fmla="*/ 234 h 237"/>
                  <a:gd name="T16" fmla="*/ 41 w 144"/>
                  <a:gd name="T17" fmla="*/ 116 h 237"/>
                  <a:gd name="T18" fmla="*/ 67 w 144"/>
                  <a:gd name="T19" fmla="*/ 39 h 237"/>
                  <a:gd name="T20" fmla="*/ 70 w 144"/>
                  <a:gd name="T21" fmla="*/ 30 h 237"/>
                  <a:gd name="T22" fmla="*/ 70 w 144"/>
                  <a:gd name="T23" fmla="*/ 21 h 237"/>
                  <a:gd name="T24" fmla="*/ 69 w 144"/>
                  <a:gd name="T25" fmla="*/ 15 h 237"/>
                  <a:gd name="T26" fmla="*/ 67 w 144"/>
                  <a:gd name="T27" fmla="*/ 11 h 237"/>
                  <a:gd name="T28" fmla="*/ 72 w 144"/>
                  <a:gd name="T29" fmla="*/ 0 h 237"/>
                  <a:gd name="T30" fmla="*/ 101 w 144"/>
                  <a:gd name="T31" fmla="*/ 26 h 237"/>
                  <a:gd name="T32" fmla="*/ 96 w 144"/>
                  <a:gd name="T33" fmla="*/ 37 h 237"/>
                  <a:gd name="T34" fmla="*/ 89 w 144"/>
                  <a:gd name="T35" fmla="*/ 33 h 237"/>
                  <a:gd name="T36" fmla="*/ 83 w 144"/>
                  <a:gd name="T37" fmla="*/ 36 h 237"/>
                  <a:gd name="T38" fmla="*/ 82 w 144"/>
                  <a:gd name="T39" fmla="*/ 40 h 237"/>
                  <a:gd name="T40" fmla="*/ 80 w 144"/>
                  <a:gd name="T41" fmla="*/ 44 h 237"/>
                  <a:gd name="T42" fmla="*/ 63 w 144"/>
                  <a:gd name="T43" fmla="*/ 94 h 237"/>
                  <a:gd name="T44" fmla="*/ 29 w 144"/>
                  <a:gd name="T45" fmla="*/ 194 h 237"/>
                  <a:gd name="T46" fmla="*/ 69 w 144"/>
                  <a:gd name="T47" fmla="*/ 140 h 237"/>
                  <a:gd name="T48" fmla="*/ 101 w 144"/>
                  <a:gd name="T49" fmla="*/ 97 h 237"/>
                  <a:gd name="T50" fmla="*/ 112 w 144"/>
                  <a:gd name="T51" fmla="*/ 81 h 237"/>
                  <a:gd name="T52" fmla="*/ 117 w 144"/>
                  <a:gd name="T53" fmla="*/ 73 h 237"/>
                  <a:gd name="T54" fmla="*/ 118 w 144"/>
                  <a:gd name="T55" fmla="*/ 67 h 237"/>
                  <a:gd name="T56" fmla="*/ 118 w 144"/>
                  <a:gd name="T57" fmla="*/ 60 h 237"/>
                  <a:gd name="T58" fmla="*/ 115 w 144"/>
                  <a:gd name="T59" fmla="*/ 55 h 237"/>
                  <a:gd name="T60" fmla="*/ 112 w 144"/>
                  <a:gd name="T61" fmla="*/ 51 h 237"/>
                  <a:gd name="T62" fmla="*/ 118 w 144"/>
                  <a:gd name="T63" fmla="*/ 41 h 237"/>
                  <a:gd name="T64" fmla="*/ 144 w 144"/>
                  <a:gd name="T65" fmla="*/ 64 h 237"/>
                  <a:gd name="T66" fmla="*/ 139 w 144"/>
                  <a:gd name="T67" fmla="*/ 75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4" h="237">
                    <a:moveTo>
                      <a:pt x="139" y="75"/>
                    </a:moveTo>
                    <a:cubicBezTo>
                      <a:pt x="138" y="74"/>
                      <a:pt x="137" y="73"/>
                      <a:pt x="135" y="73"/>
                    </a:cubicBezTo>
                    <a:cubicBezTo>
                      <a:pt x="133" y="73"/>
                      <a:pt x="131" y="74"/>
                      <a:pt x="130" y="74"/>
                    </a:cubicBezTo>
                    <a:cubicBezTo>
                      <a:pt x="128" y="75"/>
                      <a:pt x="126" y="77"/>
                      <a:pt x="123" y="80"/>
                    </a:cubicBezTo>
                    <a:cubicBezTo>
                      <a:pt x="121" y="82"/>
                      <a:pt x="118" y="85"/>
                      <a:pt x="116" y="89"/>
                    </a:cubicBezTo>
                    <a:cubicBezTo>
                      <a:pt x="106" y="102"/>
                      <a:pt x="90" y="122"/>
                      <a:pt x="69" y="150"/>
                    </a:cubicBezTo>
                    <a:cubicBezTo>
                      <a:pt x="49" y="178"/>
                      <a:pt x="27" y="207"/>
                      <a:pt x="4" y="237"/>
                    </a:cubicBezTo>
                    <a:cubicBezTo>
                      <a:pt x="0" y="234"/>
                      <a:pt x="0" y="234"/>
                      <a:pt x="0" y="234"/>
                    </a:cubicBezTo>
                    <a:cubicBezTo>
                      <a:pt x="14" y="193"/>
                      <a:pt x="28" y="154"/>
                      <a:pt x="41" y="116"/>
                    </a:cubicBezTo>
                    <a:cubicBezTo>
                      <a:pt x="54" y="78"/>
                      <a:pt x="63" y="52"/>
                      <a:pt x="67" y="39"/>
                    </a:cubicBezTo>
                    <a:cubicBezTo>
                      <a:pt x="68" y="36"/>
                      <a:pt x="69" y="32"/>
                      <a:pt x="70" y="30"/>
                    </a:cubicBezTo>
                    <a:cubicBezTo>
                      <a:pt x="70" y="27"/>
                      <a:pt x="70" y="24"/>
                      <a:pt x="70" y="21"/>
                    </a:cubicBezTo>
                    <a:cubicBezTo>
                      <a:pt x="70" y="19"/>
                      <a:pt x="70" y="16"/>
                      <a:pt x="69" y="15"/>
                    </a:cubicBezTo>
                    <a:cubicBezTo>
                      <a:pt x="68" y="13"/>
                      <a:pt x="68" y="12"/>
                      <a:pt x="67" y="11"/>
                    </a:cubicBezTo>
                    <a:cubicBezTo>
                      <a:pt x="72" y="0"/>
                      <a:pt x="72" y="0"/>
                      <a:pt x="72" y="0"/>
                    </a:cubicBezTo>
                    <a:cubicBezTo>
                      <a:pt x="101" y="26"/>
                      <a:pt x="101" y="26"/>
                      <a:pt x="101" y="26"/>
                    </a:cubicBezTo>
                    <a:cubicBezTo>
                      <a:pt x="96" y="37"/>
                      <a:pt x="96" y="37"/>
                      <a:pt x="96" y="37"/>
                    </a:cubicBezTo>
                    <a:cubicBezTo>
                      <a:pt x="93" y="35"/>
                      <a:pt x="91" y="33"/>
                      <a:pt x="89" y="33"/>
                    </a:cubicBezTo>
                    <a:cubicBezTo>
                      <a:pt x="86" y="33"/>
                      <a:pt x="85" y="34"/>
                      <a:pt x="83" y="36"/>
                    </a:cubicBezTo>
                    <a:cubicBezTo>
                      <a:pt x="83" y="37"/>
                      <a:pt x="82" y="39"/>
                      <a:pt x="82" y="40"/>
                    </a:cubicBezTo>
                    <a:cubicBezTo>
                      <a:pt x="81" y="42"/>
                      <a:pt x="81" y="43"/>
                      <a:pt x="80" y="44"/>
                    </a:cubicBezTo>
                    <a:cubicBezTo>
                      <a:pt x="77" y="54"/>
                      <a:pt x="71" y="71"/>
                      <a:pt x="63" y="94"/>
                    </a:cubicBezTo>
                    <a:cubicBezTo>
                      <a:pt x="55" y="118"/>
                      <a:pt x="43" y="151"/>
                      <a:pt x="29" y="194"/>
                    </a:cubicBezTo>
                    <a:cubicBezTo>
                      <a:pt x="40" y="179"/>
                      <a:pt x="54" y="161"/>
                      <a:pt x="69" y="140"/>
                    </a:cubicBezTo>
                    <a:cubicBezTo>
                      <a:pt x="85" y="119"/>
                      <a:pt x="95" y="105"/>
                      <a:pt x="101" y="97"/>
                    </a:cubicBezTo>
                    <a:cubicBezTo>
                      <a:pt x="107" y="89"/>
                      <a:pt x="110" y="84"/>
                      <a:pt x="112" y="81"/>
                    </a:cubicBezTo>
                    <a:cubicBezTo>
                      <a:pt x="114" y="78"/>
                      <a:pt x="115" y="75"/>
                      <a:pt x="117" y="73"/>
                    </a:cubicBezTo>
                    <a:cubicBezTo>
                      <a:pt x="118" y="71"/>
                      <a:pt x="118" y="69"/>
                      <a:pt x="118" y="67"/>
                    </a:cubicBezTo>
                    <a:cubicBezTo>
                      <a:pt x="118" y="65"/>
                      <a:pt x="118" y="62"/>
                      <a:pt x="118" y="60"/>
                    </a:cubicBezTo>
                    <a:cubicBezTo>
                      <a:pt x="117" y="59"/>
                      <a:pt x="116" y="57"/>
                      <a:pt x="115" y="55"/>
                    </a:cubicBezTo>
                    <a:cubicBezTo>
                      <a:pt x="114" y="54"/>
                      <a:pt x="113" y="52"/>
                      <a:pt x="112" y="51"/>
                    </a:cubicBezTo>
                    <a:cubicBezTo>
                      <a:pt x="118" y="41"/>
                      <a:pt x="118" y="41"/>
                      <a:pt x="118" y="41"/>
                    </a:cubicBezTo>
                    <a:cubicBezTo>
                      <a:pt x="144" y="64"/>
                      <a:pt x="144" y="64"/>
                      <a:pt x="144" y="64"/>
                    </a:cubicBezTo>
                    <a:lnTo>
                      <a:pt x="139" y="75"/>
                    </a:lnTo>
                    <a:close/>
                  </a:path>
                </a:pathLst>
              </a:custGeom>
              <a:solidFill>
                <a:srgbClr val="898989"/>
              </a:solidFill>
              <a:ln>
                <a:noFill/>
              </a:ln>
            </p:spPr>
            <p:txBody>
              <a:bodyPr anchor="ctr"/>
              <a:lstStyle/>
              <a:p>
                <a:pPr algn="ctr"/>
                <a:endParaRPr/>
              </a:p>
            </p:txBody>
          </p:sp>
          <p:sp>
            <p:nvSpPr>
              <p:cNvPr id="33" name="ïṡľîdè">
                <a:extLst>
                  <a:ext uri="{FF2B5EF4-FFF2-40B4-BE49-F238E27FC236}">
                    <a16:creationId xmlns:a16="http://schemas.microsoft.com/office/drawing/2014/main" id="{D2E5A10B-4586-4A46-8809-0B418136C2CC}"/>
                  </a:ext>
                </a:extLst>
              </p:cNvPr>
              <p:cNvSpPr/>
              <p:nvPr/>
            </p:nvSpPr>
            <p:spPr bwMode="auto">
              <a:xfrm>
                <a:off x="2578101" y="3905251"/>
                <a:ext cx="119063" cy="201613"/>
              </a:xfrm>
              <a:custGeom>
                <a:avLst/>
                <a:gdLst>
                  <a:gd name="T0" fmla="*/ 90 w 152"/>
                  <a:gd name="T1" fmla="*/ 196 h 257"/>
                  <a:gd name="T2" fmla="*/ 61 w 152"/>
                  <a:gd name="T3" fmla="*/ 257 h 257"/>
                  <a:gd name="T4" fmla="*/ 0 w 152"/>
                  <a:gd name="T5" fmla="*/ 209 h 257"/>
                  <a:gd name="T6" fmla="*/ 5 w 152"/>
                  <a:gd name="T7" fmla="*/ 198 h 257"/>
                  <a:gd name="T8" fmla="*/ 9 w 152"/>
                  <a:gd name="T9" fmla="*/ 200 h 257"/>
                  <a:gd name="T10" fmla="*/ 14 w 152"/>
                  <a:gd name="T11" fmla="*/ 201 h 257"/>
                  <a:gd name="T12" fmla="*/ 19 w 152"/>
                  <a:gd name="T13" fmla="*/ 197 h 257"/>
                  <a:gd name="T14" fmla="*/ 23 w 152"/>
                  <a:gd name="T15" fmla="*/ 189 h 257"/>
                  <a:gd name="T16" fmla="*/ 92 w 152"/>
                  <a:gd name="T17" fmla="*/ 39 h 257"/>
                  <a:gd name="T18" fmla="*/ 95 w 152"/>
                  <a:gd name="T19" fmla="*/ 30 h 257"/>
                  <a:gd name="T20" fmla="*/ 95 w 152"/>
                  <a:gd name="T21" fmla="*/ 22 h 257"/>
                  <a:gd name="T22" fmla="*/ 93 w 152"/>
                  <a:gd name="T23" fmla="*/ 16 h 257"/>
                  <a:gd name="T24" fmla="*/ 90 w 152"/>
                  <a:gd name="T25" fmla="*/ 11 h 257"/>
                  <a:gd name="T26" fmla="*/ 95 w 152"/>
                  <a:gd name="T27" fmla="*/ 0 h 257"/>
                  <a:gd name="T28" fmla="*/ 152 w 152"/>
                  <a:gd name="T29" fmla="*/ 45 h 257"/>
                  <a:gd name="T30" fmla="*/ 129 w 152"/>
                  <a:gd name="T31" fmla="*/ 95 h 257"/>
                  <a:gd name="T32" fmla="*/ 125 w 152"/>
                  <a:gd name="T33" fmla="*/ 92 h 257"/>
                  <a:gd name="T34" fmla="*/ 131 w 152"/>
                  <a:gd name="T35" fmla="*/ 65 h 257"/>
                  <a:gd name="T36" fmla="*/ 131 w 152"/>
                  <a:gd name="T37" fmla="*/ 46 h 257"/>
                  <a:gd name="T38" fmla="*/ 128 w 152"/>
                  <a:gd name="T39" fmla="*/ 42 h 257"/>
                  <a:gd name="T40" fmla="*/ 123 w 152"/>
                  <a:gd name="T41" fmla="*/ 38 h 257"/>
                  <a:gd name="T42" fmla="*/ 111 w 152"/>
                  <a:gd name="T43" fmla="*/ 29 h 257"/>
                  <a:gd name="T44" fmla="*/ 73 w 152"/>
                  <a:gd name="T45" fmla="*/ 112 h 257"/>
                  <a:gd name="T46" fmla="*/ 82 w 152"/>
                  <a:gd name="T47" fmla="*/ 118 h 257"/>
                  <a:gd name="T48" fmla="*/ 88 w 152"/>
                  <a:gd name="T49" fmla="*/ 121 h 257"/>
                  <a:gd name="T50" fmla="*/ 95 w 152"/>
                  <a:gd name="T51" fmla="*/ 116 h 257"/>
                  <a:gd name="T52" fmla="*/ 102 w 152"/>
                  <a:gd name="T53" fmla="*/ 106 h 257"/>
                  <a:gd name="T54" fmla="*/ 109 w 152"/>
                  <a:gd name="T55" fmla="*/ 94 h 257"/>
                  <a:gd name="T56" fmla="*/ 113 w 152"/>
                  <a:gd name="T57" fmla="*/ 97 h 257"/>
                  <a:gd name="T58" fmla="*/ 76 w 152"/>
                  <a:gd name="T59" fmla="*/ 178 h 257"/>
                  <a:gd name="T60" fmla="*/ 72 w 152"/>
                  <a:gd name="T61" fmla="*/ 175 h 257"/>
                  <a:gd name="T62" fmla="*/ 78 w 152"/>
                  <a:gd name="T63" fmla="*/ 159 h 257"/>
                  <a:gd name="T64" fmla="*/ 81 w 152"/>
                  <a:gd name="T65" fmla="*/ 146 h 257"/>
                  <a:gd name="T66" fmla="*/ 81 w 152"/>
                  <a:gd name="T67" fmla="*/ 136 h 257"/>
                  <a:gd name="T68" fmla="*/ 76 w 152"/>
                  <a:gd name="T69" fmla="*/ 130 h 257"/>
                  <a:gd name="T70" fmla="*/ 68 w 152"/>
                  <a:gd name="T71" fmla="*/ 124 h 257"/>
                  <a:gd name="T72" fmla="*/ 39 w 152"/>
                  <a:gd name="T73" fmla="*/ 186 h 257"/>
                  <a:gd name="T74" fmla="*/ 33 w 152"/>
                  <a:gd name="T75" fmla="*/ 201 h 257"/>
                  <a:gd name="T76" fmla="*/ 31 w 152"/>
                  <a:gd name="T77" fmla="*/ 211 h 257"/>
                  <a:gd name="T78" fmla="*/ 33 w 152"/>
                  <a:gd name="T79" fmla="*/ 218 h 257"/>
                  <a:gd name="T80" fmla="*/ 39 w 152"/>
                  <a:gd name="T81" fmla="*/ 224 h 257"/>
                  <a:gd name="T82" fmla="*/ 44 w 152"/>
                  <a:gd name="T83" fmla="*/ 227 h 257"/>
                  <a:gd name="T84" fmla="*/ 49 w 152"/>
                  <a:gd name="T85" fmla="*/ 230 h 257"/>
                  <a:gd name="T86" fmla="*/ 54 w 152"/>
                  <a:gd name="T87" fmla="*/ 231 h 257"/>
                  <a:gd name="T88" fmla="*/ 59 w 152"/>
                  <a:gd name="T89" fmla="*/ 229 h 257"/>
                  <a:gd name="T90" fmla="*/ 73 w 152"/>
                  <a:gd name="T91" fmla="*/ 212 h 257"/>
                  <a:gd name="T92" fmla="*/ 86 w 152"/>
                  <a:gd name="T93" fmla="*/ 193 h 257"/>
                  <a:gd name="T94" fmla="*/ 90 w 152"/>
                  <a:gd name="T95" fmla="*/ 19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52" h="257">
                    <a:moveTo>
                      <a:pt x="90" y="196"/>
                    </a:moveTo>
                    <a:cubicBezTo>
                      <a:pt x="61" y="257"/>
                      <a:pt x="61" y="257"/>
                      <a:pt x="61" y="257"/>
                    </a:cubicBezTo>
                    <a:cubicBezTo>
                      <a:pt x="0" y="209"/>
                      <a:pt x="0" y="209"/>
                      <a:pt x="0" y="209"/>
                    </a:cubicBezTo>
                    <a:cubicBezTo>
                      <a:pt x="5" y="198"/>
                      <a:pt x="5" y="198"/>
                      <a:pt x="5" y="198"/>
                    </a:cubicBezTo>
                    <a:cubicBezTo>
                      <a:pt x="6" y="199"/>
                      <a:pt x="7" y="200"/>
                      <a:pt x="9" y="200"/>
                    </a:cubicBezTo>
                    <a:cubicBezTo>
                      <a:pt x="12" y="201"/>
                      <a:pt x="13" y="201"/>
                      <a:pt x="14" y="201"/>
                    </a:cubicBezTo>
                    <a:cubicBezTo>
                      <a:pt x="16" y="200"/>
                      <a:pt x="17" y="199"/>
                      <a:pt x="19" y="197"/>
                    </a:cubicBezTo>
                    <a:cubicBezTo>
                      <a:pt x="20" y="195"/>
                      <a:pt x="22" y="192"/>
                      <a:pt x="23" y="189"/>
                    </a:cubicBezTo>
                    <a:cubicBezTo>
                      <a:pt x="92" y="39"/>
                      <a:pt x="92" y="39"/>
                      <a:pt x="92" y="39"/>
                    </a:cubicBezTo>
                    <a:cubicBezTo>
                      <a:pt x="93" y="36"/>
                      <a:pt x="94" y="33"/>
                      <a:pt x="95" y="30"/>
                    </a:cubicBezTo>
                    <a:cubicBezTo>
                      <a:pt x="96" y="27"/>
                      <a:pt x="96" y="24"/>
                      <a:pt x="95" y="22"/>
                    </a:cubicBezTo>
                    <a:cubicBezTo>
                      <a:pt x="95" y="20"/>
                      <a:pt x="94" y="18"/>
                      <a:pt x="93" y="16"/>
                    </a:cubicBezTo>
                    <a:cubicBezTo>
                      <a:pt x="92" y="13"/>
                      <a:pt x="91" y="12"/>
                      <a:pt x="90" y="11"/>
                    </a:cubicBezTo>
                    <a:cubicBezTo>
                      <a:pt x="95" y="0"/>
                      <a:pt x="95" y="0"/>
                      <a:pt x="95" y="0"/>
                    </a:cubicBezTo>
                    <a:cubicBezTo>
                      <a:pt x="152" y="45"/>
                      <a:pt x="152" y="45"/>
                      <a:pt x="152" y="45"/>
                    </a:cubicBezTo>
                    <a:cubicBezTo>
                      <a:pt x="129" y="95"/>
                      <a:pt x="129" y="95"/>
                      <a:pt x="129" y="95"/>
                    </a:cubicBezTo>
                    <a:cubicBezTo>
                      <a:pt x="125" y="92"/>
                      <a:pt x="125" y="92"/>
                      <a:pt x="125" y="92"/>
                    </a:cubicBezTo>
                    <a:cubicBezTo>
                      <a:pt x="128" y="84"/>
                      <a:pt x="130" y="75"/>
                      <a:pt x="131" y="65"/>
                    </a:cubicBezTo>
                    <a:cubicBezTo>
                      <a:pt x="133" y="55"/>
                      <a:pt x="133" y="49"/>
                      <a:pt x="131" y="46"/>
                    </a:cubicBezTo>
                    <a:cubicBezTo>
                      <a:pt x="130" y="45"/>
                      <a:pt x="129" y="44"/>
                      <a:pt x="128" y="42"/>
                    </a:cubicBezTo>
                    <a:cubicBezTo>
                      <a:pt x="126" y="41"/>
                      <a:pt x="125" y="39"/>
                      <a:pt x="123" y="38"/>
                    </a:cubicBezTo>
                    <a:cubicBezTo>
                      <a:pt x="111" y="29"/>
                      <a:pt x="111" y="29"/>
                      <a:pt x="111" y="29"/>
                    </a:cubicBezTo>
                    <a:cubicBezTo>
                      <a:pt x="73" y="112"/>
                      <a:pt x="73" y="112"/>
                      <a:pt x="73" y="112"/>
                    </a:cubicBezTo>
                    <a:cubicBezTo>
                      <a:pt x="82" y="118"/>
                      <a:pt x="82" y="118"/>
                      <a:pt x="82" y="118"/>
                    </a:cubicBezTo>
                    <a:cubicBezTo>
                      <a:pt x="84" y="120"/>
                      <a:pt x="87" y="121"/>
                      <a:pt x="88" y="121"/>
                    </a:cubicBezTo>
                    <a:cubicBezTo>
                      <a:pt x="90" y="120"/>
                      <a:pt x="92" y="119"/>
                      <a:pt x="95" y="116"/>
                    </a:cubicBezTo>
                    <a:cubicBezTo>
                      <a:pt x="97" y="114"/>
                      <a:pt x="99" y="111"/>
                      <a:pt x="102" y="106"/>
                    </a:cubicBezTo>
                    <a:cubicBezTo>
                      <a:pt x="105" y="102"/>
                      <a:pt x="107" y="98"/>
                      <a:pt x="109" y="94"/>
                    </a:cubicBezTo>
                    <a:cubicBezTo>
                      <a:pt x="113" y="97"/>
                      <a:pt x="113" y="97"/>
                      <a:pt x="113" y="97"/>
                    </a:cubicBezTo>
                    <a:cubicBezTo>
                      <a:pt x="76" y="178"/>
                      <a:pt x="76" y="178"/>
                      <a:pt x="76" y="178"/>
                    </a:cubicBezTo>
                    <a:cubicBezTo>
                      <a:pt x="72" y="175"/>
                      <a:pt x="72" y="175"/>
                      <a:pt x="72" y="175"/>
                    </a:cubicBezTo>
                    <a:cubicBezTo>
                      <a:pt x="74" y="170"/>
                      <a:pt x="76" y="165"/>
                      <a:pt x="78" y="159"/>
                    </a:cubicBezTo>
                    <a:cubicBezTo>
                      <a:pt x="79" y="154"/>
                      <a:pt x="81" y="149"/>
                      <a:pt x="81" y="146"/>
                    </a:cubicBezTo>
                    <a:cubicBezTo>
                      <a:pt x="82" y="142"/>
                      <a:pt x="82" y="138"/>
                      <a:pt x="81" y="136"/>
                    </a:cubicBezTo>
                    <a:cubicBezTo>
                      <a:pt x="80" y="134"/>
                      <a:pt x="78" y="132"/>
                      <a:pt x="76" y="130"/>
                    </a:cubicBezTo>
                    <a:cubicBezTo>
                      <a:pt x="68" y="124"/>
                      <a:pt x="68" y="124"/>
                      <a:pt x="68" y="124"/>
                    </a:cubicBezTo>
                    <a:cubicBezTo>
                      <a:pt x="39" y="186"/>
                      <a:pt x="39" y="186"/>
                      <a:pt x="39" y="186"/>
                    </a:cubicBezTo>
                    <a:cubicBezTo>
                      <a:pt x="37" y="192"/>
                      <a:pt x="34" y="198"/>
                      <a:pt x="33" y="201"/>
                    </a:cubicBezTo>
                    <a:cubicBezTo>
                      <a:pt x="32" y="205"/>
                      <a:pt x="31" y="208"/>
                      <a:pt x="31" y="211"/>
                    </a:cubicBezTo>
                    <a:cubicBezTo>
                      <a:pt x="31" y="214"/>
                      <a:pt x="32" y="216"/>
                      <a:pt x="33" y="218"/>
                    </a:cubicBezTo>
                    <a:cubicBezTo>
                      <a:pt x="35" y="219"/>
                      <a:pt x="37" y="221"/>
                      <a:pt x="39" y="224"/>
                    </a:cubicBezTo>
                    <a:cubicBezTo>
                      <a:pt x="41" y="224"/>
                      <a:pt x="42" y="226"/>
                      <a:pt x="44" y="227"/>
                    </a:cubicBezTo>
                    <a:cubicBezTo>
                      <a:pt x="46" y="229"/>
                      <a:pt x="47" y="230"/>
                      <a:pt x="49" y="230"/>
                    </a:cubicBezTo>
                    <a:cubicBezTo>
                      <a:pt x="50" y="231"/>
                      <a:pt x="52" y="231"/>
                      <a:pt x="54" y="231"/>
                    </a:cubicBezTo>
                    <a:cubicBezTo>
                      <a:pt x="56" y="231"/>
                      <a:pt x="57" y="231"/>
                      <a:pt x="59" y="229"/>
                    </a:cubicBezTo>
                    <a:cubicBezTo>
                      <a:pt x="62" y="226"/>
                      <a:pt x="67" y="220"/>
                      <a:pt x="73" y="212"/>
                    </a:cubicBezTo>
                    <a:cubicBezTo>
                      <a:pt x="80" y="204"/>
                      <a:pt x="84" y="198"/>
                      <a:pt x="86" y="193"/>
                    </a:cubicBezTo>
                    <a:lnTo>
                      <a:pt x="90" y="196"/>
                    </a:lnTo>
                    <a:close/>
                  </a:path>
                </a:pathLst>
              </a:custGeom>
              <a:solidFill>
                <a:srgbClr val="898989"/>
              </a:solidFill>
              <a:ln>
                <a:noFill/>
              </a:ln>
            </p:spPr>
            <p:txBody>
              <a:bodyPr anchor="ctr"/>
              <a:lstStyle/>
              <a:p>
                <a:pPr algn="ctr"/>
                <a:endParaRPr/>
              </a:p>
            </p:txBody>
          </p:sp>
          <p:sp>
            <p:nvSpPr>
              <p:cNvPr id="34" name="íślîde">
                <a:extLst>
                  <a:ext uri="{FF2B5EF4-FFF2-40B4-BE49-F238E27FC236}">
                    <a16:creationId xmlns:a16="http://schemas.microsoft.com/office/drawing/2014/main" id="{DE1032F7-7B78-4010-A4A8-3C5689C3FD41}"/>
                  </a:ext>
                </a:extLst>
              </p:cNvPr>
              <p:cNvSpPr/>
              <p:nvPr/>
            </p:nvSpPr>
            <p:spPr bwMode="auto">
              <a:xfrm>
                <a:off x="2633663" y="3940176"/>
                <a:ext cx="107950" cy="209550"/>
              </a:xfrm>
              <a:custGeom>
                <a:avLst/>
                <a:gdLst>
                  <a:gd name="T0" fmla="*/ 72 w 138"/>
                  <a:gd name="T1" fmla="*/ 266 h 266"/>
                  <a:gd name="T2" fmla="*/ 52 w 138"/>
                  <a:gd name="T3" fmla="*/ 251 h 266"/>
                  <a:gd name="T4" fmla="*/ 63 w 138"/>
                  <a:gd name="T5" fmla="*/ 190 h 266"/>
                  <a:gd name="T6" fmla="*/ 70 w 138"/>
                  <a:gd name="T7" fmla="*/ 137 h 266"/>
                  <a:gd name="T8" fmla="*/ 63 w 138"/>
                  <a:gd name="T9" fmla="*/ 132 h 266"/>
                  <a:gd name="T10" fmla="*/ 34 w 138"/>
                  <a:gd name="T11" fmla="*/ 199 h 266"/>
                  <a:gd name="T12" fmla="*/ 30 w 138"/>
                  <a:gd name="T13" fmla="*/ 208 h 266"/>
                  <a:gd name="T14" fmla="*/ 30 w 138"/>
                  <a:gd name="T15" fmla="*/ 216 h 266"/>
                  <a:gd name="T16" fmla="*/ 33 w 138"/>
                  <a:gd name="T17" fmla="*/ 220 h 266"/>
                  <a:gd name="T18" fmla="*/ 36 w 138"/>
                  <a:gd name="T19" fmla="*/ 224 h 266"/>
                  <a:gd name="T20" fmla="*/ 32 w 138"/>
                  <a:gd name="T21" fmla="*/ 235 h 266"/>
                  <a:gd name="T22" fmla="*/ 0 w 138"/>
                  <a:gd name="T23" fmla="*/ 212 h 266"/>
                  <a:gd name="T24" fmla="*/ 5 w 138"/>
                  <a:gd name="T25" fmla="*/ 201 h 266"/>
                  <a:gd name="T26" fmla="*/ 9 w 138"/>
                  <a:gd name="T27" fmla="*/ 203 h 266"/>
                  <a:gd name="T28" fmla="*/ 13 w 138"/>
                  <a:gd name="T29" fmla="*/ 203 h 266"/>
                  <a:gd name="T30" fmla="*/ 18 w 138"/>
                  <a:gd name="T31" fmla="*/ 199 h 266"/>
                  <a:gd name="T32" fmla="*/ 23 w 138"/>
                  <a:gd name="T33" fmla="*/ 190 h 266"/>
                  <a:gd name="T34" fmla="*/ 89 w 138"/>
                  <a:gd name="T35" fmla="*/ 38 h 266"/>
                  <a:gd name="T36" fmla="*/ 92 w 138"/>
                  <a:gd name="T37" fmla="*/ 28 h 266"/>
                  <a:gd name="T38" fmla="*/ 92 w 138"/>
                  <a:gd name="T39" fmla="*/ 20 h 266"/>
                  <a:gd name="T40" fmla="*/ 90 w 138"/>
                  <a:gd name="T41" fmla="*/ 15 h 266"/>
                  <a:gd name="T42" fmla="*/ 87 w 138"/>
                  <a:gd name="T43" fmla="*/ 11 h 266"/>
                  <a:gd name="T44" fmla="*/ 92 w 138"/>
                  <a:gd name="T45" fmla="*/ 0 h 266"/>
                  <a:gd name="T46" fmla="*/ 126 w 138"/>
                  <a:gd name="T47" fmla="*/ 26 h 266"/>
                  <a:gd name="T48" fmla="*/ 134 w 138"/>
                  <a:gd name="T49" fmla="*/ 35 h 266"/>
                  <a:gd name="T50" fmla="*/ 137 w 138"/>
                  <a:gd name="T51" fmla="*/ 50 h 266"/>
                  <a:gd name="T52" fmla="*/ 136 w 138"/>
                  <a:gd name="T53" fmla="*/ 69 h 266"/>
                  <a:gd name="T54" fmla="*/ 128 w 138"/>
                  <a:gd name="T55" fmla="*/ 94 h 266"/>
                  <a:gd name="T56" fmla="*/ 117 w 138"/>
                  <a:gd name="T57" fmla="*/ 114 h 266"/>
                  <a:gd name="T58" fmla="*/ 106 w 138"/>
                  <a:gd name="T59" fmla="*/ 128 h 266"/>
                  <a:gd name="T60" fmla="*/ 96 w 138"/>
                  <a:gd name="T61" fmla="*/ 135 h 266"/>
                  <a:gd name="T62" fmla="*/ 85 w 138"/>
                  <a:gd name="T63" fmla="*/ 137 h 266"/>
                  <a:gd name="T64" fmla="*/ 79 w 138"/>
                  <a:gd name="T65" fmla="*/ 179 h 266"/>
                  <a:gd name="T66" fmla="*/ 73 w 138"/>
                  <a:gd name="T67" fmla="*/ 220 h 266"/>
                  <a:gd name="T68" fmla="*/ 71 w 138"/>
                  <a:gd name="T69" fmla="*/ 236 h 266"/>
                  <a:gd name="T70" fmla="*/ 72 w 138"/>
                  <a:gd name="T71" fmla="*/ 246 h 266"/>
                  <a:gd name="T72" fmla="*/ 74 w 138"/>
                  <a:gd name="T73" fmla="*/ 251 h 266"/>
                  <a:gd name="T74" fmla="*/ 77 w 138"/>
                  <a:gd name="T75" fmla="*/ 255 h 266"/>
                  <a:gd name="T76" fmla="*/ 72 w 138"/>
                  <a:gd name="T77" fmla="*/ 266 h 266"/>
                  <a:gd name="T78" fmla="*/ 113 w 138"/>
                  <a:gd name="T79" fmla="*/ 88 h 266"/>
                  <a:gd name="T80" fmla="*/ 122 w 138"/>
                  <a:gd name="T81" fmla="*/ 54 h 266"/>
                  <a:gd name="T82" fmla="*/ 116 w 138"/>
                  <a:gd name="T83" fmla="*/ 35 h 266"/>
                  <a:gd name="T84" fmla="*/ 108 w 138"/>
                  <a:gd name="T85" fmla="*/ 28 h 266"/>
                  <a:gd name="T86" fmla="*/ 68 w 138"/>
                  <a:gd name="T87" fmla="*/ 119 h 266"/>
                  <a:gd name="T88" fmla="*/ 75 w 138"/>
                  <a:gd name="T89" fmla="*/ 124 h 266"/>
                  <a:gd name="T90" fmla="*/ 93 w 138"/>
                  <a:gd name="T91" fmla="*/ 120 h 266"/>
                  <a:gd name="T92" fmla="*/ 113 w 138"/>
                  <a:gd name="T93" fmla="*/ 88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8" h="266">
                    <a:moveTo>
                      <a:pt x="72" y="266"/>
                    </a:moveTo>
                    <a:cubicBezTo>
                      <a:pt x="52" y="251"/>
                      <a:pt x="52" y="251"/>
                      <a:pt x="52" y="251"/>
                    </a:cubicBezTo>
                    <a:cubicBezTo>
                      <a:pt x="57" y="228"/>
                      <a:pt x="60" y="208"/>
                      <a:pt x="63" y="190"/>
                    </a:cubicBezTo>
                    <a:cubicBezTo>
                      <a:pt x="65" y="173"/>
                      <a:pt x="68" y="156"/>
                      <a:pt x="70" y="137"/>
                    </a:cubicBezTo>
                    <a:cubicBezTo>
                      <a:pt x="63" y="132"/>
                      <a:pt x="63" y="132"/>
                      <a:pt x="63" y="132"/>
                    </a:cubicBezTo>
                    <a:cubicBezTo>
                      <a:pt x="34" y="199"/>
                      <a:pt x="34" y="199"/>
                      <a:pt x="34" y="199"/>
                    </a:cubicBezTo>
                    <a:cubicBezTo>
                      <a:pt x="32" y="202"/>
                      <a:pt x="31" y="205"/>
                      <a:pt x="30" y="208"/>
                    </a:cubicBezTo>
                    <a:cubicBezTo>
                      <a:pt x="30" y="211"/>
                      <a:pt x="30" y="214"/>
                      <a:pt x="30" y="216"/>
                    </a:cubicBezTo>
                    <a:cubicBezTo>
                      <a:pt x="31" y="217"/>
                      <a:pt x="31" y="219"/>
                      <a:pt x="33" y="220"/>
                    </a:cubicBezTo>
                    <a:cubicBezTo>
                      <a:pt x="34" y="222"/>
                      <a:pt x="35" y="224"/>
                      <a:pt x="36" y="224"/>
                    </a:cubicBezTo>
                    <a:cubicBezTo>
                      <a:pt x="32" y="235"/>
                      <a:pt x="32" y="235"/>
                      <a:pt x="32" y="235"/>
                    </a:cubicBezTo>
                    <a:cubicBezTo>
                      <a:pt x="0" y="212"/>
                      <a:pt x="0" y="212"/>
                      <a:pt x="0" y="212"/>
                    </a:cubicBezTo>
                    <a:cubicBezTo>
                      <a:pt x="5" y="201"/>
                      <a:pt x="5" y="201"/>
                      <a:pt x="5" y="201"/>
                    </a:cubicBezTo>
                    <a:cubicBezTo>
                      <a:pt x="6" y="201"/>
                      <a:pt x="7" y="202"/>
                      <a:pt x="9" y="203"/>
                    </a:cubicBezTo>
                    <a:cubicBezTo>
                      <a:pt x="11" y="203"/>
                      <a:pt x="12" y="204"/>
                      <a:pt x="13" y="203"/>
                    </a:cubicBezTo>
                    <a:cubicBezTo>
                      <a:pt x="15" y="203"/>
                      <a:pt x="16" y="201"/>
                      <a:pt x="18" y="199"/>
                    </a:cubicBezTo>
                    <a:cubicBezTo>
                      <a:pt x="19" y="197"/>
                      <a:pt x="21" y="194"/>
                      <a:pt x="23" y="190"/>
                    </a:cubicBezTo>
                    <a:cubicBezTo>
                      <a:pt x="89" y="38"/>
                      <a:pt x="89" y="38"/>
                      <a:pt x="89" y="38"/>
                    </a:cubicBezTo>
                    <a:cubicBezTo>
                      <a:pt x="90" y="34"/>
                      <a:pt x="91" y="31"/>
                      <a:pt x="92" y="28"/>
                    </a:cubicBezTo>
                    <a:cubicBezTo>
                      <a:pt x="93" y="25"/>
                      <a:pt x="93" y="22"/>
                      <a:pt x="92" y="20"/>
                    </a:cubicBezTo>
                    <a:cubicBezTo>
                      <a:pt x="92" y="18"/>
                      <a:pt x="91" y="17"/>
                      <a:pt x="90" y="15"/>
                    </a:cubicBezTo>
                    <a:cubicBezTo>
                      <a:pt x="89" y="13"/>
                      <a:pt x="88" y="12"/>
                      <a:pt x="87" y="11"/>
                    </a:cubicBezTo>
                    <a:cubicBezTo>
                      <a:pt x="92" y="0"/>
                      <a:pt x="92" y="0"/>
                      <a:pt x="92" y="0"/>
                    </a:cubicBezTo>
                    <a:cubicBezTo>
                      <a:pt x="126" y="26"/>
                      <a:pt x="126" y="26"/>
                      <a:pt x="126" y="26"/>
                    </a:cubicBezTo>
                    <a:cubicBezTo>
                      <a:pt x="129" y="28"/>
                      <a:pt x="132" y="31"/>
                      <a:pt x="134" y="35"/>
                    </a:cubicBezTo>
                    <a:cubicBezTo>
                      <a:pt x="135" y="39"/>
                      <a:pt x="137" y="44"/>
                      <a:pt x="137" y="50"/>
                    </a:cubicBezTo>
                    <a:cubicBezTo>
                      <a:pt x="138" y="55"/>
                      <a:pt x="137" y="62"/>
                      <a:pt x="136" y="69"/>
                    </a:cubicBezTo>
                    <a:cubicBezTo>
                      <a:pt x="134" y="77"/>
                      <a:pt x="131" y="85"/>
                      <a:pt x="128" y="94"/>
                    </a:cubicBezTo>
                    <a:cubicBezTo>
                      <a:pt x="124" y="102"/>
                      <a:pt x="120" y="109"/>
                      <a:pt x="117" y="114"/>
                    </a:cubicBezTo>
                    <a:cubicBezTo>
                      <a:pt x="113" y="120"/>
                      <a:pt x="110" y="124"/>
                      <a:pt x="106" y="128"/>
                    </a:cubicBezTo>
                    <a:cubicBezTo>
                      <a:pt x="103" y="131"/>
                      <a:pt x="99" y="133"/>
                      <a:pt x="96" y="135"/>
                    </a:cubicBezTo>
                    <a:cubicBezTo>
                      <a:pt x="92" y="136"/>
                      <a:pt x="88" y="137"/>
                      <a:pt x="85" y="137"/>
                    </a:cubicBezTo>
                    <a:cubicBezTo>
                      <a:pt x="83" y="154"/>
                      <a:pt x="81" y="168"/>
                      <a:pt x="79" y="179"/>
                    </a:cubicBezTo>
                    <a:cubicBezTo>
                      <a:pt x="77" y="190"/>
                      <a:pt x="75" y="204"/>
                      <a:pt x="73" y="220"/>
                    </a:cubicBezTo>
                    <a:cubicBezTo>
                      <a:pt x="72" y="227"/>
                      <a:pt x="71" y="232"/>
                      <a:pt x="71" y="236"/>
                    </a:cubicBezTo>
                    <a:cubicBezTo>
                      <a:pt x="71" y="240"/>
                      <a:pt x="72" y="243"/>
                      <a:pt x="72" y="246"/>
                    </a:cubicBezTo>
                    <a:cubicBezTo>
                      <a:pt x="72" y="248"/>
                      <a:pt x="73" y="250"/>
                      <a:pt x="74" y="251"/>
                    </a:cubicBezTo>
                    <a:cubicBezTo>
                      <a:pt x="75" y="253"/>
                      <a:pt x="76" y="254"/>
                      <a:pt x="77" y="255"/>
                    </a:cubicBezTo>
                    <a:cubicBezTo>
                      <a:pt x="72" y="266"/>
                      <a:pt x="72" y="266"/>
                      <a:pt x="72" y="266"/>
                    </a:cubicBezTo>
                    <a:close/>
                    <a:moveTo>
                      <a:pt x="113" y="88"/>
                    </a:moveTo>
                    <a:cubicBezTo>
                      <a:pt x="119" y="75"/>
                      <a:pt x="122" y="64"/>
                      <a:pt x="122" y="54"/>
                    </a:cubicBezTo>
                    <a:cubicBezTo>
                      <a:pt x="123" y="45"/>
                      <a:pt x="121" y="38"/>
                      <a:pt x="116" y="35"/>
                    </a:cubicBezTo>
                    <a:cubicBezTo>
                      <a:pt x="108" y="28"/>
                      <a:pt x="108" y="28"/>
                      <a:pt x="108" y="28"/>
                    </a:cubicBezTo>
                    <a:cubicBezTo>
                      <a:pt x="68" y="119"/>
                      <a:pt x="68" y="119"/>
                      <a:pt x="68" y="119"/>
                    </a:cubicBezTo>
                    <a:cubicBezTo>
                      <a:pt x="75" y="124"/>
                      <a:pt x="75" y="124"/>
                      <a:pt x="75" y="124"/>
                    </a:cubicBezTo>
                    <a:cubicBezTo>
                      <a:pt x="80" y="128"/>
                      <a:pt x="86" y="126"/>
                      <a:pt x="93" y="120"/>
                    </a:cubicBezTo>
                    <a:cubicBezTo>
                      <a:pt x="100" y="113"/>
                      <a:pt x="107" y="103"/>
                      <a:pt x="113" y="88"/>
                    </a:cubicBezTo>
                    <a:close/>
                  </a:path>
                </a:pathLst>
              </a:custGeom>
              <a:solidFill>
                <a:srgbClr val="898989"/>
              </a:solidFill>
              <a:ln>
                <a:noFill/>
              </a:ln>
            </p:spPr>
            <p:txBody>
              <a:bodyPr anchor="ctr"/>
              <a:lstStyle/>
              <a:p>
                <a:pPr algn="ctr"/>
                <a:endParaRPr/>
              </a:p>
            </p:txBody>
          </p:sp>
          <p:sp>
            <p:nvSpPr>
              <p:cNvPr id="35" name="iŝļîḍé">
                <a:extLst>
                  <a:ext uri="{FF2B5EF4-FFF2-40B4-BE49-F238E27FC236}">
                    <a16:creationId xmlns:a16="http://schemas.microsoft.com/office/drawing/2014/main" id="{B262864B-F9CA-46EC-81E9-EA65034A9909}"/>
                  </a:ext>
                </a:extLst>
              </p:cNvPr>
              <p:cNvSpPr/>
              <p:nvPr/>
            </p:nvSpPr>
            <p:spPr bwMode="auto">
              <a:xfrm>
                <a:off x="2703513" y="3976688"/>
                <a:ext cx="84138" cy="193675"/>
              </a:xfrm>
              <a:custGeom>
                <a:avLst/>
                <a:gdLst>
                  <a:gd name="T0" fmla="*/ 76 w 108"/>
                  <a:gd name="T1" fmla="*/ 142 h 247"/>
                  <a:gd name="T2" fmla="*/ 76 w 108"/>
                  <a:gd name="T3" fmla="*/ 162 h 247"/>
                  <a:gd name="T4" fmla="*/ 71 w 108"/>
                  <a:gd name="T5" fmla="*/ 185 h 247"/>
                  <a:gd name="T6" fmla="*/ 51 w 108"/>
                  <a:gd name="T7" fmla="*/ 232 h 247"/>
                  <a:gd name="T8" fmla="*/ 27 w 108"/>
                  <a:gd name="T9" fmla="*/ 244 h 247"/>
                  <a:gd name="T10" fmla="*/ 17 w 108"/>
                  <a:gd name="T11" fmla="*/ 234 h 247"/>
                  <a:gd name="T12" fmla="*/ 10 w 108"/>
                  <a:gd name="T13" fmla="*/ 219 h 247"/>
                  <a:gd name="T14" fmla="*/ 5 w 108"/>
                  <a:gd name="T15" fmla="*/ 229 h 247"/>
                  <a:gd name="T16" fmla="*/ 0 w 108"/>
                  <a:gd name="T17" fmla="*/ 228 h 247"/>
                  <a:gd name="T18" fmla="*/ 19 w 108"/>
                  <a:gd name="T19" fmla="*/ 148 h 247"/>
                  <a:gd name="T20" fmla="*/ 23 w 108"/>
                  <a:gd name="T21" fmla="*/ 150 h 247"/>
                  <a:gd name="T22" fmla="*/ 20 w 108"/>
                  <a:gd name="T23" fmla="*/ 178 h 247"/>
                  <a:gd name="T24" fmla="*/ 20 w 108"/>
                  <a:gd name="T25" fmla="*/ 202 h 247"/>
                  <a:gd name="T26" fmla="*/ 23 w 108"/>
                  <a:gd name="T27" fmla="*/ 220 h 247"/>
                  <a:gd name="T28" fmla="*/ 31 w 108"/>
                  <a:gd name="T29" fmla="*/ 230 h 247"/>
                  <a:gd name="T30" fmla="*/ 39 w 108"/>
                  <a:gd name="T31" fmla="*/ 230 h 247"/>
                  <a:gd name="T32" fmla="*/ 46 w 108"/>
                  <a:gd name="T33" fmla="*/ 223 h 247"/>
                  <a:gd name="T34" fmla="*/ 51 w 108"/>
                  <a:gd name="T35" fmla="*/ 212 h 247"/>
                  <a:gd name="T36" fmla="*/ 56 w 108"/>
                  <a:gd name="T37" fmla="*/ 196 h 247"/>
                  <a:gd name="T38" fmla="*/ 60 w 108"/>
                  <a:gd name="T39" fmla="*/ 169 h 247"/>
                  <a:gd name="T40" fmla="*/ 56 w 108"/>
                  <a:gd name="T41" fmla="*/ 147 h 247"/>
                  <a:gd name="T42" fmla="*/ 50 w 108"/>
                  <a:gd name="T43" fmla="*/ 134 h 247"/>
                  <a:gd name="T44" fmla="*/ 44 w 108"/>
                  <a:gd name="T45" fmla="*/ 121 h 247"/>
                  <a:gd name="T46" fmla="*/ 39 w 108"/>
                  <a:gd name="T47" fmla="*/ 93 h 247"/>
                  <a:gd name="T48" fmla="*/ 44 w 108"/>
                  <a:gd name="T49" fmla="*/ 54 h 247"/>
                  <a:gd name="T50" fmla="*/ 52 w 108"/>
                  <a:gd name="T51" fmla="*/ 30 h 247"/>
                  <a:gd name="T52" fmla="*/ 62 w 108"/>
                  <a:gd name="T53" fmla="*/ 12 h 247"/>
                  <a:gd name="T54" fmla="*/ 73 w 108"/>
                  <a:gd name="T55" fmla="*/ 2 h 247"/>
                  <a:gd name="T56" fmla="*/ 84 w 108"/>
                  <a:gd name="T57" fmla="*/ 1 h 247"/>
                  <a:gd name="T58" fmla="*/ 93 w 108"/>
                  <a:gd name="T59" fmla="*/ 11 h 247"/>
                  <a:gd name="T60" fmla="*/ 98 w 108"/>
                  <a:gd name="T61" fmla="*/ 25 h 247"/>
                  <a:gd name="T62" fmla="*/ 103 w 108"/>
                  <a:gd name="T63" fmla="*/ 15 h 247"/>
                  <a:gd name="T64" fmla="*/ 108 w 108"/>
                  <a:gd name="T65" fmla="*/ 17 h 247"/>
                  <a:gd name="T66" fmla="*/ 89 w 108"/>
                  <a:gd name="T67" fmla="*/ 94 h 247"/>
                  <a:gd name="T68" fmla="*/ 85 w 108"/>
                  <a:gd name="T69" fmla="*/ 92 h 247"/>
                  <a:gd name="T70" fmla="*/ 88 w 108"/>
                  <a:gd name="T71" fmla="*/ 66 h 247"/>
                  <a:gd name="T72" fmla="*/ 89 w 108"/>
                  <a:gd name="T73" fmla="*/ 42 h 247"/>
                  <a:gd name="T74" fmla="*/ 87 w 108"/>
                  <a:gd name="T75" fmla="*/ 25 h 247"/>
                  <a:gd name="T76" fmla="*/ 80 w 108"/>
                  <a:gd name="T77" fmla="*/ 15 h 247"/>
                  <a:gd name="T78" fmla="*/ 68 w 108"/>
                  <a:gd name="T79" fmla="*/ 21 h 247"/>
                  <a:gd name="T80" fmla="*/ 58 w 108"/>
                  <a:gd name="T81" fmla="*/ 44 h 247"/>
                  <a:gd name="T82" fmla="*/ 55 w 108"/>
                  <a:gd name="T83" fmla="*/ 70 h 247"/>
                  <a:gd name="T84" fmla="*/ 58 w 108"/>
                  <a:gd name="T85" fmla="*/ 89 h 247"/>
                  <a:gd name="T86" fmla="*/ 64 w 108"/>
                  <a:gd name="T87" fmla="*/ 103 h 247"/>
                  <a:gd name="T88" fmla="*/ 69 w 108"/>
                  <a:gd name="T89" fmla="*/ 115 h 247"/>
                  <a:gd name="T90" fmla="*/ 74 w 108"/>
                  <a:gd name="T91" fmla="*/ 127 h 247"/>
                  <a:gd name="T92" fmla="*/ 76 w 108"/>
                  <a:gd name="T93" fmla="*/ 142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8" h="247">
                    <a:moveTo>
                      <a:pt x="76" y="142"/>
                    </a:moveTo>
                    <a:cubicBezTo>
                      <a:pt x="76" y="148"/>
                      <a:pt x="76" y="155"/>
                      <a:pt x="76" y="162"/>
                    </a:cubicBezTo>
                    <a:cubicBezTo>
                      <a:pt x="75" y="168"/>
                      <a:pt x="73" y="176"/>
                      <a:pt x="71" y="185"/>
                    </a:cubicBezTo>
                    <a:cubicBezTo>
                      <a:pt x="66" y="205"/>
                      <a:pt x="60" y="221"/>
                      <a:pt x="51" y="232"/>
                    </a:cubicBezTo>
                    <a:cubicBezTo>
                      <a:pt x="43" y="243"/>
                      <a:pt x="34" y="247"/>
                      <a:pt x="27" y="244"/>
                    </a:cubicBezTo>
                    <a:cubicBezTo>
                      <a:pt x="23" y="242"/>
                      <a:pt x="20" y="239"/>
                      <a:pt x="17" y="234"/>
                    </a:cubicBezTo>
                    <a:cubicBezTo>
                      <a:pt x="14" y="229"/>
                      <a:pt x="12" y="224"/>
                      <a:pt x="10" y="219"/>
                    </a:cubicBezTo>
                    <a:cubicBezTo>
                      <a:pt x="5" y="229"/>
                      <a:pt x="5" y="229"/>
                      <a:pt x="5" y="229"/>
                    </a:cubicBezTo>
                    <a:cubicBezTo>
                      <a:pt x="0" y="228"/>
                      <a:pt x="0" y="228"/>
                      <a:pt x="0" y="228"/>
                    </a:cubicBezTo>
                    <a:cubicBezTo>
                      <a:pt x="19" y="148"/>
                      <a:pt x="19" y="148"/>
                      <a:pt x="19" y="148"/>
                    </a:cubicBezTo>
                    <a:cubicBezTo>
                      <a:pt x="23" y="150"/>
                      <a:pt x="23" y="150"/>
                      <a:pt x="23" y="150"/>
                    </a:cubicBezTo>
                    <a:cubicBezTo>
                      <a:pt x="22" y="160"/>
                      <a:pt x="21" y="169"/>
                      <a:pt x="20" y="178"/>
                    </a:cubicBezTo>
                    <a:cubicBezTo>
                      <a:pt x="20" y="186"/>
                      <a:pt x="20" y="194"/>
                      <a:pt x="20" y="202"/>
                    </a:cubicBezTo>
                    <a:cubicBezTo>
                      <a:pt x="20" y="209"/>
                      <a:pt x="22" y="215"/>
                      <a:pt x="23" y="220"/>
                    </a:cubicBezTo>
                    <a:cubicBezTo>
                      <a:pt x="25" y="225"/>
                      <a:pt x="28" y="228"/>
                      <a:pt x="31" y="230"/>
                    </a:cubicBezTo>
                    <a:cubicBezTo>
                      <a:pt x="34" y="231"/>
                      <a:pt x="36" y="231"/>
                      <a:pt x="39" y="230"/>
                    </a:cubicBezTo>
                    <a:cubicBezTo>
                      <a:pt x="41" y="229"/>
                      <a:pt x="43" y="226"/>
                      <a:pt x="46" y="223"/>
                    </a:cubicBezTo>
                    <a:cubicBezTo>
                      <a:pt x="48" y="220"/>
                      <a:pt x="50" y="217"/>
                      <a:pt x="51" y="212"/>
                    </a:cubicBezTo>
                    <a:cubicBezTo>
                      <a:pt x="53" y="207"/>
                      <a:pt x="55" y="202"/>
                      <a:pt x="56" y="196"/>
                    </a:cubicBezTo>
                    <a:cubicBezTo>
                      <a:pt x="58" y="186"/>
                      <a:pt x="60" y="177"/>
                      <a:pt x="60" y="169"/>
                    </a:cubicBezTo>
                    <a:cubicBezTo>
                      <a:pt x="60" y="160"/>
                      <a:pt x="59" y="153"/>
                      <a:pt x="56" y="147"/>
                    </a:cubicBezTo>
                    <a:cubicBezTo>
                      <a:pt x="54" y="143"/>
                      <a:pt x="52" y="139"/>
                      <a:pt x="50" y="134"/>
                    </a:cubicBezTo>
                    <a:cubicBezTo>
                      <a:pt x="47" y="129"/>
                      <a:pt x="45" y="125"/>
                      <a:pt x="44" y="121"/>
                    </a:cubicBezTo>
                    <a:cubicBezTo>
                      <a:pt x="41" y="113"/>
                      <a:pt x="39" y="104"/>
                      <a:pt x="39" y="93"/>
                    </a:cubicBezTo>
                    <a:cubicBezTo>
                      <a:pt x="38" y="83"/>
                      <a:pt x="40" y="70"/>
                      <a:pt x="44" y="54"/>
                    </a:cubicBezTo>
                    <a:cubicBezTo>
                      <a:pt x="46" y="46"/>
                      <a:pt x="49" y="38"/>
                      <a:pt x="52" y="30"/>
                    </a:cubicBezTo>
                    <a:cubicBezTo>
                      <a:pt x="55" y="23"/>
                      <a:pt x="58" y="17"/>
                      <a:pt x="62" y="12"/>
                    </a:cubicBezTo>
                    <a:cubicBezTo>
                      <a:pt x="66" y="8"/>
                      <a:pt x="69" y="4"/>
                      <a:pt x="73" y="2"/>
                    </a:cubicBezTo>
                    <a:cubicBezTo>
                      <a:pt x="77" y="0"/>
                      <a:pt x="80" y="0"/>
                      <a:pt x="84" y="1"/>
                    </a:cubicBezTo>
                    <a:cubicBezTo>
                      <a:pt x="88" y="3"/>
                      <a:pt x="90" y="6"/>
                      <a:pt x="93" y="11"/>
                    </a:cubicBezTo>
                    <a:cubicBezTo>
                      <a:pt x="95" y="15"/>
                      <a:pt x="97" y="20"/>
                      <a:pt x="98" y="25"/>
                    </a:cubicBezTo>
                    <a:cubicBezTo>
                      <a:pt x="103" y="15"/>
                      <a:pt x="103" y="15"/>
                      <a:pt x="103" y="15"/>
                    </a:cubicBezTo>
                    <a:cubicBezTo>
                      <a:pt x="108" y="17"/>
                      <a:pt x="108" y="17"/>
                      <a:pt x="108" y="17"/>
                    </a:cubicBezTo>
                    <a:cubicBezTo>
                      <a:pt x="89" y="94"/>
                      <a:pt x="89" y="94"/>
                      <a:pt x="89" y="94"/>
                    </a:cubicBezTo>
                    <a:cubicBezTo>
                      <a:pt x="85" y="92"/>
                      <a:pt x="85" y="92"/>
                      <a:pt x="85" y="92"/>
                    </a:cubicBezTo>
                    <a:cubicBezTo>
                      <a:pt x="86" y="83"/>
                      <a:pt x="87" y="74"/>
                      <a:pt x="88" y="66"/>
                    </a:cubicBezTo>
                    <a:cubicBezTo>
                      <a:pt x="89" y="57"/>
                      <a:pt x="89" y="49"/>
                      <a:pt x="89" y="42"/>
                    </a:cubicBezTo>
                    <a:cubicBezTo>
                      <a:pt x="89" y="35"/>
                      <a:pt x="88" y="29"/>
                      <a:pt x="87" y="25"/>
                    </a:cubicBezTo>
                    <a:cubicBezTo>
                      <a:pt x="85" y="20"/>
                      <a:pt x="83" y="17"/>
                      <a:pt x="80" y="15"/>
                    </a:cubicBezTo>
                    <a:cubicBezTo>
                      <a:pt x="76" y="14"/>
                      <a:pt x="72" y="16"/>
                      <a:pt x="68" y="21"/>
                    </a:cubicBezTo>
                    <a:cubicBezTo>
                      <a:pt x="64" y="27"/>
                      <a:pt x="60" y="35"/>
                      <a:pt x="58" y="44"/>
                    </a:cubicBezTo>
                    <a:cubicBezTo>
                      <a:pt x="56" y="54"/>
                      <a:pt x="55" y="63"/>
                      <a:pt x="55" y="70"/>
                    </a:cubicBezTo>
                    <a:cubicBezTo>
                      <a:pt x="55" y="77"/>
                      <a:pt x="56" y="84"/>
                      <a:pt x="58" y="89"/>
                    </a:cubicBezTo>
                    <a:cubicBezTo>
                      <a:pt x="60" y="94"/>
                      <a:pt x="62" y="99"/>
                      <a:pt x="64" y="103"/>
                    </a:cubicBezTo>
                    <a:cubicBezTo>
                      <a:pt x="66" y="106"/>
                      <a:pt x="68" y="111"/>
                      <a:pt x="69" y="115"/>
                    </a:cubicBezTo>
                    <a:cubicBezTo>
                      <a:pt x="71" y="119"/>
                      <a:pt x="72" y="123"/>
                      <a:pt x="74" y="127"/>
                    </a:cubicBezTo>
                    <a:cubicBezTo>
                      <a:pt x="75" y="132"/>
                      <a:pt x="76" y="137"/>
                      <a:pt x="76" y="142"/>
                    </a:cubicBezTo>
                    <a:close/>
                  </a:path>
                </a:pathLst>
              </a:custGeom>
              <a:solidFill>
                <a:srgbClr val="898989"/>
              </a:solidFill>
              <a:ln>
                <a:noFill/>
              </a:ln>
            </p:spPr>
            <p:txBody>
              <a:bodyPr anchor="ctr"/>
              <a:lstStyle/>
              <a:p>
                <a:pPr algn="ctr"/>
                <a:endParaRPr/>
              </a:p>
            </p:txBody>
          </p:sp>
          <p:sp>
            <p:nvSpPr>
              <p:cNvPr id="36" name="iṩḻíḋè">
                <a:extLst>
                  <a:ext uri="{FF2B5EF4-FFF2-40B4-BE49-F238E27FC236}">
                    <a16:creationId xmlns:a16="http://schemas.microsoft.com/office/drawing/2014/main" id="{5AD10E81-21DD-4478-BBF9-7DCE078E878E}"/>
                  </a:ext>
                </a:extLst>
              </p:cNvPr>
              <p:cNvSpPr/>
              <p:nvPr/>
            </p:nvSpPr>
            <p:spPr bwMode="auto">
              <a:xfrm>
                <a:off x="2749551" y="3994151"/>
                <a:ext cx="73025" cy="193675"/>
              </a:xfrm>
              <a:custGeom>
                <a:avLst/>
                <a:gdLst>
                  <a:gd name="T0" fmla="*/ 36 w 94"/>
                  <a:gd name="T1" fmla="*/ 247 h 247"/>
                  <a:gd name="T2" fmla="*/ 0 w 94"/>
                  <a:gd name="T3" fmla="*/ 231 h 247"/>
                  <a:gd name="T4" fmla="*/ 3 w 94"/>
                  <a:gd name="T5" fmla="*/ 219 h 247"/>
                  <a:gd name="T6" fmla="*/ 7 w 94"/>
                  <a:gd name="T7" fmla="*/ 220 h 247"/>
                  <a:gd name="T8" fmla="*/ 12 w 94"/>
                  <a:gd name="T9" fmla="*/ 220 h 247"/>
                  <a:gd name="T10" fmla="*/ 16 w 94"/>
                  <a:gd name="T11" fmla="*/ 215 h 247"/>
                  <a:gd name="T12" fmla="*/ 20 w 94"/>
                  <a:gd name="T13" fmla="*/ 206 h 247"/>
                  <a:gd name="T14" fmla="*/ 62 w 94"/>
                  <a:gd name="T15" fmla="*/ 38 h 247"/>
                  <a:gd name="T16" fmla="*/ 63 w 94"/>
                  <a:gd name="T17" fmla="*/ 29 h 247"/>
                  <a:gd name="T18" fmla="*/ 62 w 94"/>
                  <a:gd name="T19" fmla="*/ 21 h 247"/>
                  <a:gd name="T20" fmla="*/ 59 w 94"/>
                  <a:gd name="T21" fmla="*/ 15 h 247"/>
                  <a:gd name="T22" fmla="*/ 55 w 94"/>
                  <a:gd name="T23" fmla="*/ 11 h 247"/>
                  <a:gd name="T24" fmla="*/ 58 w 94"/>
                  <a:gd name="T25" fmla="*/ 0 h 247"/>
                  <a:gd name="T26" fmla="*/ 94 w 94"/>
                  <a:gd name="T27" fmla="*/ 16 h 247"/>
                  <a:gd name="T28" fmla="*/ 91 w 94"/>
                  <a:gd name="T29" fmla="*/ 27 h 247"/>
                  <a:gd name="T30" fmla="*/ 87 w 94"/>
                  <a:gd name="T31" fmla="*/ 27 h 247"/>
                  <a:gd name="T32" fmla="*/ 82 w 94"/>
                  <a:gd name="T33" fmla="*/ 28 h 247"/>
                  <a:gd name="T34" fmla="*/ 77 w 94"/>
                  <a:gd name="T35" fmla="*/ 33 h 247"/>
                  <a:gd name="T36" fmla="*/ 74 w 94"/>
                  <a:gd name="T37" fmla="*/ 42 h 247"/>
                  <a:gd name="T38" fmla="*/ 32 w 94"/>
                  <a:gd name="T39" fmla="*/ 209 h 247"/>
                  <a:gd name="T40" fmla="*/ 31 w 94"/>
                  <a:gd name="T41" fmla="*/ 219 h 247"/>
                  <a:gd name="T42" fmla="*/ 32 w 94"/>
                  <a:gd name="T43" fmla="*/ 227 h 247"/>
                  <a:gd name="T44" fmla="*/ 35 w 94"/>
                  <a:gd name="T45" fmla="*/ 231 h 247"/>
                  <a:gd name="T46" fmla="*/ 39 w 94"/>
                  <a:gd name="T47" fmla="*/ 235 h 247"/>
                  <a:gd name="T48" fmla="*/ 36 w 94"/>
                  <a:gd name="T49" fmla="*/ 247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4" h="247">
                    <a:moveTo>
                      <a:pt x="36" y="247"/>
                    </a:moveTo>
                    <a:cubicBezTo>
                      <a:pt x="0" y="231"/>
                      <a:pt x="0" y="231"/>
                      <a:pt x="0" y="231"/>
                    </a:cubicBezTo>
                    <a:cubicBezTo>
                      <a:pt x="3" y="219"/>
                      <a:pt x="3" y="219"/>
                      <a:pt x="3" y="219"/>
                    </a:cubicBezTo>
                    <a:cubicBezTo>
                      <a:pt x="4" y="219"/>
                      <a:pt x="5" y="220"/>
                      <a:pt x="7" y="220"/>
                    </a:cubicBezTo>
                    <a:cubicBezTo>
                      <a:pt x="9" y="221"/>
                      <a:pt x="11" y="220"/>
                      <a:pt x="12" y="220"/>
                    </a:cubicBezTo>
                    <a:cubicBezTo>
                      <a:pt x="14" y="219"/>
                      <a:pt x="15" y="218"/>
                      <a:pt x="16" y="215"/>
                    </a:cubicBezTo>
                    <a:cubicBezTo>
                      <a:pt x="17" y="213"/>
                      <a:pt x="18" y="210"/>
                      <a:pt x="20" y="206"/>
                    </a:cubicBezTo>
                    <a:cubicBezTo>
                      <a:pt x="62" y="38"/>
                      <a:pt x="62" y="38"/>
                      <a:pt x="62" y="38"/>
                    </a:cubicBezTo>
                    <a:cubicBezTo>
                      <a:pt x="63" y="35"/>
                      <a:pt x="63" y="31"/>
                      <a:pt x="63" y="29"/>
                    </a:cubicBezTo>
                    <a:cubicBezTo>
                      <a:pt x="64" y="26"/>
                      <a:pt x="63" y="23"/>
                      <a:pt x="62" y="21"/>
                    </a:cubicBezTo>
                    <a:cubicBezTo>
                      <a:pt x="61" y="19"/>
                      <a:pt x="60" y="17"/>
                      <a:pt x="59" y="15"/>
                    </a:cubicBezTo>
                    <a:cubicBezTo>
                      <a:pt x="57" y="13"/>
                      <a:pt x="56" y="12"/>
                      <a:pt x="55" y="11"/>
                    </a:cubicBezTo>
                    <a:cubicBezTo>
                      <a:pt x="58" y="0"/>
                      <a:pt x="58" y="0"/>
                      <a:pt x="58" y="0"/>
                    </a:cubicBezTo>
                    <a:cubicBezTo>
                      <a:pt x="94" y="16"/>
                      <a:pt x="94" y="16"/>
                      <a:pt x="94" y="16"/>
                    </a:cubicBezTo>
                    <a:cubicBezTo>
                      <a:pt x="91" y="27"/>
                      <a:pt x="91" y="27"/>
                      <a:pt x="91" y="27"/>
                    </a:cubicBezTo>
                    <a:cubicBezTo>
                      <a:pt x="90" y="27"/>
                      <a:pt x="89" y="27"/>
                      <a:pt x="87" y="27"/>
                    </a:cubicBezTo>
                    <a:cubicBezTo>
                      <a:pt x="85" y="27"/>
                      <a:pt x="83" y="27"/>
                      <a:pt x="82" y="28"/>
                    </a:cubicBezTo>
                    <a:cubicBezTo>
                      <a:pt x="80" y="28"/>
                      <a:pt x="79" y="30"/>
                      <a:pt x="77" y="33"/>
                    </a:cubicBezTo>
                    <a:cubicBezTo>
                      <a:pt x="76" y="35"/>
                      <a:pt x="75" y="39"/>
                      <a:pt x="74" y="42"/>
                    </a:cubicBezTo>
                    <a:cubicBezTo>
                      <a:pt x="32" y="209"/>
                      <a:pt x="32" y="209"/>
                      <a:pt x="32" y="209"/>
                    </a:cubicBezTo>
                    <a:cubicBezTo>
                      <a:pt x="31" y="213"/>
                      <a:pt x="31" y="216"/>
                      <a:pt x="31" y="219"/>
                    </a:cubicBezTo>
                    <a:cubicBezTo>
                      <a:pt x="30" y="222"/>
                      <a:pt x="31" y="225"/>
                      <a:pt x="32" y="227"/>
                    </a:cubicBezTo>
                    <a:cubicBezTo>
                      <a:pt x="32" y="228"/>
                      <a:pt x="33" y="229"/>
                      <a:pt x="35" y="231"/>
                    </a:cubicBezTo>
                    <a:cubicBezTo>
                      <a:pt x="36" y="233"/>
                      <a:pt x="38" y="234"/>
                      <a:pt x="39" y="235"/>
                    </a:cubicBezTo>
                    <a:lnTo>
                      <a:pt x="36" y="247"/>
                    </a:lnTo>
                    <a:close/>
                  </a:path>
                </a:pathLst>
              </a:custGeom>
              <a:solidFill>
                <a:srgbClr val="898989"/>
              </a:solidFill>
              <a:ln>
                <a:noFill/>
              </a:ln>
            </p:spPr>
            <p:txBody>
              <a:bodyPr anchor="ctr"/>
              <a:lstStyle/>
              <a:p>
                <a:pPr algn="ctr"/>
                <a:endParaRPr/>
              </a:p>
            </p:txBody>
          </p:sp>
          <p:sp>
            <p:nvSpPr>
              <p:cNvPr id="37" name="iṥ1íďé">
                <a:extLst>
                  <a:ext uri="{FF2B5EF4-FFF2-40B4-BE49-F238E27FC236}">
                    <a16:creationId xmlns:a16="http://schemas.microsoft.com/office/drawing/2014/main" id="{582367DA-68AA-4E20-A82E-3D2FC50AC717}"/>
                  </a:ext>
                </a:extLst>
              </p:cNvPr>
              <p:cNvSpPr/>
              <p:nvPr/>
            </p:nvSpPr>
            <p:spPr bwMode="auto">
              <a:xfrm>
                <a:off x="2803526" y="4005263"/>
                <a:ext cx="80963" cy="200025"/>
              </a:xfrm>
              <a:custGeom>
                <a:avLst/>
                <a:gdLst>
                  <a:gd name="T0" fmla="*/ 90 w 103"/>
                  <a:gd name="T1" fmla="*/ 89 h 254"/>
                  <a:gd name="T2" fmla="*/ 86 w 103"/>
                  <a:gd name="T3" fmla="*/ 87 h 254"/>
                  <a:gd name="T4" fmla="*/ 87 w 103"/>
                  <a:gd name="T5" fmla="*/ 72 h 254"/>
                  <a:gd name="T6" fmla="*/ 87 w 103"/>
                  <a:gd name="T7" fmla="*/ 56 h 254"/>
                  <a:gd name="T8" fmla="*/ 86 w 103"/>
                  <a:gd name="T9" fmla="*/ 41 h 254"/>
                  <a:gd name="T10" fmla="*/ 83 w 103"/>
                  <a:gd name="T11" fmla="*/ 33 h 254"/>
                  <a:gd name="T12" fmla="*/ 79 w 103"/>
                  <a:gd name="T13" fmla="*/ 31 h 254"/>
                  <a:gd name="T14" fmla="*/ 74 w 103"/>
                  <a:gd name="T15" fmla="*/ 29 h 254"/>
                  <a:gd name="T16" fmla="*/ 71 w 103"/>
                  <a:gd name="T17" fmla="*/ 27 h 254"/>
                  <a:gd name="T18" fmla="*/ 33 w 103"/>
                  <a:gd name="T19" fmla="*/ 215 h 254"/>
                  <a:gd name="T20" fmla="*/ 31 w 103"/>
                  <a:gd name="T21" fmla="*/ 225 h 254"/>
                  <a:gd name="T22" fmla="*/ 33 w 103"/>
                  <a:gd name="T23" fmla="*/ 233 h 254"/>
                  <a:gd name="T24" fmla="*/ 36 w 103"/>
                  <a:gd name="T25" fmla="*/ 238 h 254"/>
                  <a:gd name="T26" fmla="*/ 41 w 103"/>
                  <a:gd name="T27" fmla="*/ 242 h 254"/>
                  <a:gd name="T28" fmla="*/ 39 w 103"/>
                  <a:gd name="T29" fmla="*/ 254 h 254"/>
                  <a:gd name="T30" fmla="*/ 0 w 103"/>
                  <a:gd name="T31" fmla="*/ 240 h 254"/>
                  <a:gd name="T32" fmla="*/ 2 w 103"/>
                  <a:gd name="T33" fmla="*/ 228 h 254"/>
                  <a:gd name="T34" fmla="*/ 8 w 103"/>
                  <a:gd name="T35" fmla="*/ 229 h 254"/>
                  <a:gd name="T36" fmla="*/ 13 w 103"/>
                  <a:gd name="T37" fmla="*/ 228 h 254"/>
                  <a:gd name="T38" fmla="*/ 17 w 103"/>
                  <a:gd name="T39" fmla="*/ 223 h 254"/>
                  <a:gd name="T40" fmla="*/ 20 w 103"/>
                  <a:gd name="T41" fmla="*/ 212 h 254"/>
                  <a:gd name="T42" fmla="*/ 58 w 103"/>
                  <a:gd name="T43" fmla="*/ 23 h 254"/>
                  <a:gd name="T44" fmla="*/ 55 w 103"/>
                  <a:gd name="T45" fmla="*/ 22 h 254"/>
                  <a:gd name="T46" fmla="*/ 50 w 103"/>
                  <a:gd name="T47" fmla="*/ 21 h 254"/>
                  <a:gd name="T48" fmla="*/ 45 w 103"/>
                  <a:gd name="T49" fmla="*/ 20 h 254"/>
                  <a:gd name="T50" fmla="*/ 40 w 103"/>
                  <a:gd name="T51" fmla="*/ 25 h 254"/>
                  <a:gd name="T52" fmla="*/ 33 w 103"/>
                  <a:gd name="T53" fmla="*/ 37 h 254"/>
                  <a:gd name="T54" fmla="*/ 27 w 103"/>
                  <a:gd name="T55" fmla="*/ 52 h 254"/>
                  <a:gd name="T56" fmla="*/ 22 w 103"/>
                  <a:gd name="T57" fmla="*/ 65 h 254"/>
                  <a:gd name="T58" fmla="*/ 18 w 103"/>
                  <a:gd name="T59" fmla="*/ 63 h 254"/>
                  <a:gd name="T60" fmla="*/ 31 w 103"/>
                  <a:gd name="T61" fmla="*/ 0 h 254"/>
                  <a:gd name="T62" fmla="*/ 103 w 103"/>
                  <a:gd name="T63" fmla="*/ 25 h 254"/>
                  <a:gd name="T64" fmla="*/ 90 w 103"/>
                  <a:gd name="T65" fmla="*/ 89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254">
                    <a:moveTo>
                      <a:pt x="90" y="89"/>
                    </a:moveTo>
                    <a:cubicBezTo>
                      <a:pt x="86" y="87"/>
                      <a:pt x="86" y="87"/>
                      <a:pt x="86" y="87"/>
                    </a:cubicBezTo>
                    <a:cubicBezTo>
                      <a:pt x="86" y="83"/>
                      <a:pt x="87" y="78"/>
                      <a:pt x="87" y="72"/>
                    </a:cubicBezTo>
                    <a:cubicBezTo>
                      <a:pt x="87" y="67"/>
                      <a:pt x="87" y="61"/>
                      <a:pt x="87" y="56"/>
                    </a:cubicBezTo>
                    <a:cubicBezTo>
                      <a:pt x="87" y="50"/>
                      <a:pt x="87" y="45"/>
                      <a:pt x="86" y="41"/>
                    </a:cubicBezTo>
                    <a:cubicBezTo>
                      <a:pt x="85" y="37"/>
                      <a:pt x="84" y="34"/>
                      <a:pt x="83" y="33"/>
                    </a:cubicBezTo>
                    <a:cubicBezTo>
                      <a:pt x="82" y="32"/>
                      <a:pt x="81" y="32"/>
                      <a:pt x="79" y="31"/>
                    </a:cubicBezTo>
                    <a:cubicBezTo>
                      <a:pt x="77" y="30"/>
                      <a:pt x="76" y="29"/>
                      <a:pt x="74" y="29"/>
                    </a:cubicBezTo>
                    <a:cubicBezTo>
                      <a:pt x="71" y="27"/>
                      <a:pt x="71" y="27"/>
                      <a:pt x="71" y="27"/>
                    </a:cubicBezTo>
                    <a:cubicBezTo>
                      <a:pt x="33" y="215"/>
                      <a:pt x="33" y="215"/>
                      <a:pt x="33" y="215"/>
                    </a:cubicBezTo>
                    <a:cubicBezTo>
                      <a:pt x="32" y="219"/>
                      <a:pt x="31" y="222"/>
                      <a:pt x="31" y="225"/>
                    </a:cubicBezTo>
                    <a:cubicBezTo>
                      <a:pt x="31" y="229"/>
                      <a:pt x="32" y="231"/>
                      <a:pt x="33" y="233"/>
                    </a:cubicBezTo>
                    <a:cubicBezTo>
                      <a:pt x="33" y="235"/>
                      <a:pt x="35" y="236"/>
                      <a:pt x="36" y="238"/>
                    </a:cubicBezTo>
                    <a:cubicBezTo>
                      <a:pt x="38" y="240"/>
                      <a:pt x="40" y="242"/>
                      <a:pt x="41" y="242"/>
                    </a:cubicBezTo>
                    <a:cubicBezTo>
                      <a:pt x="39" y="254"/>
                      <a:pt x="39" y="254"/>
                      <a:pt x="39" y="254"/>
                    </a:cubicBezTo>
                    <a:cubicBezTo>
                      <a:pt x="0" y="240"/>
                      <a:pt x="0" y="240"/>
                      <a:pt x="0" y="240"/>
                    </a:cubicBezTo>
                    <a:cubicBezTo>
                      <a:pt x="2" y="228"/>
                      <a:pt x="2" y="228"/>
                      <a:pt x="2" y="228"/>
                    </a:cubicBezTo>
                    <a:cubicBezTo>
                      <a:pt x="3" y="229"/>
                      <a:pt x="5" y="229"/>
                      <a:pt x="8" y="229"/>
                    </a:cubicBezTo>
                    <a:cubicBezTo>
                      <a:pt x="10" y="229"/>
                      <a:pt x="12" y="229"/>
                      <a:pt x="13" y="228"/>
                    </a:cubicBezTo>
                    <a:cubicBezTo>
                      <a:pt x="14" y="227"/>
                      <a:pt x="16" y="225"/>
                      <a:pt x="17" y="223"/>
                    </a:cubicBezTo>
                    <a:cubicBezTo>
                      <a:pt x="18" y="220"/>
                      <a:pt x="19" y="217"/>
                      <a:pt x="20" y="212"/>
                    </a:cubicBezTo>
                    <a:cubicBezTo>
                      <a:pt x="58" y="23"/>
                      <a:pt x="58" y="23"/>
                      <a:pt x="58" y="23"/>
                    </a:cubicBezTo>
                    <a:cubicBezTo>
                      <a:pt x="55" y="22"/>
                      <a:pt x="55" y="22"/>
                      <a:pt x="55" y="22"/>
                    </a:cubicBezTo>
                    <a:cubicBezTo>
                      <a:pt x="54" y="21"/>
                      <a:pt x="52" y="21"/>
                      <a:pt x="50" y="21"/>
                    </a:cubicBezTo>
                    <a:cubicBezTo>
                      <a:pt x="49" y="20"/>
                      <a:pt x="47" y="20"/>
                      <a:pt x="45" y="20"/>
                    </a:cubicBezTo>
                    <a:cubicBezTo>
                      <a:pt x="44" y="20"/>
                      <a:pt x="42" y="21"/>
                      <a:pt x="40" y="25"/>
                    </a:cubicBezTo>
                    <a:cubicBezTo>
                      <a:pt x="38" y="28"/>
                      <a:pt x="35" y="32"/>
                      <a:pt x="33" y="37"/>
                    </a:cubicBezTo>
                    <a:cubicBezTo>
                      <a:pt x="31" y="41"/>
                      <a:pt x="29" y="46"/>
                      <a:pt x="27" y="52"/>
                    </a:cubicBezTo>
                    <a:cubicBezTo>
                      <a:pt x="25" y="57"/>
                      <a:pt x="23" y="61"/>
                      <a:pt x="22" y="65"/>
                    </a:cubicBezTo>
                    <a:cubicBezTo>
                      <a:pt x="18" y="63"/>
                      <a:pt x="18" y="63"/>
                      <a:pt x="18" y="63"/>
                    </a:cubicBezTo>
                    <a:cubicBezTo>
                      <a:pt x="31" y="0"/>
                      <a:pt x="31" y="0"/>
                      <a:pt x="31" y="0"/>
                    </a:cubicBezTo>
                    <a:cubicBezTo>
                      <a:pt x="103" y="25"/>
                      <a:pt x="103" y="25"/>
                      <a:pt x="103" y="25"/>
                    </a:cubicBezTo>
                    <a:lnTo>
                      <a:pt x="90" y="89"/>
                    </a:lnTo>
                    <a:close/>
                  </a:path>
                </a:pathLst>
              </a:custGeom>
              <a:solidFill>
                <a:srgbClr val="898989"/>
              </a:solidFill>
              <a:ln>
                <a:noFill/>
              </a:ln>
            </p:spPr>
            <p:txBody>
              <a:bodyPr anchor="ctr"/>
              <a:lstStyle/>
              <a:p>
                <a:pPr algn="ctr"/>
                <a:endParaRPr/>
              </a:p>
            </p:txBody>
          </p:sp>
          <p:sp>
            <p:nvSpPr>
              <p:cNvPr id="38" name="íṥḷíḑè">
                <a:extLst>
                  <a:ext uri="{FF2B5EF4-FFF2-40B4-BE49-F238E27FC236}">
                    <a16:creationId xmlns:a16="http://schemas.microsoft.com/office/drawing/2014/main" id="{909C4D1D-BA30-4524-9BFE-59176207CB81}"/>
                  </a:ext>
                </a:extLst>
              </p:cNvPr>
              <p:cNvSpPr/>
              <p:nvPr/>
            </p:nvSpPr>
            <p:spPr bwMode="auto">
              <a:xfrm>
                <a:off x="2876551" y="4029076"/>
                <a:ext cx="74613" cy="200025"/>
              </a:xfrm>
              <a:custGeom>
                <a:avLst/>
                <a:gdLst>
                  <a:gd name="T0" fmla="*/ 95 w 96"/>
                  <a:gd name="T1" fmla="*/ 33 h 254"/>
                  <a:gd name="T2" fmla="*/ 91 w 96"/>
                  <a:gd name="T3" fmla="*/ 34 h 254"/>
                  <a:gd name="T4" fmla="*/ 87 w 96"/>
                  <a:gd name="T5" fmla="*/ 37 h 254"/>
                  <a:gd name="T6" fmla="*/ 83 w 96"/>
                  <a:gd name="T7" fmla="*/ 43 h 254"/>
                  <a:gd name="T8" fmla="*/ 78 w 96"/>
                  <a:gd name="T9" fmla="*/ 53 h 254"/>
                  <a:gd name="T10" fmla="*/ 64 w 96"/>
                  <a:gd name="T11" fmla="*/ 89 h 254"/>
                  <a:gd name="T12" fmla="*/ 47 w 96"/>
                  <a:gd name="T13" fmla="*/ 134 h 254"/>
                  <a:gd name="T14" fmla="*/ 42 w 96"/>
                  <a:gd name="T15" fmla="*/ 151 h 254"/>
                  <a:gd name="T16" fmla="*/ 38 w 96"/>
                  <a:gd name="T17" fmla="*/ 170 h 254"/>
                  <a:gd name="T18" fmla="*/ 31 w 96"/>
                  <a:gd name="T19" fmla="*/ 215 h 254"/>
                  <a:gd name="T20" fmla="*/ 31 w 96"/>
                  <a:gd name="T21" fmla="*/ 226 h 254"/>
                  <a:gd name="T22" fmla="*/ 33 w 96"/>
                  <a:gd name="T23" fmla="*/ 234 h 254"/>
                  <a:gd name="T24" fmla="*/ 37 w 96"/>
                  <a:gd name="T25" fmla="*/ 238 h 254"/>
                  <a:gd name="T26" fmla="*/ 41 w 96"/>
                  <a:gd name="T27" fmla="*/ 242 h 254"/>
                  <a:gd name="T28" fmla="*/ 40 w 96"/>
                  <a:gd name="T29" fmla="*/ 254 h 254"/>
                  <a:gd name="T30" fmla="*/ 0 w 96"/>
                  <a:gd name="T31" fmla="*/ 244 h 254"/>
                  <a:gd name="T32" fmla="*/ 2 w 96"/>
                  <a:gd name="T33" fmla="*/ 232 h 254"/>
                  <a:gd name="T34" fmla="*/ 7 w 96"/>
                  <a:gd name="T35" fmla="*/ 232 h 254"/>
                  <a:gd name="T36" fmla="*/ 12 w 96"/>
                  <a:gd name="T37" fmla="*/ 230 h 254"/>
                  <a:gd name="T38" fmla="*/ 16 w 96"/>
                  <a:gd name="T39" fmla="*/ 224 h 254"/>
                  <a:gd name="T40" fmla="*/ 19 w 96"/>
                  <a:gd name="T41" fmla="*/ 214 h 254"/>
                  <a:gd name="T42" fmla="*/ 27 w 96"/>
                  <a:gd name="T43" fmla="*/ 156 h 254"/>
                  <a:gd name="T44" fmla="*/ 28 w 96"/>
                  <a:gd name="T45" fmla="*/ 146 h 254"/>
                  <a:gd name="T46" fmla="*/ 27 w 96"/>
                  <a:gd name="T47" fmla="*/ 129 h 254"/>
                  <a:gd name="T48" fmla="*/ 26 w 96"/>
                  <a:gd name="T49" fmla="*/ 85 h 254"/>
                  <a:gd name="T50" fmla="*/ 24 w 96"/>
                  <a:gd name="T51" fmla="*/ 44 h 254"/>
                  <a:gd name="T52" fmla="*/ 23 w 96"/>
                  <a:gd name="T53" fmla="*/ 29 h 254"/>
                  <a:gd name="T54" fmla="*/ 21 w 96"/>
                  <a:gd name="T55" fmla="*/ 19 h 254"/>
                  <a:gd name="T56" fmla="*/ 18 w 96"/>
                  <a:gd name="T57" fmla="*/ 15 h 254"/>
                  <a:gd name="T58" fmla="*/ 14 w 96"/>
                  <a:gd name="T59" fmla="*/ 12 h 254"/>
                  <a:gd name="T60" fmla="*/ 16 w 96"/>
                  <a:gd name="T61" fmla="*/ 0 h 254"/>
                  <a:gd name="T62" fmla="*/ 52 w 96"/>
                  <a:gd name="T63" fmla="*/ 9 h 254"/>
                  <a:gd name="T64" fmla="*/ 50 w 96"/>
                  <a:gd name="T65" fmla="*/ 21 h 254"/>
                  <a:gd name="T66" fmla="*/ 41 w 96"/>
                  <a:gd name="T67" fmla="*/ 21 h 254"/>
                  <a:gd name="T68" fmla="*/ 38 w 96"/>
                  <a:gd name="T69" fmla="*/ 26 h 254"/>
                  <a:gd name="T70" fmla="*/ 38 w 96"/>
                  <a:gd name="T71" fmla="*/ 30 h 254"/>
                  <a:gd name="T72" fmla="*/ 38 w 96"/>
                  <a:gd name="T73" fmla="*/ 37 h 254"/>
                  <a:gd name="T74" fmla="*/ 38 w 96"/>
                  <a:gd name="T75" fmla="*/ 47 h 254"/>
                  <a:gd name="T76" fmla="*/ 39 w 96"/>
                  <a:gd name="T77" fmla="*/ 58 h 254"/>
                  <a:gd name="T78" fmla="*/ 40 w 96"/>
                  <a:gd name="T79" fmla="*/ 90 h 254"/>
                  <a:gd name="T80" fmla="*/ 42 w 96"/>
                  <a:gd name="T81" fmla="*/ 130 h 254"/>
                  <a:gd name="T82" fmla="*/ 66 w 96"/>
                  <a:gd name="T83" fmla="*/ 68 h 254"/>
                  <a:gd name="T84" fmla="*/ 75 w 96"/>
                  <a:gd name="T85" fmla="*/ 41 h 254"/>
                  <a:gd name="T86" fmla="*/ 75 w 96"/>
                  <a:gd name="T87" fmla="*/ 34 h 254"/>
                  <a:gd name="T88" fmla="*/ 72 w 96"/>
                  <a:gd name="T89" fmla="*/ 30 h 254"/>
                  <a:gd name="T90" fmla="*/ 69 w 96"/>
                  <a:gd name="T91" fmla="*/ 27 h 254"/>
                  <a:gd name="T92" fmla="*/ 65 w 96"/>
                  <a:gd name="T93" fmla="*/ 25 h 254"/>
                  <a:gd name="T94" fmla="*/ 67 w 96"/>
                  <a:gd name="T95" fmla="*/ 13 h 254"/>
                  <a:gd name="T96" fmla="*/ 96 w 96"/>
                  <a:gd name="T97" fmla="*/ 21 h 254"/>
                  <a:gd name="T98" fmla="*/ 95 w 96"/>
                  <a:gd name="T99" fmla="*/ 3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6" h="254">
                    <a:moveTo>
                      <a:pt x="95" y="33"/>
                    </a:moveTo>
                    <a:cubicBezTo>
                      <a:pt x="94" y="33"/>
                      <a:pt x="93" y="33"/>
                      <a:pt x="91" y="34"/>
                    </a:cubicBezTo>
                    <a:cubicBezTo>
                      <a:pt x="89" y="35"/>
                      <a:pt x="88" y="36"/>
                      <a:pt x="87" y="37"/>
                    </a:cubicBezTo>
                    <a:cubicBezTo>
                      <a:pt x="85" y="40"/>
                      <a:pt x="84" y="41"/>
                      <a:pt x="83" y="43"/>
                    </a:cubicBezTo>
                    <a:cubicBezTo>
                      <a:pt x="82" y="44"/>
                      <a:pt x="81" y="48"/>
                      <a:pt x="78" y="53"/>
                    </a:cubicBezTo>
                    <a:cubicBezTo>
                      <a:pt x="73" y="65"/>
                      <a:pt x="69" y="77"/>
                      <a:pt x="64" y="89"/>
                    </a:cubicBezTo>
                    <a:cubicBezTo>
                      <a:pt x="60" y="101"/>
                      <a:pt x="54" y="116"/>
                      <a:pt x="47" y="134"/>
                    </a:cubicBezTo>
                    <a:cubicBezTo>
                      <a:pt x="45" y="141"/>
                      <a:pt x="43" y="147"/>
                      <a:pt x="42" y="151"/>
                    </a:cubicBezTo>
                    <a:cubicBezTo>
                      <a:pt x="41" y="155"/>
                      <a:pt x="40" y="161"/>
                      <a:pt x="38" y="170"/>
                    </a:cubicBezTo>
                    <a:cubicBezTo>
                      <a:pt x="31" y="215"/>
                      <a:pt x="31" y="215"/>
                      <a:pt x="31" y="215"/>
                    </a:cubicBezTo>
                    <a:cubicBezTo>
                      <a:pt x="31" y="219"/>
                      <a:pt x="31" y="223"/>
                      <a:pt x="31" y="226"/>
                    </a:cubicBezTo>
                    <a:cubicBezTo>
                      <a:pt x="31" y="229"/>
                      <a:pt x="32" y="232"/>
                      <a:pt x="33" y="234"/>
                    </a:cubicBezTo>
                    <a:cubicBezTo>
                      <a:pt x="33" y="235"/>
                      <a:pt x="35" y="236"/>
                      <a:pt x="37" y="238"/>
                    </a:cubicBezTo>
                    <a:cubicBezTo>
                      <a:pt x="38" y="240"/>
                      <a:pt x="40" y="241"/>
                      <a:pt x="41" y="242"/>
                    </a:cubicBezTo>
                    <a:cubicBezTo>
                      <a:pt x="40" y="254"/>
                      <a:pt x="40" y="254"/>
                      <a:pt x="40" y="254"/>
                    </a:cubicBezTo>
                    <a:cubicBezTo>
                      <a:pt x="0" y="244"/>
                      <a:pt x="0" y="244"/>
                      <a:pt x="0" y="244"/>
                    </a:cubicBezTo>
                    <a:cubicBezTo>
                      <a:pt x="2" y="232"/>
                      <a:pt x="2" y="232"/>
                      <a:pt x="2" y="232"/>
                    </a:cubicBezTo>
                    <a:cubicBezTo>
                      <a:pt x="3" y="232"/>
                      <a:pt x="5" y="232"/>
                      <a:pt x="7" y="232"/>
                    </a:cubicBezTo>
                    <a:cubicBezTo>
                      <a:pt x="10" y="232"/>
                      <a:pt x="11" y="231"/>
                      <a:pt x="12" y="230"/>
                    </a:cubicBezTo>
                    <a:cubicBezTo>
                      <a:pt x="14" y="229"/>
                      <a:pt x="15" y="227"/>
                      <a:pt x="16" y="224"/>
                    </a:cubicBezTo>
                    <a:cubicBezTo>
                      <a:pt x="17" y="222"/>
                      <a:pt x="18" y="218"/>
                      <a:pt x="19" y="214"/>
                    </a:cubicBezTo>
                    <a:cubicBezTo>
                      <a:pt x="27" y="156"/>
                      <a:pt x="27" y="156"/>
                      <a:pt x="27" y="156"/>
                    </a:cubicBezTo>
                    <a:cubicBezTo>
                      <a:pt x="28" y="154"/>
                      <a:pt x="28" y="151"/>
                      <a:pt x="28" y="146"/>
                    </a:cubicBezTo>
                    <a:cubicBezTo>
                      <a:pt x="28" y="141"/>
                      <a:pt x="27" y="135"/>
                      <a:pt x="27" y="129"/>
                    </a:cubicBezTo>
                    <a:cubicBezTo>
                      <a:pt x="27" y="115"/>
                      <a:pt x="26" y="101"/>
                      <a:pt x="26" y="85"/>
                    </a:cubicBezTo>
                    <a:cubicBezTo>
                      <a:pt x="25" y="69"/>
                      <a:pt x="25" y="55"/>
                      <a:pt x="24" y="44"/>
                    </a:cubicBezTo>
                    <a:cubicBezTo>
                      <a:pt x="24" y="37"/>
                      <a:pt x="23" y="32"/>
                      <a:pt x="23" y="29"/>
                    </a:cubicBezTo>
                    <a:cubicBezTo>
                      <a:pt x="22" y="25"/>
                      <a:pt x="22" y="22"/>
                      <a:pt x="21" y="19"/>
                    </a:cubicBezTo>
                    <a:cubicBezTo>
                      <a:pt x="20" y="17"/>
                      <a:pt x="19" y="16"/>
                      <a:pt x="18" y="15"/>
                    </a:cubicBezTo>
                    <a:cubicBezTo>
                      <a:pt x="17" y="13"/>
                      <a:pt x="16" y="12"/>
                      <a:pt x="14" y="12"/>
                    </a:cubicBezTo>
                    <a:cubicBezTo>
                      <a:pt x="16" y="0"/>
                      <a:pt x="16" y="0"/>
                      <a:pt x="16" y="0"/>
                    </a:cubicBezTo>
                    <a:cubicBezTo>
                      <a:pt x="52" y="9"/>
                      <a:pt x="52" y="9"/>
                      <a:pt x="52" y="9"/>
                    </a:cubicBezTo>
                    <a:cubicBezTo>
                      <a:pt x="50" y="21"/>
                      <a:pt x="50" y="21"/>
                      <a:pt x="50" y="21"/>
                    </a:cubicBezTo>
                    <a:cubicBezTo>
                      <a:pt x="46" y="20"/>
                      <a:pt x="43" y="20"/>
                      <a:pt x="41" y="21"/>
                    </a:cubicBezTo>
                    <a:cubicBezTo>
                      <a:pt x="39" y="22"/>
                      <a:pt x="38" y="24"/>
                      <a:pt x="38" y="26"/>
                    </a:cubicBezTo>
                    <a:cubicBezTo>
                      <a:pt x="38" y="27"/>
                      <a:pt x="38" y="28"/>
                      <a:pt x="38" y="30"/>
                    </a:cubicBezTo>
                    <a:cubicBezTo>
                      <a:pt x="38" y="32"/>
                      <a:pt x="38" y="34"/>
                      <a:pt x="38" y="37"/>
                    </a:cubicBezTo>
                    <a:cubicBezTo>
                      <a:pt x="38" y="40"/>
                      <a:pt x="38" y="43"/>
                      <a:pt x="38" y="47"/>
                    </a:cubicBezTo>
                    <a:cubicBezTo>
                      <a:pt x="38" y="51"/>
                      <a:pt x="38" y="55"/>
                      <a:pt x="39" y="58"/>
                    </a:cubicBezTo>
                    <a:cubicBezTo>
                      <a:pt x="39" y="69"/>
                      <a:pt x="39" y="79"/>
                      <a:pt x="40" y="90"/>
                    </a:cubicBezTo>
                    <a:cubicBezTo>
                      <a:pt x="40" y="100"/>
                      <a:pt x="41" y="114"/>
                      <a:pt x="42" y="130"/>
                    </a:cubicBezTo>
                    <a:cubicBezTo>
                      <a:pt x="52" y="104"/>
                      <a:pt x="60" y="83"/>
                      <a:pt x="66" y="68"/>
                    </a:cubicBezTo>
                    <a:cubicBezTo>
                      <a:pt x="71" y="53"/>
                      <a:pt x="74" y="44"/>
                      <a:pt x="75" y="41"/>
                    </a:cubicBezTo>
                    <a:cubicBezTo>
                      <a:pt x="75" y="38"/>
                      <a:pt x="75" y="36"/>
                      <a:pt x="75" y="34"/>
                    </a:cubicBezTo>
                    <a:cubicBezTo>
                      <a:pt x="74" y="32"/>
                      <a:pt x="73" y="31"/>
                      <a:pt x="72" y="30"/>
                    </a:cubicBezTo>
                    <a:cubicBezTo>
                      <a:pt x="72" y="29"/>
                      <a:pt x="70" y="28"/>
                      <a:pt x="69" y="27"/>
                    </a:cubicBezTo>
                    <a:cubicBezTo>
                      <a:pt x="68" y="26"/>
                      <a:pt x="67" y="26"/>
                      <a:pt x="65" y="25"/>
                    </a:cubicBezTo>
                    <a:cubicBezTo>
                      <a:pt x="67" y="13"/>
                      <a:pt x="67" y="13"/>
                      <a:pt x="67" y="13"/>
                    </a:cubicBezTo>
                    <a:cubicBezTo>
                      <a:pt x="96" y="21"/>
                      <a:pt x="96" y="21"/>
                      <a:pt x="96" y="21"/>
                    </a:cubicBezTo>
                    <a:lnTo>
                      <a:pt x="95" y="33"/>
                    </a:lnTo>
                    <a:close/>
                  </a:path>
                </a:pathLst>
              </a:custGeom>
              <a:solidFill>
                <a:srgbClr val="898989"/>
              </a:solidFill>
              <a:ln>
                <a:noFill/>
              </a:ln>
            </p:spPr>
            <p:txBody>
              <a:bodyPr anchor="ctr"/>
              <a:lstStyle/>
              <a:p>
                <a:pPr algn="ctr"/>
                <a:endParaRPr/>
              </a:p>
            </p:txBody>
          </p:sp>
          <p:sp>
            <p:nvSpPr>
              <p:cNvPr id="39" name="iṡļiďé">
                <a:extLst>
                  <a:ext uri="{FF2B5EF4-FFF2-40B4-BE49-F238E27FC236}">
                    <a16:creationId xmlns:a16="http://schemas.microsoft.com/office/drawing/2014/main" id="{5AA3E82B-08F7-427F-B7E2-BE5071D1BDF9}"/>
                  </a:ext>
                </a:extLst>
              </p:cNvPr>
              <p:cNvSpPr/>
              <p:nvPr/>
            </p:nvSpPr>
            <p:spPr bwMode="auto">
              <a:xfrm>
                <a:off x="2973388" y="4051301"/>
                <a:ext cx="65088" cy="200025"/>
              </a:xfrm>
              <a:custGeom>
                <a:avLst/>
                <a:gdLst>
                  <a:gd name="T0" fmla="*/ 74 w 83"/>
                  <a:gd name="T1" fmla="*/ 37 h 255"/>
                  <a:gd name="T2" fmla="*/ 81 w 83"/>
                  <a:gd name="T3" fmla="*/ 78 h 255"/>
                  <a:gd name="T4" fmla="*/ 82 w 83"/>
                  <a:gd name="T5" fmla="*/ 131 h 255"/>
                  <a:gd name="T6" fmla="*/ 77 w 83"/>
                  <a:gd name="T7" fmla="*/ 183 h 255"/>
                  <a:gd name="T8" fmla="*/ 66 w 83"/>
                  <a:gd name="T9" fmla="*/ 222 h 255"/>
                  <a:gd name="T10" fmla="*/ 52 w 83"/>
                  <a:gd name="T11" fmla="*/ 247 h 255"/>
                  <a:gd name="T12" fmla="*/ 36 w 83"/>
                  <a:gd name="T13" fmla="*/ 254 h 255"/>
                  <a:gd name="T14" fmla="*/ 20 w 83"/>
                  <a:gd name="T15" fmla="*/ 244 h 255"/>
                  <a:gd name="T16" fmla="*/ 8 w 83"/>
                  <a:gd name="T17" fmla="*/ 216 h 255"/>
                  <a:gd name="T18" fmla="*/ 1 w 83"/>
                  <a:gd name="T19" fmla="*/ 175 h 255"/>
                  <a:gd name="T20" fmla="*/ 0 w 83"/>
                  <a:gd name="T21" fmla="*/ 124 h 255"/>
                  <a:gd name="T22" fmla="*/ 6 w 83"/>
                  <a:gd name="T23" fmla="*/ 72 h 255"/>
                  <a:gd name="T24" fmla="*/ 17 w 83"/>
                  <a:gd name="T25" fmla="*/ 33 h 255"/>
                  <a:gd name="T26" fmla="*/ 31 w 83"/>
                  <a:gd name="T27" fmla="*/ 8 h 255"/>
                  <a:gd name="T28" fmla="*/ 47 w 83"/>
                  <a:gd name="T29" fmla="*/ 0 h 255"/>
                  <a:gd name="T30" fmla="*/ 62 w 83"/>
                  <a:gd name="T31" fmla="*/ 10 h 255"/>
                  <a:gd name="T32" fmla="*/ 74 w 83"/>
                  <a:gd name="T33" fmla="*/ 37 h 255"/>
                  <a:gd name="T34" fmla="*/ 58 w 83"/>
                  <a:gd name="T35" fmla="*/ 208 h 255"/>
                  <a:gd name="T36" fmla="*/ 64 w 83"/>
                  <a:gd name="T37" fmla="*/ 173 h 255"/>
                  <a:gd name="T38" fmla="*/ 68 w 83"/>
                  <a:gd name="T39" fmla="*/ 130 h 255"/>
                  <a:gd name="T40" fmla="*/ 68 w 83"/>
                  <a:gd name="T41" fmla="*/ 84 h 255"/>
                  <a:gd name="T42" fmla="*/ 65 w 83"/>
                  <a:gd name="T43" fmla="*/ 48 h 255"/>
                  <a:gd name="T44" fmla="*/ 57 w 83"/>
                  <a:gd name="T45" fmla="*/ 24 h 255"/>
                  <a:gd name="T46" fmla="*/ 46 w 83"/>
                  <a:gd name="T47" fmla="*/ 15 h 255"/>
                  <a:gd name="T48" fmla="*/ 34 w 83"/>
                  <a:gd name="T49" fmla="*/ 24 h 255"/>
                  <a:gd name="T50" fmla="*/ 24 w 83"/>
                  <a:gd name="T51" fmla="*/ 48 h 255"/>
                  <a:gd name="T52" fmla="*/ 18 w 83"/>
                  <a:gd name="T53" fmla="*/ 83 h 255"/>
                  <a:gd name="T54" fmla="*/ 15 w 83"/>
                  <a:gd name="T55" fmla="*/ 126 h 255"/>
                  <a:gd name="T56" fmla="*/ 14 w 83"/>
                  <a:gd name="T57" fmla="*/ 170 h 255"/>
                  <a:gd name="T58" fmla="*/ 18 w 83"/>
                  <a:gd name="T59" fmla="*/ 206 h 255"/>
                  <a:gd name="T60" fmla="*/ 25 w 83"/>
                  <a:gd name="T61" fmla="*/ 230 h 255"/>
                  <a:gd name="T62" fmla="*/ 36 w 83"/>
                  <a:gd name="T63" fmla="*/ 239 h 255"/>
                  <a:gd name="T64" fmla="*/ 48 w 83"/>
                  <a:gd name="T65" fmla="*/ 232 h 255"/>
                  <a:gd name="T66" fmla="*/ 58 w 83"/>
                  <a:gd name="T67" fmla="*/ 20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3" h="255">
                    <a:moveTo>
                      <a:pt x="74" y="37"/>
                    </a:moveTo>
                    <a:cubicBezTo>
                      <a:pt x="78" y="48"/>
                      <a:pt x="80" y="62"/>
                      <a:pt x="81" y="78"/>
                    </a:cubicBezTo>
                    <a:cubicBezTo>
                      <a:pt x="83" y="94"/>
                      <a:pt x="83" y="112"/>
                      <a:pt x="82" y="131"/>
                    </a:cubicBezTo>
                    <a:cubicBezTo>
                      <a:pt x="81" y="150"/>
                      <a:pt x="79" y="167"/>
                      <a:pt x="77" y="183"/>
                    </a:cubicBezTo>
                    <a:cubicBezTo>
                      <a:pt x="74" y="199"/>
                      <a:pt x="70" y="212"/>
                      <a:pt x="66" y="222"/>
                    </a:cubicBezTo>
                    <a:cubicBezTo>
                      <a:pt x="62" y="233"/>
                      <a:pt x="57" y="241"/>
                      <a:pt x="52" y="247"/>
                    </a:cubicBezTo>
                    <a:cubicBezTo>
                      <a:pt x="47" y="252"/>
                      <a:pt x="41" y="255"/>
                      <a:pt x="36" y="254"/>
                    </a:cubicBezTo>
                    <a:cubicBezTo>
                      <a:pt x="30" y="254"/>
                      <a:pt x="24" y="250"/>
                      <a:pt x="20" y="244"/>
                    </a:cubicBezTo>
                    <a:cubicBezTo>
                      <a:pt x="15" y="237"/>
                      <a:pt x="11" y="228"/>
                      <a:pt x="8" y="216"/>
                    </a:cubicBezTo>
                    <a:cubicBezTo>
                      <a:pt x="5" y="205"/>
                      <a:pt x="3" y="191"/>
                      <a:pt x="1" y="175"/>
                    </a:cubicBezTo>
                    <a:cubicBezTo>
                      <a:pt x="0" y="159"/>
                      <a:pt x="0" y="142"/>
                      <a:pt x="0" y="124"/>
                    </a:cubicBezTo>
                    <a:cubicBezTo>
                      <a:pt x="1" y="105"/>
                      <a:pt x="3" y="87"/>
                      <a:pt x="6" y="72"/>
                    </a:cubicBezTo>
                    <a:cubicBezTo>
                      <a:pt x="9" y="57"/>
                      <a:pt x="12" y="44"/>
                      <a:pt x="17" y="33"/>
                    </a:cubicBezTo>
                    <a:cubicBezTo>
                      <a:pt x="21" y="22"/>
                      <a:pt x="26" y="13"/>
                      <a:pt x="31" y="8"/>
                    </a:cubicBezTo>
                    <a:cubicBezTo>
                      <a:pt x="36" y="2"/>
                      <a:pt x="41" y="0"/>
                      <a:pt x="47" y="0"/>
                    </a:cubicBezTo>
                    <a:cubicBezTo>
                      <a:pt x="53" y="1"/>
                      <a:pt x="58" y="4"/>
                      <a:pt x="62" y="10"/>
                    </a:cubicBezTo>
                    <a:cubicBezTo>
                      <a:pt x="67" y="17"/>
                      <a:pt x="71" y="26"/>
                      <a:pt x="74" y="37"/>
                    </a:cubicBezTo>
                    <a:close/>
                    <a:moveTo>
                      <a:pt x="58" y="208"/>
                    </a:moveTo>
                    <a:cubicBezTo>
                      <a:pt x="60" y="198"/>
                      <a:pt x="63" y="186"/>
                      <a:pt x="64" y="173"/>
                    </a:cubicBezTo>
                    <a:cubicBezTo>
                      <a:pt x="66" y="160"/>
                      <a:pt x="67" y="146"/>
                      <a:pt x="68" y="130"/>
                    </a:cubicBezTo>
                    <a:cubicBezTo>
                      <a:pt x="68" y="113"/>
                      <a:pt x="68" y="98"/>
                      <a:pt x="68" y="84"/>
                    </a:cubicBezTo>
                    <a:cubicBezTo>
                      <a:pt x="67" y="70"/>
                      <a:pt x="66" y="58"/>
                      <a:pt x="65" y="48"/>
                    </a:cubicBezTo>
                    <a:cubicBezTo>
                      <a:pt x="63" y="38"/>
                      <a:pt x="60" y="30"/>
                      <a:pt x="57" y="24"/>
                    </a:cubicBezTo>
                    <a:cubicBezTo>
                      <a:pt x="54" y="19"/>
                      <a:pt x="50" y="16"/>
                      <a:pt x="46" y="15"/>
                    </a:cubicBezTo>
                    <a:cubicBezTo>
                      <a:pt x="41" y="15"/>
                      <a:pt x="37" y="18"/>
                      <a:pt x="34" y="24"/>
                    </a:cubicBezTo>
                    <a:cubicBezTo>
                      <a:pt x="30" y="30"/>
                      <a:pt x="27" y="38"/>
                      <a:pt x="24" y="48"/>
                    </a:cubicBezTo>
                    <a:cubicBezTo>
                      <a:pt x="22" y="58"/>
                      <a:pt x="20" y="70"/>
                      <a:pt x="18" y="83"/>
                    </a:cubicBezTo>
                    <a:cubicBezTo>
                      <a:pt x="17" y="97"/>
                      <a:pt x="16" y="111"/>
                      <a:pt x="15" y="126"/>
                    </a:cubicBezTo>
                    <a:cubicBezTo>
                      <a:pt x="14" y="142"/>
                      <a:pt x="14" y="157"/>
                      <a:pt x="14" y="170"/>
                    </a:cubicBezTo>
                    <a:cubicBezTo>
                      <a:pt x="15" y="183"/>
                      <a:pt x="16" y="195"/>
                      <a:pt x="18" y="206"/>
                    </a:cubicBezTo>
                    <a:cubicBezTo>
                      <a:pt x="20" y="216"/>
                      <a:pt x="22" y="224"/>
                      <a:pt x="25" y="230"/>
                    </a:cubicBezTo>
                    <a:cubicBezTo>
                      <a:pt x="28" y="236"/>
                      <a:pt x="32" y="239"/>
                      <a:pt x="36" y="239"/>
                    </a:cubicBezTo>
                    <a:cubicBezTo>
                      <a:pt x="41" y="240"/>
                      <a:pt x="45" y="237"/>
                      <a:pt x="48" y="232"/>
                    </a:cubicBezTo>
                    <a:cubicBezTo>
                      <a:pt x="52" y="226"/>
                      <a:pt x="55" y="218"/>
                      <a:pt x="58" y="208"/>
                    </a:cubicBezTo>
                    <a:close/>
                  </a:path>
                </a:pathLst>
              </a:custGeom>
              <a:solidFill>
                <a:srgbClr val="898989"/>
              </a:solidFill>
              <a:ln>
                <a:noFill/>
              </a:ln>
            </p:spPr>
            <p:txBody>
              <a:bodyPr anchor="ctr"/>
              <a:lstStyle/>
              <a:p>
                <a:pPr algn="ctr"/>
                <a:endParaRPr/>
              </a:p>
            </p:txBody>
          </p:sp>
          <p:sp>
            <p:nvSpPr>
              <p:cNvPr id="40" name="îṥļîḍè">
                <a:extLst>
                  <a:ext uri="{FF2B5EF4-FFF2-40B4-BE49-F238E27FC236}">
                    <a16:creationId xmlns:a16="http://schemas.microsoft.com/office/drawing/2014/main" id="{3A66E6C0-3FEA-45A0-84DA-A3CE05F2C618}"/>
                  </a:ext>
                </a:extLst>
              </p:cNvPr>
              <p:cNvSpPr/>
              <p:nvPr/>
            </p:nvSpPr>
            <p:spPr bwMode="auto">
              <a:xfrm>
                <a:off x="3033713" y="4057651"/>
                <a:ext cx="52388" cy="190500"/>
              </a:xfrm>
              <a:custGeom>
                <a:avLst/>
                <a:gdLst>
                  <a:gd name="T0" fmla="*/ 67 w 67"/>
                  <a:gd name="T1" fmla="*/ 61 h 243"/>
                  <a:gd name="T2" fmla="*/ 62 w 67"/>
                  <a:gd name="T3" fmla="*/ 61 h 243"/>
                  <a:gd name="T4" fmla="*/ 57 w 67"/>
                  <a:gd name="T5" fmla="*/ 32 h 243"/>
                  <a:gd name="T6" fmla="*/ 50 w 67"/>
                  <a:gd name="T7" fmla="*/ 15 h 243"/>
                  <a:gd name="T8" fmla="*/ 45 w 67"/>
                  <a:gd name="T9" fmla="*/ 14 h 243"/>
                  <a:gd name="T10" fmla="*/ 39 w 67"/>
                  <a:gd name="T11" fmla="*/ 14 h 243"/>
                  <a:gd name="T12" fmla="*/ 25 w 67"/>
                  <a:gd name="T13" fmla="*/ 14 h 243"/>
                  <a:gd name="T14" fmla="*/ 25 w 67"/>
                  <a:gd name="T15" fmla="*/ 111 h 243"/>
                  <a:gd name="T16" fmla="*/ 35 w 67"/>
                  <a:gd name="T17" fmla="*/ 111 h 243"/>
                  <a:gd name="T18" fmla="*/ 42 w 67"/>
                  <a:gd name="T19" fmla="*/ 109 h 243"/>
                  <a:gd name="T20" fmla="*/ 46 w 67"/>
                  <a:gd name="T21" fmla="*/ 101 h 243"/>
                  <a:gd name="T22" fmla="*/ 48 w 67"/>
                  <a:gd name="T23" fmla="*/ 89 h 243"/>
                  <a:gd name="T24" fmla="*/ 49 w 67"/>
                  <a:gd name="T25" fmla="*/ 72 h 243"/>
                  <a:gd name="T26" fmla="*/ 54 w 67"/>
                  <a:gd name="T27" fmla="*/ 72 h 243"/>
                  <a:gd name="T28" fmla="*/ 54 w 67"/>
                  <a:gd name="T29" fmla="*/ 167 h 243"/>
                  <a:gd name="T30" fmla="*/ 49 w 67"/>
                  <a:gd name="T31" fmla="*/ 167 h 243"/>
                  <a:gd name="T32" fmla="*/ 48 w 67"/>
                  <a:gd name="T33" fmla="*/ 150 h 243"/>
                  <a:gd name="T34" fmla="*/ 46 w 67"/>
                  <a:gd name="T35" fmla="*/ 136 h 243"/>
                  <a:gd name="T36" fmla="*/ 41 w 67"/>
                  <a:gd name="T37" fmla="*/ 128 h 243"/>
                  <a:gd name="T38" fmla="*/ 35 w 67"/>
                  <a:gd name="T39" fmla="*/ 125 h 243"/>
                  <a:gd name="T40" fmla="*/ 25 w 67"/>
                  <a:gd name="T41" fmla="*/ 125 h 243"/>
                  <a:gd name="T42" fmla="*/ 25 w 67"/>
                  <a:gd name="T43" fmla="*/ 209 h 243"/>
                  <a:gd name="T44" fmla="*/ 26 w 67"/>
                  <a:gd name="T45" fmla="*/ 219 h 243"/>
                  <a:gd name="T46" fmla="*/ 29 w 67"/>
                  <a:gd name="T47" fmla="*/ 226 h 243"/>
                  <a:gd name="T48" fmla="*/ 32 w 67"/>
                  <a:gd name="T49" fmla="*/ 229 h 243"/>
                  <a:gd name="T50" fmla="*/ 37 w 67"/>
                  <a:gd name="T51" fmla="*/ 231 h 243"/>
                  <a:gd name="T52" fmla="*/ 37 w 67"/>
                  <a:gd name="T53" fmla="*/ 243 h 243"/>
                  <a:gd name="T54" fmla="*/ 0 w 67"/>
                  <a:gd name="T55" fmla="*/ 243 h 243"/>
                  <a:gd name="T56" fmla="*/ 0 w 67"/>
                  <a:gd name="T57" fmla="*/ 231 h 243"/>
                  <a:gd name="T58" fmla="*/ 5 w 67"/>
                  <a:gd name="T59" fmla="*/ 230 h 243"/>
                  <a:gd name="T60" fmla="*/ 9 w 67"/>
                  <a:gd name="T61" fmla="*/ 228 h 243"/>
                  <a:gd name="T62" fmla="*/ 11 w 67"/>
                  <a:gd name="T63" fmla="*/ 221 h 243"/>
                  <a:gd name="T64" fmla="*/ 12 w 67"/>
                  <a:gd name="T65" fmla="*/ 211 h 243"/>
                  <a:gd name="T66" fmla="*/ 12 w 67"/>
                  <a:gd name="T67" fmla="*/ 36 h 243"/>
                  <a:gd name="T68" fmla="*/ 12 w 67"/>
                  <a:gd name="T69" fmla="*/ 26 h 243"/>
                  <a:gd name="T70" fmla="*/ 9 w 67"/>
                  <a:gd name="T71" fmla="*/ 18 h 243"/>
                  <a:gd name="T72" fmla="*/ 4 w 67"/>
                  <a:gd name="T73" fmla="*/ 15 h 243"/>
                  <a:gd name="T74" fmla="*/ 0 w 67"/>
                  <a:gd name="T75" fmla="*/ 12 h 243"/>
                  <a:gd name="T76" fmla="*/ 0 w 67"/>
                  <a:gd name="T77" fmla="*/ 0 h 243"/>
                  <a:gd name="T78" fmla="*/ 67 w 67"/>
                  <a:gd name="T79" fmla="*/ 0 h 243"/>
                  <a:gd name="T80" fmla="*/ 67 w 67"/>
                  <a:gd name="T81" fmla="*/ 6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7" h="243">
                    <a:moveTo>
                      <a:pt x="67" y="61"/>
                    </a:moveTo>
                    <a:cubicBezTo>
                      <a:pt x="62" y="61"/>
                      <a:pt x="62" y="61"/>
                      <a:pt x="62" y="61"/>
                    </a:cubicBezTo>
                    <a:cubicBezTo>
                      <a:pt x="62" y="52"/>
                      <a:pt x="60" y="42"/>
                      <a:pt x="57" y="32"/>
                    </a:cubicBezTo>
                    <a:cubicBezTo>
                      <a:pt x="55" y="22"/>
                      <a:pt x="52" y="16"/>
                      <a:pt x="50" y="15"/>
                    </a:cubicBezTo>
                    <a:cubicBezTo>
                      <a:pt x="48" y="15"/>
                      <a:pt x="47" y="14"/>
                      <a:pt x="45" y="14"/>
                    </a:cubicBezTo>
                    <a:cubicBezTo>
                      <a:pt x="43" y="14"/>
                      <a:pt x="42" y="14"/>
                      <a:pt x="39" y="14"/>
                    </a:cubicBezTo>
                    <a:cubicBezTo>
                      <a:pt x="25" y="14"/>
                      <a:pt x="25" y="14"/>
                      <a:pt x="25" y="14"/>
                    </a:cubicBezTo>
                    <a:cubicBezTo>
                      <a:pt x="25" y="111"/>
                      <a:pt x="25" y="111"/>
                      <a:pt x="25" y="111"/>
                    </a:cubicBezTo>
                    <a:cubicBezTo>
                      <a:pt x="35" y="111"/>
                      <a:pt x="35" y="111"/>
                      <a:pt x="35" y="111"/>
                    </a:cubicBezTo>
                    <a:cubicBezTo>
                      <a:pt x="38" y="111"/>
                      <a:pt x="40" y="111"/>
                      <a:pt x="42" y="109"/>
                    </a:cubicBezTo>
                    <a:cubicBezTo>
                      <a:pt x="43" y="107"/>
                      <a:pt x="45" y="104"/>
                      <a:pt x="46" y="101"/>
                    </a:cubicBezTo>
                    <a:cubicBezTo>
                      <a:pt x="47" y="98"/>
                      <a:pt x="47" y="94"/>
                      <a:pt x="48" y="89"/>
                    </a:cubicBezTo>
                    <a:cubicBezTo>
                      <a:pt x="49" y="84"/>
                      <a:pt x="49" y="78"/>
                      <a:pt x="49" y="72"/>
                    </a:cubicBezTo>
                    <a:cubicBezTo>
                      <a:pt x="54" y="72"/>
                      <a:pt x="54" y="72"/>
                      <a:pt x="54" y="72"/>
                    </a:cubicBezTo>
                    <a:cubicBezTo>
                      <a:pt x="54" y="167"/>
                      <a:pt x="54" y="167"/>
                      <a:pt x="54" y="167"/>
                    </a:cubicBezTo>
                    <a:cubicBezTo>
                      <a:pt x="49" y="167"/>
                      <a:pt x="49" y="167"/>
                      <a:pt x="49" y="167"/>
                    </a:cubicBezTo>
                    <a:cubicBezTo>
                      <a:pt x="49" y="162"/>
                      <a:pt x="49" y="157"/>
                      <a:pt x="48" y="150"/>
                    </a:cubicBezTo>
                    <a:cubicBezTo>
                      <a:pt x="47" y="144"/>
                      <a:pt x="47" y="139"/>
                      <a:pt x="46" y="136"/>
                    </a:cubicBezTo>
                    <a:cubicBezTo>
                      <a:pt x="45" y="132"/>
                      <a:pt x="43" y="129"/>
                      <a:pt x="41" y="128"/>
                    </a:cubicBezTo>
                    <a:cubicBezTo>
                      <a:pt x="40" y="126"/>
                      <a:pt x="37" y="125"/>
                      <a:pt x="35" y="125"/>
                    </a:cubicBezTo>
                    <a:cubicBezTo>
                      <a:pt x="25" y="125"/>
                      <a:pt x="25" y="125"/>
                      <a:pt x="25" y="125"/>
                    </a:cubicBezTo>
                    <a:cubicBezTo>
                      <a:pt x="25" y="209"/>
                      <a:pt x="25" y="209"/>
                      <a:pt x="25" y="209"/>
                    </a:cubicBezTo>
                    <a:cubicBezTo>
                      <a:pt x="25" y="213"/>
                      <a:pt x="25" y="216"/>
                      <a:pt x="26" y="219"/>
                    </a:cubicBezTo>
                    <a:cubicBezTo>
                      <a:pt x="26" y="222"/>
                      <a:pt x="27" y="225"/>
                      <a:pt x="29" y="226"/>
                    </a:cubicBezTo>
                    <a:cubicBezTo>
                      <a:pt x="29" y="227"/>
                      <a:pt x="30" y="228"/>
                      <a:pt x="32" y="229"/>
                    </a:cubicBezTo>
                    <a:cubicBezTo>
                      <a:pt x="34" y="230"/>
                      <a:pt x="36" y="231"/>
                      <a:pt x="37" y="231"/>
                    </a:cubicBezTo>
                    <a:cubicBezTo>
                      <a:pt x="37" y="243"/>
                      <a:pt x="37" y="243"/>
                      <a:pt x="37" y="243"/>
                    </a:cubicBezTo>
                    <a:cubicBezTo>
                      <a:pt x="0" y="243"/>
                      <a:pt x="0" y="243"/>
                      <a:pt x="0" y="243"/>
                    </a:cubicBezTo>
                    <a:cubicBezTo>
                      <a:pt x="0" y="231"/>
                      <a:pt x="0" y="231"/>
                      <a:pt x="0" y="231"/>
                    </a:cubicBezTo>
                    <a:cubicBezTo>
                      <a:pt x="1" y="231"/>
                      <a:pt x="3" y="231"/>
                      <a:pt x="5" y="230"/>
                    </a:cubicBezTo>
                    <a:cubicBezTo>
                      <a:pt x="7" y="230"/>
                      <a:pt x="8" y="229"/>
                      <a:pt x="9" y="228"/>
                    </a:cubicBezTo>
                    <a:cubicBezTo>
                      <a:pt x="10" y="227"/>
                      <a:pt x="11" y="224"/>
                      <a:pt x="11" y="221"/>
                    </a:cubicBezTo>
                    <a:cubicBezTo>
                      <a:pt x="12" y="219"/>
                      <a:pt x="12" y="215"/>
                      <a:pt x="12" y="211"/>
                    </a:cubicBezTo>
                    <a:cubicBezTo>
                      <a:pt x="12" y="36"/>
                      <a:pt x="12" y="36"/>
                      <a:pt x="12" y="36"/>
                    </a:cubicBezTo>
                    <a:cubicBezTo>
                      <a:pt x="12" y="32"/>
                      <a:pt x="12" y="28"/>
                      <a:pt x="12" y="26"/>
                    </a:cubicBezTo>
                    <a:cubicBezTo>
                      <a:pt x="11" y="23"/>
                      <a:pt x="10" y="20"/>
                      <a:pt x="9" y="18"/>
                    </a:cubicBezTo>
                    <a:cubicBezTo>
                      <a:pt x="8" y="17"/>
                      <a:pt x="6" y="16"/>
                      <a:pt x="4" y="15"/>
                    </a:cubicBezTo>
                    <a:cubicBezTo>
                      <a:pt x="3" y="13"/>
                      <a:pt x="1" y="13"/>
                      <a:pt x="0" y="12"/>
                    </a:cubicBezTo>
                    <a:cubicBezTo>
                      <a:pt x="0" y="0"/>
                      <a:pt x="0" y="0"/>
                      <a:pt x="0" y="0"/>
                    </a:cubicBezTo>
                    <a:cubicBezTo>
                      <a:pt x="67" y="0"/>
                      <a:pt x="67" y="0"/>
                      <a:pt x="67" y="0"/>
                    </a:cubicBezTo>
                    <a:lnTo>
                      <a:pt x="67" y="61"/>
                    </a:lnTo>
                    <a:close/>
                  </a:path>
                </a:pathLst>
              </a:custGeom>
              <a:solidFill>
                <a:srgbClr val="898989"/>
              </a:solidFill>
              <a:ln>
                <a:noFill/>
              </a:ln>
            </p:spPr>
            <p:txBody>
              <a:bodyPr anchor="ctr"/>
              <a:lstStyle/>
              <a:p>
                <a:pPr algn="ctr"/>
                <a:endParaRPr/>
              </a:p>
            </p:txBody>
          </p:sp>
          <p:sp>
            <p:nvSpPr>
              <p:cNvPr id="41" name="îsḻiḍê">
                <a:extLst>
                  <a:ext uri="{FF2B5EF4-FFF2-40B4-BE49-F238E27FC236}">
                    <a16:creationId xmlns:a16="http://schemas.microsoft.com/office/drawing/2014/main" id="{A5117214-71ED-498D-AFF8-ABDA81A3AC72}"/>
                  </a:ext>
                </a:extLst>
              </p:cNvPr>
              <p:cNvSpPr/>
              <p:nvPr/>
            </p:nvSpPr>
            <p:spPr bwMode="auto">
              <a:xfrm>
                <a:off x="3124201" y="4059238"/>
                <a:ext cx="53975" cy="198438"/>
              </a:xfrm>
              <a:custGeom>
                <a:avLst/>
                <a:gdLst>
                  <a:gd name="T0" fmla="*/ 57 w 68"/>
                  <a:gd name="T1" fmla="*/ 132 h 252"/>
                  <a:gd name="T2" fmla="*/ 63 w 68"/>
                  <a:gd name="T3" fmla="*/ 150 h 252"/>
                  <a:gd name="T4" fmla="*/ 66 w 68"/>
                  <a:gd name="T5" fmla="*/ 174 h 252"/>
                  <a:gd name="T6" fmla="*/ 63 w 68"/>
                  <a:gd name="T7" fmla="*/ 228 h 252"/>
                  <a:gd name="T8" fmla="*/ 44 w 68"/>
                  <a:gd name="T9" fmla="*/ 252 h 252"/>
                  <a:gd name="T10" fmla="*/ 32 w 68"/>
                  <a:gd name="T11" fmla="*/ 248 h 252"/>
                  <a:gd name="T12" fmla="*/ 21 w 68"/>
                  <a:gd name="T13" fmla="*/ 238 h 252"/>
                  <a:gd name="T14" fmla="*/ 20 w 68"/>
                  <a:gd name="T15" fmla="*/ 251 h 252"/>
                  <a:gd name="T16" fmla="*/ 15 w 68"/>
                  <a:gd name="T17" fmla="*/ 251 h 252"/>
                  <a:gd name="T18" fmla="*/ 7 w 68"/>
                  <a:gd name="T19" fmla="*/ 169 h 252"/>
                  <a:gd name="T20" fmla="*/ 12 w 68"/>
                  <a:gd name="T21" fmla="*/ 168 h 252"/>
                  <a:gd name="T22" fmla="*/ 18 w 68"/>
                  <a:gd name="T23" fmla="*/ 195 h 252"/>
                  <a:gd name="T24" fmla="*/ 25 w 68"/>
                  <a:gd name="T25" fmla="*/ 217 h 252"/>
                  <a:gd name="T26" fmla="*/ 34 w 68"/>
                  <a:gd name="T27" fmla="*/ 232 h 252"/>
                  <a:gd name="T28" fmla="*/ 44 w 68"/>
                  <a:gd name="T29" fmla="*/ 237 h 252"/>
                  <a:gd name="T30" fmla="*/ 51 w 68"/>
                  <a:gd name="T31" fmla="*/ 233 h 252"/>
                  <a:gd name="T32" fmla="*/ 55 w 68"/>
                  <a:gd name="T33" fmla="*/ 223 h 252"/>
                  <a:gd name="T34" fmla="*/ 57 w 68"/>
                  <a:gd name="T35" fmla="*/ 210 h 252"/>
                  <a:gd name="T36" fmla="*/ 56 w 68"/>
                  <a:gd name="T37" fmla="*/ 192 h 252"/>
                  <a:gd name="T38" fmla="*/ 51 w 68"/>
                  <a:gd name="T39" fmla="*/ 165 h 252"/>
                  <a:gd name="T40" fmla="*/ 40 w 68"/>
                  <a:gd name="T41" fmla="*/ 148 h 252"/>
                  <a:gd name="T42" fmla="*/ 31 w 68"/>
                  <a:gd name="T43" fmla="*/ 139 h 252"/>
                  <a:gd name="T44" fmla="*/ 21 w 68"/>
                  <a:gd name="T45" fmla="*/ 131 h 252"/>
                  <a:gd name="T46" fmla="*/ 8 w 68"/>
                  <a:gd name="T47" fmla="*/ 108 h 252"/>
                  <a:gd name="T48" fmla="*/ 0 w 68"/>
                  <a:gd name="T49" fmla="*/ 70 h 252"/>
                  <a:gd name="T50" fmla="*/ 0 w 68"/>
                  <a:gd name="T51" fmla="*/ 44 h 252"/>
                  <a:gd name="T52" fmla="*/ 4 w 68"/>
                  <a:gd name="T53" fmla="*/ 22 h 252"/>
                  <a:gd name="T54" fmla="*/ 11 w 68"/>
                  <a:gd name="T55" fmla="*/ 7 h 252"/>
                  <a:gd name="T56" fmla="*/ 20 w 68"/>
                  <a:gd name="T57" fmla="*/ 0 h 252"/>
                  <a:gd name="T58" fmla="*/ 31 w 68"/>
                  <a:gd name="T59" fmla="*/ 4 h 252"/>
                  <a:gd name="T60" fmla="*/ 41 w 68"/>
                  <a:gd name="T61" fmla="*/ 14 h 252"/>
                  <a:gd name="T62" fmla="*/ 42 w 68"/>
                  <a:gd name="T63" fmla="*/ 2 h 252"/>
                  <a:gd name="T64" fmla="*/ 47 w 68"/>
                  <a:gd name="T65" fmla="*/ 2 h 252"/>
                  <a:gd name="T66" fmla="*/ 54 w 68"/>
                  <a:gd name="T67" fmla="*/ 82 h 252"/>
                  <a:gd name="T68" fmla="*/ 50 w 68"/>
                  <a:gd name="T69" fmla="*/ 82 h 252"/>
                  <a:gd name="T70" fmla="*/ 44 w 68"/>
                  <a:gd name="T71" fmla="*/ 57 h 252"/>
                  <a:gd name="T72" fmla="*/ 38 w 68"/>
                  <a:gd name="T73" fmla="*/ 34 h 252"/>
                  <a:gd name="T74" fmla="*/ 30 w 68"/>
                  <a:gd name="T75" fmla="*/ 20 h 252"/>
                  <a:gd name="T76" fmla="*/ 21 w 68"/>
                  <a:gd name="T77" fmla="*/ 15 h 252"/>
                  <a:gd name="T78" fmla="*/ 12 w 68"/>
                  <a:gd name="T79" fmla="*/ 27 h 252"/>
                  <a:gd name="T80" fmla="*/ 10 w 68"/>
                  <a:gd name="T81" fmla="*/ 53 h 252"/>
                  <a:gd name="T82" fmla="*/ 15 w 68"/>
                  <a:gd name="T83" fmla="*/ 78 h 252"/>
                  <a:gd name="T84" fmla="*/ 24 w 68"/>
                  <a:gd name="T85" fmla="*/ 94 h 252"/>
                  <a:gd name="T86" fmla="*/ 34 w 68"/>
                  <a:gd name="T87" fmla="*/ 103 h 252"/>
                  <a:gd name="T88" fmla="*/ 43 w 68"/>
                  <a:gd name="T89" fmla="*/ 111 h 252"/>
                  <a:gd name="T90" fmla="*/ 50 w 68"/>
                  <a:gd name="T91" fmla="*/ 120 h 252"/>
                  <a:gd name="T92" fmla="*/ 57 w 68"/>
                  <a:gd name="T93" fmla="*/ 13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8" h="252">
                    <a:moveTo>
                      <a:pt x="57" y="132"/>
                    </a:moveTo>
                    <a:cubicBezTo>
                      <a:pt x="60" y="138"/>
                      <a:pt x="61" y="144"/>
                      <a:pt x="63" y="150"/>
                    </a:cubicBezTo>
                    <a:cubicBezTo>
                      <a:pt x="64" y="157"/>
                      <a:pt x="65" y="165"/>
                      <a:pt x="66" y="174"/>
                    </a:cubicBezTo>
                    <a:cubicBezTo>
                      <a:pt x="68" y="195"/>
                      <a:pt x="67" y="213"/>
                      <a:pt x="63" y="228"/>
                    </a:cubicBezTo>
                    <a:cubicBezTo>
                      <a:pt x="58" y="243"/>
                      <a:pt x="52" y="250"/>
                      <a:pt x="44" y="252"/>
                    </a:cubicBezTo>
                    <a:cubicBezTo>
                      <a:pt x="40" y="252"/>
                      <a:pt x="36" y="251"/>
                      <a:pt x="32" y="248"/>
                    </a:cubicBezTo>
                    <a:cubicBezTo>
                      <a:pt x="28" y="246"/>
                      <a:pt x="24" y="242"/>
                      <a:pt x="21" y="238"/>
                    </a:cubicBezTo>
                    <a:cubicBezTo>
                      <a:pt x="20" y="251"/>
                      <a:pt x="20" y="251"/>
                      <a:pt x="20" y="251"/>
                    </a:cubicBezTo>
                    <a:cubicBezTo>
                      <a:pt x="15" y="251"/>
                      <a:pt x="15" y="251"/>
                      <a:pt x="15" y="251"/>
                    </a:cubicBezTo>
                    <a:cubicBezTo>
                      <a:pt x="7" y="169"/>
                      <a:pt x="7" y="169"/>
                      <a:pt x="7" y="169"/>
                    </a:cubicBezTo>
                    <a:cubicBezTo>
                      <a:pt x="12" y="168"/>
                      <a:pt x="12" y="168"/>
                      <a:pt x="12" y="168"/>
                    </a:cubicBezTo>
                    <a:cubicBezTo>
                      <a:pt x="14" y="178"/>
                      <a:pt x="16" y="187"/>
                      <a:pt x="18" y="195"/>
                    </a:cubicBezTo>
                    <a:cubicBezTo>
                      <a:pt x="20" y="203"/>
                      <a:pt x="22" y="211"/>
                      <a:pt x="25" y="217"/>
                    </a:cubicBezTo>
                    <a:cubicBezTo>
                      <a:pt x="28" y="224"/>
                      <a:pt x="31" y="229"/>
                      <a:pt x="34" y="232"/>
                    </a:cubicBezTo>
                    <a:cubicBezTo>
                      <a:pt x="37" y="236"/>
                      <a:pt x="40" y="237"/>
                      <a:pt x="44" y="237"/>
                    </a:cubicBezTo>
                    <a:cubicBezTo>
                      <a:pt x="47" y="236"/>
                      <a:pt x="49" y="235"/>
                      <a:pt x="51" y="233"/>
                    </a:cubicBezTo>
                    <a:cubicBezTo>
                      <a:pt x="53" y="230"/>
                      <a:pt x="54" y="227"/>
                      <a:pt x="55" y="223"/>
                    </a:cubicBezTo>
                    <a:cubicBezTo>
                      <a:pt x="56" y="219"/>
                      <a:pt x="56" y="215"/>
                      <a:pt x="57" y="210"/>
                    </a:cubicBezTo>
                    <a:cubicBezTo>
                      <a:pt x="57" y="204"/>
                      <a:pt x="57" y="199"/>
                      <a:pt x="56" y="192"/>
                    </a:cubicBezTo>
                    <a:cubicBezTo>
                      <a:pt x="55" y="182"/>
                      <a:pt x="53" y="173"/>
                      <a:pt x="51" y="165"/>
                    </a:cubicBezTo>
                    <a:cubicBezTo>
                      <a:pt x="48" y="157"/>
                      <a:pt x="45" y="152"/>
                      <a:pt x="40" y="148"/>
                    </a:cubicBezTo>
                    <a:cubicBezTo>
                      <a:pt x="38" y="145"/>
                      <a:pt x="34" y="142"/>
                      <a:pt x="31" y="139"/>
                    </a:cubicBezTo>
                    <a:cubicBezTo>
                      <a:pt x="27" y="136"/>
                      <a:pt x="24" y="133"/>
                      <a:pt x="21" y="131"/>
                    </a:cubicBezTo>
                    <a:cubicBezTo>
                      <a:pt x="16" y="125"/>
                      <a:pt x="11" y="118"/>
                      <a:pt x="8" y="108"/>
                    </a:cubicBezTo>
                    <a:cubicBezTo>
                      <a:pt x="4" y="99"/>
                      <a:pt x="2" y="86"/>
                      <a:pt x="0" y="70"/>
                    </a:cubicBezTo>
                    <a:cubicBezTo>
                      <a:pt x="0" y="61"/>
                      <a:pt x="0" y="52"/>
                      <a:pt x="0" y="44"/>
                    </a:cubicBezTo>
                    <a:cubicBezTo>
                      <a:pt x="1" y="36"/>
                      <a:pt x="2" y="28"/>
                      <a:pt x="4" y="22"/>
                    </a:cubicBezTo>
                    <a:cubicBezTo>
                      <a:pt x="6" y="16"/>
                      <a:pt x="8" y="11"/>
                      <a:pt x="11" y="7"/>
                    </a:cubicBezTo>
                    <a:cubicBezTo>
                      <a:pt x="14" y="3"/>
                      <a:pt x="17" y="1"/>
                      <a:pt x="20" y="0"/>
                    </a:cubicBezTo>
                    <a:cubicBezTo>
                      <a:pt x="24" y="0"/>
                      <a:pt x="28" y="1"/>
                      <a:pt x="31" y="4"/>
                    </a:cubicBezTo>
                    <a:cubicBezTo>
                      <a:pt x="35" y="7"/>
                      <a:pt x="38" y="10"/>
                      <a:pt x="41" y="14"/>
                    </a:cubicBezTo>
                    <a:cubicBezTo>
                      <a:pt x="42" y="2"/>
                      <a:pt x="42" y="2"/>
                      <a:pt x="42" y="2"/>
                    </a:cubicBezTo>
                    <a:cubicBezTo>
                      <a:pt x="47" y="2"/>
                      <a:pt x="47" y="2"/>
                      <a:pt x="47" y="2"/>
                    </a:cubicBezTo>
                    <a:cubicBezTo>
                      <a:pt x="54" y="82"/>
                      <a:pt x="54" y="82"/>
                      <a:pt x="54" y="82"/>
                    </a:cubicBezTo>
                    <a:cubicBezTo>
                      <a:pt x="50" y="82"/>
                      <a:pt x="50" y="82"/>
                      <a:pt x="50" y="82"/>
                    </a:cubicBezTo>
                    <a:cubicBezTo>
                      <a:pt x="48" y="73"/>
                      <a:pt x="46" y="65"/>
                      <a:pt x="44" y="57"/>
                    </a:cubicBezTo>
                    <a:cubicBezTo>
                      <a:pt x="42" y="48"/>
                      <a:pt x="40" y="41"/>
                      <a:pt x="38" y="34"/>
                    </a:cubicBezTo>
                    <a:cubicBezTo>
                      <a:pt x="36" y="28"/>
                      <a:pt x="33" y="23"/>
                      <a:pt x="30" y="20"/>
                    </a:cubicBezTo>
                    <a:cubicBezTo>
                      <a:pt x="28" y="16"/>
                      <a:pt x="24" y="15"/>
                      <a:pt x="21" y="15"/>
                    </a:cubicBezTo>
                    <a:cubicBezTo>
                      <a:pt x="17" y="16"/>
                      <a:pt x="14" y="20"/>
                      <a:pt x="12" y="27"/>
                    </a:cubicBezTo>
                    <a:cubicBezTo>
                      <a:pt x="10" y="34"/>
                      <a:pt x="9" y="43"/>
                      <a:pt x="10" y="53"/>
                    </a:cubicBezTo>
                    <a:cubicBezTo>
                      <a:pt x="11" y="63"/>
                      <a:pt x="13" y="72"/>
                      <a:pt x="15" y="78"/>
                    </a:cubicBezTo>
                    <a:cubicBezTo>
                      <a:pt x="17" y="85"/>
                      <a:pt x="20" y="90"/>
                      <a:pt x="24" y="94"/>
                    </a:cubicBezTo>
                    <a:cubicBezTo>
                      <a:pt x="27" y="98"/>
                      <a:pt x="31" y="101"/>
                      <a:pt x="34" y="103"/>
                    </a:cubicBezTo>
                    <a:cubicBezTo>
                      <a:pt x="37" y="106"/>
                      <a:pt x="40" y="108"/>
                      <a:pt x="43" y="111"/>
                    </a:cubicBezTo>
                    <a:cubicBezTo>
                      <a:pt x="45" y="114"/>
                      <a:pt x="48" y="117"/>
                      <a:pt x="50" y="120"/>
                    </a:cubicBezTo>
                    <a:cubicBezTo>
                      <a:pt x="53" y="124"/>
                      <a:pt x="55" y="128"/>
                      <a:pt x="57" y="132"/>
                    </a:cubicBezTo>
                    <a:close/>
                  </a:path>
                </a:pathLst>
              </a:custGeom>
              <a:solidFill>
                <a:srgbClr val="898989"/>
              </a:solidFill>
              <a:ln>
                <a:noFill/>
              </a:ln>
            </p:spPr>
            <p:txBody>
              <a:bodyPr anchor="ctr"/>
              <a:lstStyle/>
              <a:p>
                <a:pPr algn="ctr"/>
                <a:endParaRPr/>
              </a:p>
            </p:txBody>
          </p:sp>
          <p:sp>
            <p:nvSpPr>
              <p:cNvPr id="42" name="îṣ1iḍé">
                <a:extLst>
                  <a:ext uri="{FF2B5EF4-FFF2-40B4-BE49-F238E27FC236}">
                    <a16:creationId xmlns:a16="http://schemas.microsoft.com/office/drawing/2014/main" id="{C9D65439-B53E-4BFF-B268-C9C03F972BE8}"/>
                  </a:ext>
                </a:extLst>
              </p:cNvPr>
              <p:cNvSpPr/>
              <p:nvPr/>
            </p:nvSpPr>
            <p:spPr bwMode="auto">
              <a:xfrm>
                <a:off x="3171826" y="4054476"/>
                <a:ext cx="65088" cy="198438"/>
              </a:xfrm>
              <a:custGeom>
                <a:avLst/>
                <a:gdLst>
                  <a:gd name="T0" fmla="*/ 60 w 84"/>
                  <a:gd name="T1" fmla="*/ 251 h 253"/>
                  <a:gd name="T2" fmla="*/ 44 w 84"/>
                  <a:gd name="T3" fmla="*/ 247 h 253"/>
                  <a:gd name="T4" fmla="*/ 29 w 84"/>
                  <a:gd name="T5" fmla="*/ 225 h 253"/>
                  <a:gd name="T6" fmla="*/ 15 w 84"/>
                  <a:gd name="T7" fmla="*/ 189 h 253"/>
                  <a:gd name="T8" fmla="*/ 4 w 84"/>
                  <a:gd name="T9" fmla="*/ 138 h 253"/>
                  <a:gd name="T10" fmla="*/ 0 w 84"/>
                  <a:gd name="T11" fmla="*/ 85 h 253"/>
                  <a:gd name="T12" fmla="*/ 3 w 84"/>
                  <a:gd name="T13" fmla="*/ 43 h 253"/>
                  <a:gd name="T14" fmla="*/ 12 w 84"/>
                  <a:gd name="T15" fmla="*/ 14 h 253"/>
                  <a:gd name="T16" fmla="*/ 26 w 84"/>
                  <a:gd name="T17" fmla="*/ 1 h 253"/>
                  <a:gd name="T18" fmla="*/ 38 w 84"/>
                  <a:gd name="T19" fmla="*/ 3 h 253"/>
                  <a:gd name="T20" fmla="*/ 49 w 84"/>
                  <a:gd name="T21" fmla="*/ 13 h 253"/>
                  <a:gd name="T22" fmla="*/ 50 w 84"/>
                  <a:gd name="T23" fmla="*/ 1 h 253"/>
                  <a:gd name="T24" fmla="*/ 55 w 84"/>
                  <a:gd name="T25" fmla="*/ 0 h 253"/>
                  <a:gd name="T26" fmla="*/ 68 w 84"/>
                  <a:gd name="T27" fmla="*/ 85 h 253"/>
                  <a:gd name="T28" fmla="*/ 63 w 84"/>
                  <a:gd name="T29" fmla="*/ 86 h 253"/>
                  <a:gd name="T30" fmla="*/ 56 w 84"/>
                  <a:gd name="T31" fmla="*/ 60 h 253"/>
                  <a:gd name="T32" fmla="*/ 48 w 84"/>
                  <a:gd name="T33" fmla="*/ 36 h 253"/>
                  <a:gd name="T34" fmla="*/ 39 w 84"/>
                  <a:gd name="T35" fmla="*/ 20 h 253"/>
                  <a:gd name="T36" fmla="*/ 29 w 84"/>
                  <a:gd name="T37" fmla="*/ 15 h 253"/>
                  <a:gd name="T38" fmla="*/ 19 w 84"/>
                  <a:gd name="T39" fmla="*/ 25 h 253"/>
                  <a:gd name="T40" fmla="*/ 14 w 84"/>
                  <a:gd name="T41" fmla="*/ 49 h 253"/>
                  <a:gd name="T42" fmla="*/ 13 w 84"/>
                  <a:gd name="T43" fmla="*/ 85 h 253"/>
                  <a:gd name="T44" fmla="*/ 18 w 84"/>
                  <a:gd name="T45" fmla="*/ 132 h 253"/>
                  <a:gd name="T46" fmla="*/ 26 w 84"/>
                  <a:gd name="T47" fmla="*/ 174 h 253"/>
                  <a:gd name="T48" fmla="*/ 37 w 84"/>
                  <a:gd name="T49" fmla="*/ 206 h 253"/>
                  <a:gd name="T50" fmla="*/ 49 w 84"/>
                  <a:gd name="T51" fmla="*/ 226 h 253"/>
                  <a:gd name="T52" fmla="*/ 62 w 84"/>
                  <a:gd name="T53" fmla="*/ 231 h 253"/>
                  <a:gd name="T54" fmla="*/ 70 w 84"/>
                  <a:gd name="T55" fmla="*/ 225 h 253"/>
                  <a:gd name="T56" fmla="*/ 75 w 84"/>
                  <a:gd name="T57" fmla="*/ 212 h 253"/>
                  <a:gd name="T58" fmla="*/ 78 w 84"/>
                  <a:gd name="T59" fmla="*/ 194 h 253"/>
                  <a:gd name="T60" fmla="*/ 79 w 84"/>
                  <a:gd name="T61" fmla="*/ 172 h 253"/>
                  <a:gd name="T62" fmla="*/ 84 w 84"/>
                  <a:gd name="T63" fmla="*/ 177 h 253"/>
                  <a:gd name="T64" fmla="*/ 78 w 84"/>
                  <a:gd name="T65" fmla="*/ 231 h 253"/>
                  <a:gd name="T66" fmla="*/ 60 w 84"/>
                  <a:gd name="T67" fmla="*/ 251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4" h="253">
                    <a:moveTo>
                      <a:pt x="60" y="251"/>
                    </a:moveTo>
                    <a:cubicBezTo>
                      <a:pt x="55" y="253"/>
                      <a:pt x="50" y="251"/>
                      <a:pt x="44" y="247"/>
                    </a:cubicBezTo>
                    <a:cubicBezTo>
                      <a:pt x="39" y="242"/>
                      <a:pt x="34" y="235"/>
                      <a:pt x="29" y="225"/>
                    </a:cubicBezTo>
                    <a:cubicBezTo>
                      <a:pt x="24" y="216"/>
                      <a:pt x="19" y="203"/>
                      <a:pt x="15" y="189"/>
                    </a:cubicBezTo>
                    <a:cubicBezTo>
                      <a:pt x="11" y="174"/>
                      <a:pt x="7" y="157"/>
                      <a:pt x="4" y="138"/>
                    </a:cubicBezTo>
                    <a:cubicBezTo>
                      <a:pt x="2" y="119"/>
                      <a:pt x="0" y="101"/>
                      <a:pt x="0" y="85"/>
                    </a:cubicBezTo>
                    <a:cubicBezTo>
                      <a:pt x="0" y="69"/>
                      <a:pt x="1" y="55"/>
                      <a:pt x="3" y="43"/>
                    </a:cubicBezTo>
                    <a:cubicBezTo>
                      <a:pt x="5" y="31"/>
                      <a:pt x="8" y="22"/>
                      <a:pt x="12" y="14"/>
                    </a:cubicBezTo>
                    <a:cubicBezTo>
                      <a:pt x="16" y="7"/>
                      <a:pt x="21" y="3"/>
                      <a:pt x="26" y="1"/>
                    </a:cubicBezTo>
                    <a:cubicBezTo>
                      <a:pt x="30" y="0"/>
                      <a:pt x="34" y="1"/>
                      <a:pt x="38" y="3"/>
                    </a:cubicBezTo>
                    <a:cubicBezTo>
                      <a:pt x="42" y="5"/>
                      <a:pt x="46" y="8"/>
                      <a:pt x="49" y="13"/>
                    </a:cubicBezTo>
                    <a:cubicBezTo>
                      <a:pt x="50" y="1"/>
                      <a:pt x="50" y="1"/>
                      <a:pt x="50" y="1"/>
                    </a:cubicBezTo>
                    <a:cubicBezTo>
                      <a:pt x="55" y="0"/>
                      <a:pt x="55" y="0"/>
                      <a:pt x="55" y="0"/>
                    </a:cubicBezTo>
                    <a:cubicBezTo>
                      <a:pt x="68" y="85"/>
                      <a:pt x="68" y="85"/>
                      <a:pt x="68" y="85"/>
                    </a:cubicBezTo>
                    <a:cubicBezTo>
                      <a:pt x="63" y="86"/>
                      <a:pt x="63" y="86"/>
                      <a:pt x="63" y="86"/>
                    </a:cubicBezTo>
                    <a:cubicBezTo>
                      <a:pt x="61" y="78"/>
                      <a:pt x="59" y="69"/>
                      <a:pt x="56" y="60"/>
                    </a:cubicBezTo>
                    <a:cubicBezTo>
                      <a:pt x="53" y="50"/>
                      <a:pt x="51" y="42"/>
                      <a:pt x="48" y="36"/>
                    </a:cubicBezTo>
                    <a:cubicBezTo>
                      <a:pt x="45" y="29"/>
                      <a:pt x="42" y="23"/>
                      <a:pt x="39" y="20"/>
                    </a:cubicBezTo>
                    <a:cubicBezTo>
                      <a:pt x="36" y="16"/>
                      <a:pt x="32" y="15"/>
                      <a:pt x="29" y="15"/>
                    </a:cubicBezTo>
                    <a:cubicBezTo>
                      <a:pt x="25" y="16"/>
                      <a:pt x="22" y="20"/>
                      <a:pt x="19" y="25"/>
                    </a:cubicBezTo>
                    <a:cubicBezTo>
                      <a:pt x="17" y="31"/>
                      <a:pt x="15" y="39"/>
                      <a:pt x="14" y="49"/>
                    </a:cubicBezTo>
                    <a:cubicBezTo>
                      <a:pt x="13" y="58"/>
                      <a:pt x="13" y="70"/>
                      <a:pt x="13" y="85"/>
                    </a:cubicBezTo>
                    <a:cubicBezTo>
                      <a:pt x="14" y="99"/>
                      <a:pt x="16" y="115"/>
                      <a:pt x="18" y="132"/>
                    </a:cubicBezTo>
                    <a:cubicBezTo>
                      <a:pt x="20" y="148"/>
                      <a:pt x="23" y="161"/>
                      <a:pt x="26" y="174"/>
                    </a:cubicBezTo>
                    <a:cubicBezTo>
                      <a:pt x="29" y="186"/>
                      <a:pt x="33" y="197"/>
                      <a:pt x="37" y="206"/>
                    </a:cubicBezTo>
                    <a:cubicBezTo>
                      <a:pt x="41" y="215"/>
                      <a:pt x="45" y="222"/>
                      <a:pt x="49" y="226"/>
                    </a:cubicBezTo>
                    <a:cubicBezTo>
                      <a:pt x="53" y="231"/>
                      <a:pt x="57" y="232"/>
                      <a:pt x="62" y="231"/>
                    </a:cubicBezTo>
                    <a:cubicBezTo>
                      <a:pt x="65" y="231"/>
                      <a:pt x="68" y="228"/>
                      <a:pt x="70" y="225"/>
                    </a:cubicBezTo>
                    <a:cubicBezTo>
                      <a:pt x="72" y="221"/>
                      <a:pt x="74" y="217"/>
                      <a:pt x="75" y="212"/>
                    </a:cubicBezTo>
                    <a:cubicBezTo>
                      <a:pt x="76" y="206"/>
                      <a:pt x="77" y="200"/>
                      <a:pt x="78" y="194"/>
                    </a:cubicBezTo>
                    <a:cubicBezTo>
                      <a:pt x="79" y="187"/>
                      <a:pt x="79" y="180"/>
                      <a:pt x="79" y="172"/>
                    </a:cubicBezTo>
                    <a:cubicBezTo>
                      <a:pt x="84" y="177"/>
                      <a:pt x="84" y="177"/>
                      <a:pt x="84" y="177"/>
                    </a:cubicBezTo>
                    <a:cubicBezTo>
                      <a:pt x="84" y="202"/>
                      <a:pt x="82" y="220"/>
                      <a:pt x="78" y="231"/>
                    </a:cubicBezTo>
                    <a:cubicBezTo>
                      <a:pt x="74" y="243"/>
                      <a:pt x="68" y="250"/>
                      <a:pt x="60" y="251"/>
                    </a:cubicBezTo>
                    <a:close/>
                  </a:path>
                </a:pathLst>
              </a:custGeom>
              <a:solidFill>
                <a:srgbClr val="898989"/>
              </a:solidFill>
              <a:ln>
                <a:noFill/>
              </a:ln>
            </p:spPr>
            <p:txBody>
              <a:bodyPr anchor="ctr"/>
              <a:lstStyle/>
              <a:p>
                <a:pPr algn="ctr"/>
                <a:endParaRPr/>
              </a:p>
            </p:txBody>
          </p:sp>
          <p:sp>
            <p:nvSpPr>
              <p:cNvPr id="43" name="íşľîḋé">
                <a:extLst>
                  <a:ext uri="{FF2B5EF4-FFF2-40B4-BE49-F238E27FC236}">
                    <a16:creationId xmlns:a16="http://schemas.microsoft.com/office/drawing/2014/main" id="{AFC2ED14-F5AA-40F8-A040-6661C6CD5411}"/>
                  </a:ext>
                </a:extLst>
              </p:cNvPr>
              <p:cNvSpPr/>
              <p:nvPr/>
            </p:nvSpPr>
            <p:spPr bwMode="auto">
              <a:xfrm>
                <a:off x="3222626" y="4043363"/>
                <a:ext cx="57150" cy="195263"/>
              </a:xfrm>
              <a:custGeom>
                <a:avLst/>
                <a:gdLst>
                  <a:gd name="T0" fmla="*/ 73 w 73"/>
                  <a:gd name="T1" fmla="*/ 239 h 248"/>
                  <a:gd name="T2" fmla="*/ 35 w 73"/>
                  <a:gd name="T3" fmla="*/ 248 h 248"/>
                  <a:gd name="T4" fmla="*/ 33 w 73"/>
                  <a:gd name="T5" fmla="*/ 236 h 248"/>
                  <a:gd name="T6" fmla="*/ 38 w 73"/>
                  <a:gd name="T7" fmla="*/ 234 h 248"/>
                  <a:gd name="T8" fmla="*/ 42 w 73"/>
                  <a:gd name="T9" fmla="*/ 231 h 248"/>
                  <a:gd name="T10" fmla="*/ 44 w 73"/>
                  <a:gd name="T11" fmla="*/ 224 h 248"/>
                  <a:gd name="T12" fmla="*/ 43 w 73"/>
                  <a:gd name="T13" fmla="*/ 214 h 248"/>
                  <a:gd name="T14" fmla="*/ 18 w 73"/>
                  <a:gd name="T15" fmla="*/ 41 h 248"/>
                  <a:gd name="T16" fmla="*/ 16 w 73"/>
                  <a:gd name="T17" fmla="*/ 31 h 248"/>
                  <a:gd name="T18" fmla="*/ 12 w 73"/>
                  <a:gd name="T19" fmla="*/ 25 h 248"/>
                  <a:gd name="T20" fmla="*/ 7 w 73"/>
                  <a:gd name="T21" fmla="*/ 22 h 248"/>
                  <a:gd name="T22" fmla="*/ 2 w 73"/>
                  <a:gd name="T23" fmla="*/ 21 h 248"/>
                  <a:gd name="T24" fmla="*/ 0 w 73"/>
                  <a:gd name="T25" fmla="*/ 9 h 248"/>
                  <a:gd name="T26" fmla="*/ 38 w 73"/>
                  <a:gd name="T27" fmla="*/ 0 h 248"/>
                  <a:gd name="T28" fmla="*/ 40 w 73"/>
                  <a:gd name="T29" fmla="*/ 12 h 248"/>
                  <a:gd name="T30" fmla="*/ 35 w 73"/>
                  <a:gd name="T31" fmla="*/ 14 h 248"/>
                  <a:gd name="T32" fmla="*/ 31 w 73"/>
                  <a:gd name="T33" fmla="*/ 18 h 248"/>
                  <a:gd name="T34" fmla="*/ 29 w 73"/>
                  <a:gd name="T35" fmla="*/ 25 h 248"/>
                  <a:gd name="T36" fmla="*/ 30 w 73"/>
                  <a:gd name="T37" fmla="*/ 36 h 248"/>
                  <a:gd name="T38" fmla="*/ 55 w 73"/>
                  <a:gd name="T39" fmla="*/ 208 h 248"/>
                  <a:gd name="T40" fmla="*/ 58 w 73"/>
                  <a:gd name="T41" fmla="*/ 218 h 248"/>
                  <a:gd name="T42" fmla="*/ 61 w 73"/>
                  <a:gd name="T43" fmla="*/ 224 h 248"/>
                  <a:gd name="T44" fmla="*/ 66 w 73"/>
                  <a:gd name="T45" fmla="*/ 226 h 248"/>
                  <a:gd name="T46" fmla="*/ 71 w 73"/>
                  <a:gd name="T47" fmla="*/ 227 h 248"/>
                  <a:gd name="T48" fmla="*/ 73 w 73"/>
                  <a:gd name="T49" fmla="*/ 23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3" h="248">
                    <a:moveTo>
                      <a:pt x="73" y="239"/>
                    </a:moveTo>
                    <a:cubicBezTo>
                      <a:pt x="35" y="248"/>
                      <a:pt x="35" y="248"/>
                      <a:pt x="35" y="248"/>
                    </a:cubicBezTo>
                    <a:cubicBezTo>
                      <a:pt x="33" y="236"/>
                      <a:pt x="33" y="236"/>
                      <a:pt x="33" y="236"/>
                    </a:cubicBezTo>
                    <a:cubicBezTo>
                      <a:pt x="34" y="236"/>
                      <a:pt x="36" y="235"/>
                      <a:pt x="38" y="234"/>
                    </a:cubicBezTo>
                    <a:cubicBezTo>
                      <a:pt x="40" y="233"/>
                      <a:pt x="41" y="232"/>
                      <a:pt x="42" y="231"/>
                    </a:cubicBezTo>
                    <a:cubicBezTo>
                      <a:pt x="43" y="229"/>
                      <a:pt x="43" y="227"/>
                      <a:pt x="44" y="224"/>
                    </a:cubicBezTo>
                    <a:cubicBezTo>
                      <a:pt x="44" y="222"/>
                      <a:pt x="44" y="218"/>
                      <a:pt x="43" y="214"/>
                    </a:cubicBezTo>
                    <a:cubicBezTo>
                      <a:pt x="18" y="41"/>
                      <a:pt x="18" y="41"/>
                      <a:pt x="18" y="41"/>
                    </a:cubicBezTo>
                    <a:cubicBezTo>
                      <a:pt x="17" y="37"/>
                      <a:pt x="17" y="33"/>
                      <a:pt x="16" y="31"/>
                    </a:cubicBezTo>
                    <a:cubicBezTo>
                      <a:pt x="15" y="28"/>
                      <a:pt x="14" y="26"/>
                      <a:pt x="12" y="25"/>
                    </a:cubicBezTo>
                    <a:cubicBezTo>
                      <a:pt x="10" y="24"/>
                      <a:pt x="9" y="23"/>
                      <a:pt x="7" y="22"/>
                    </a:cubicBezTo>
                    <a:cubicBezTo>
                      <a:pt x="5" y="22"/>
                      <a:pt x="3" y="21"/>
                      <a:pt x="2" y="21"/>
                    </a:cubicBezTo>
                    <a:cubicBezTo>
                      <a:pt x="0" y="9"/>
                      <a:pt x="0" y="9"/>
                      <a:pt x="0" y="9"/>
                    </a:cubicBezTo>
                    <a:cubicBezTo>
                      <a:pt x="38" y="0"/>
                      <a:pt x="38" y="0"/>
                      <a:pt x="38" y="0"/>
                    </a:cubicBezTo>
                    <a:cubicBezTo>
                      <a:pt x="40" y="12"/>
                      <a:pt x="40" y="12"/>
                      <a:pt x="40" y="12"/>
                    </a:cubicBezTo>
                    <a:cubicBezTo>
                      <a:pt x="38" y="12"/>
                      <a:pt x="37" y="13"/>
                      <a:pt x="35" y="14"/>
                    </a:cubicBezTo>
                    <a:cubicBezTo>
                      <a:pt x="34" y="15"/>
                      <a:pt x="33" y="17"/>
                      <a:pt x="31" y="18"/>
                    </a:cubicBezTo>
                    <a:cubicBezTo>
                      <a:pt x="30" y="20"/>
                      <a:pt x="29" y="22"/>
                      <a:pt x="29" y="25"/>
                    </a:cubicBezTo>
                    <a:cubicBezTo>
                      <a:pt x="29" y="29"/>
                      <a:pt x="30" y="32"/>
                      <a:pt x="30" y="36"/>
                    </a:cubicBezTo>
                    <a:cubicBezTo>
                      <a:pt x="55" y="208"/>
                      <a:pt x="55" y="208"/>
                      <a:pt x="55" y="208"/>
                    </a:cubicBezTo>
                    <a:cubicBezTo>
                      <a:pt x="56" y="212"/>
                      <a:pt x="57" y="215"/>
                      <a:pt x="58" y="218"/>
                    </a:cubicBezTo>
                    <a:cubicBezTo>
                      <a:pt x="59" y="221"/>
                      <a:pt x="60" y="223"/>
                      <a:pt x="61" y="224"/>
                    </a:cubicBezTo>
                    <a:cubicBezTo>
                      <a:pt x="62" y="225"/>
                      <a:pt x="64" y="226"/>
                      <a:pt x="66" y="226"/>
                    </a:cubicBezTo>
                    <a:cubicBezTo>
                      <a:pt x="68" y="227"/>
                      <a:pt x="70" y="227"/>
                      <a:pt x="71" y="227"/>
                    </a:cubicBezTo>
                    <a:lnTo>
                      <a:pt x="73" y="239"/>
                    </a:lnTo>
                    <a:close/>
                  </a:path>
                </a:pathLst>
              </a:custGeom>
              <a:solidFill>
                <a:srgbClr val="898989"/>
              </a:solidFill>
              <a:ln>
                <a:noFill/>
              </a:ln>
            </p:spPr>
            <p:txBody>
              <a:bodyPr anchor="ctr"/>
              <a:lstStyle/>
              <a:p>
                <a:pPr algn="ctr"/>
                <a:endParaRPr/>
              </a:p>
            </p:txBody>
          </p:sp>
          <p:sp>
            <p:nvSpPr>
              <p:cNvPr id="44" name="íṣ1iḍe">
                <a:extLst>
                  <a:ext uri="{FF2B5EF4-FFF2-40B4-BE49-F238E27FC236}">
                    <a16:creationId xmlns:a16="http://schemas.microsoft.com/office/drawing/2014/main" id="{6ED4BBC0-E44B-46AE-9421-A43CFC6E7501}"/>
                  </a:ext>
                </a:extLst>
              </p:cNvPr>
              <p:cNvSpPr/>
              <p:nvPr/>
            </p:nvSpPr>
            <p:spPr bwMode="auto">
              <a:xfrm>
                <a:off x="3257551" y="4022726"/>
                <a:ext cx="88900" cy="201613"/>
              </a:xfrm>
              <a:custGeom>
                <a:avLst/>
                <a:gdLst>
                  <a:gd name="T0" fmla="*/ 102 w 114"/>
                  <a:gd name="T1" fmla="*/ 164 h 257"/>
                  <a:gd name="T2" fmla="*/ 114 w 114"/>
                  <a:gd name="T3" fmla="*/ 234 h 257"/>
                  <a:gd name="T4" fmla="*/ 45 w 114"/>
                  <a:gd name="T5" fmla="*/ 257 h 257"/>
                  <a:gd name="T6" fmla="*/ 43 w 114"/>
                  <a:gd name="T7" fmla="*/ 245 h 257"/>
                  <a:gd name="T8" fmla="*/ 47 w 114"/>
                  <a:gd name="T9" fmla="*/ 242 h 257"/>
                  <a:gd name="T10" fmla="*/ 50 w 114"/>
                  <a:gd name="T11" fmla="*/ 238 h 257"/>
                  <a:gd name="T12" fmla="*/ 52 w 114"/>
                  <a:gd name="T13" fmla="*/ 231 h 257"/>
                  <a:gd name="T14" fmla="*/ 51 w 114"/>
                  <a:gd name="T15" fmla="*/ 221 h 257"/>
                  <a:gd name="T16" fmla="*/ 19 w 114"/>
                  <a:gd name="T17" fmla="*/ 51 h 257"/>
                  <a:gd name="T18" fmla="*/ 16 w 114"/>
                  <a:gd name="T19" fmla="*/ 42 h 257"/>
                  <a:gd name="T20" fmla="*/ 12 w 114"/>
                  <a:gd name="T21" fmla="*/ 36 h 257"/>
                  <a:gd name="T22" fmla="*/ 7 w 114"/>
                  <a:gd name="T23" fmla="*/ 33 h 257"/>
                  <a:gd name="T24" fmla="*/ 2 w 114"/>
                  <a:gd name="T25" fmla="*/ 33 h 257"/>
                  <a:gd name="T26" fmla="*/ 0 w 114"/>
                  <a:gd name="T27" fmla="*/ 21 h 257"/>
                  <a:gd name="T28" fmla="*/ 64 w 114"/>
                  <a:gd name="T29" fmla="*/ 0 h 257"/>
                  <a:gd name="T30" fmla="*/ 75 w 114"/>
                  <a:gd name="T31" fmla="*/ 57 h 257"/>
                  <a:gd name="T32" fmla="*/ 71 w 114"/>
                  <a:gd name="T33" fmla="*/ 58 h 257"/>
                  <a:gd name="T34" fmla="*/ 61 w 114"/>
                  <a:gd name="T35" fmla="*/ 33 h 257"/>
                  <a:gd name="T36" fmla="*/ 50 w 114"/>
                  <a:gd name="T37" fmla="*/ 20 h 257"/>
                  <a:gd name="T38" fmla="*/ 46 w 114"/>
                  <a:gd name="T39" fmla="*/ 20 h 257"/>
                  <a:gd name="T40" fmla="*/ 40 w 114"/>
                  <a:gd name="T41" fmla="*/ 22 h 257"/>
                  <a:gd name="T42" fmla="*/ 27 w 114"/>
                  <a:gd name="T43" fmla="*/ 26 h 257"/>
                  <a:gd name="T44" fmla="*/ 45 w 114"/>
                  <a:gd name="T45" fmla="*/ 120 h 257"/>
                  <a:gd name="T46" fmla="*/ 54 w 114"/>
                  <a:gd name="T47" fmla="*/ 117 h 257"/>
                  <a:gd name="T48" fmla="*/ 60 w 114"/>
                  <a:gd name="T49" fmla="*/ 112 h 257"/>
                  <a:gd name="T50" fmla="*/ 62 w 114"/>
                  <a:gd name="T51" fmla="*/ 103 h 257"/>
                  <a:gd name="T52" fmla="*/ 62 w 114"/>
                  <a:gd name="T53" fmla="*/ 89 h 257"/>
                  <a:gd name="T54" fmla="*/ 60 w 114"/>
                  <a:gd name="T55" fmla="*/ 74 h 257"/>
                  <a:gd name="T56" fmla="*/ 65 w 114"/>
                  <a:gd name="T57" fmla="*/ 72 h 257"/>
                  <a:gd name="T58" fmla="*/ 82 w 114"/>
                  <a:gd name="T59" fmla="*/ 165 h 257"/>
                  <a:gd name="T60" fmla="*/ 78 w 114"/>
                  <a:gd name="T61" fmla="*/ 166 h 257"/>
                  <a:gd name="T62" fmla="*/ 73 w 114"/>
                  <a:gd name="T63" fmla="*/ 149 h 257"/>
                  <a:gd name="T64" fmla="*/ 69 w 114"/>
                  <a:gd name="T65" fmla="*/ 137 h 257"/>
                  <a:gd name="T66" fmla="*/ 63 w 114"/>
                  <a:gd name="T67" fmla="*/ 130 h 257"/>
                  <a:gd name="T68" fmla="*/ 57 w 114"/>
                  <a:gd name="T69" fmla="*/ 130 h 257"/>
                  <a:gd name="T70" fmla="*/ 47 w 114"/>
                  <a:gd name="T71" fmla="*/ 133 h 257"/>
                  <a:gd name="T72" fmla="*/ 61 w 114"/>
                  <a:gd name="T73" fmla="*/ 204 h 257"/>
                  <a:gd name="T74" fmla="*/ 64 w 114"/>
                  <a:gd name="T75" fmla="*/ 221 h 257"/>
                  <a:gd name="T76" fmla="*/ 68 w 114"/>
                  <a:gd name="T77" fmla="*/ 229 h 257"/>
                  <a:gd name="T78" fmla="*/ 73 w 114"/>
                  <a:gd name="T79" fmla="*/ 232 h 257"/>
                  <a:gd name="T80" fmla="*/ 81 w 114"/>
                  <a:gd name="T81" fmla="*/ 231 h 257"/>
                  <a:gd name="T82" fmla="*/ 86 w 114"/>
                  <a:gd name="T83" fmla="*/ 229 h 257"/>
                  <a:gd name="T84" fmla="*/ 91 w 114"/>
                  <a:gd name="T85" fmla="*/ 226 h 257"/>
                  <a:gd name="T86" fmla="*/ 95 w 114"/>
                  <a:gd name="T87" fmla="*/ 223 h 257"/>
                  <a:gd name="T88" fmla="*/ 97 w 114"/>
                  <a:gd name="T89" fmla="*/ 217 h 257"/>
                  <a:gd name="T90" fmla="*/ 99 w 114"/>
                  <a:gd name="T91" fmla="*/ 191 h 257"/>
                  <a:gd name="T92" fmla="*/ 98 w 114"/>
                  <a:gd name="T93" fmla="*/ 166 h 257"/>
                  <a:gd name="T94" fmla="*/ 102 w 114"/>
                  <a:gd name="T95" fmla="*/ 16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14" h="257">
                    <a:moveTo>
                      <a:pt x="102" y="164"/>
                    </a:moveTo>
                    <a:cubicBezTo>
                      <a:pt x="114" y="234"/>
                      <a:pt x="114" y="234"/>
                      <a:pt x="114" y="234"/>
                    </a:cubicBezTo>
                    <a:cubicBezTo>
                      <a:pt x="45" y="257"/>
                      <a:pt x="45" y="257"/>
                      <a:pt x="45" y="257"/>
                    </a:cubicBezTo>
                    <a:cubicBezTo>
                      <a:pt x="43" y="245"/>
                      <a:pt x="43" y="245"/>
                      <a:pt x="43" y="245"/>
                    </a:cubicBezTo>
                    <a:cubicBezTo>
                      <a:pt x="44" y="244"/>
                      <a:pt x="45" y="243"/>
                      <a:pt x="47" y="242"/>
                    </a:cubicBezTo>
                    <a:cubicBezTo>
                      <a:pt x="49" y="241"/>
                      <a:pt x="50" y="239"/>
                      <a:pt x="50" y="238"/>
                    </a:cubicBezTo>
                    <a:cubicBezTo>
                      <a:pt x="51" y="236"/>
                      <a:pt x="52" y="234"/>
                      <a:pt x="52" y="231"/>
                    </a:cubicBezTo>
                    <a:cubicBezTo>
                      <a:pt x="52" y="228"/>
                      <a:pt x="51" y="225"/>
                      <a:pt x="51" y="221"/>
                    </a:cubicBezTo>
                    <a:cubicBezTo>
                      <a:pt x="19" y="51"/>
                      <a:pt x="19" y="51"/>
                      <a:pt x="19" y="51"/>
                    </a:cubicBezTo>
                    <a:cubicBezTo>
                      <a:pt x="18" y="48"/>
                      <a:pt x="17" y="44"/>
                      <a:pt x="16" y="42"/>
                    </a:cubicBezTo>
                    <a:cubicBezTo>
                      <a:pt x="15" y="39"/>
                      <a:pt x="14" y="37"/>
                      <a:pt x="12" y="36"/>
                    </a:cubicBezTo>
                    <a:cubicBezTo>
                      <a:pt x="11" y="35"/>
                      <a:pt x="9" y="34"/>
                      <a:pt x="7" y="33"/>
                    </a:cubicBezTo>
                    <a:cubicBezTo>
                      <a:pt x="5" y="33"/>
                      <a:pt x="4" y="33"/>
                      <a:pt x="2" y="33"/>
                    </a:cubicBezTo>
                    <a:cubicBezTo>
                      <a:pt x="0" y="21"/>
                      <a:pt x="0" y="21"/>
                      <a:pt x="0" y="21"/>
                    </a:cubicBezTo>
                    <a:cubicBezTo>
                      <a:pt x="64" y="0"/>
                      <a:pt x="64" y="0"/>
                      <a:pt x="64" y="0"/>
                    </a:cubicBezTo>
                    <a:cubicBezTo>
                      <a:pt x="75" y="57"/>
                      <a:pt x="75" y="57"/>
                      <a:pt x="75" y="57"/>
                    </a:cubicBezTo>
                    <a:cubicBezTo>
                      <a:pt x="71" y="58"/>
                      <a:pt x="71" y="58"/>
                      <a:pt x="71" y="58"/>
                    </a:cubicBezTo>
                    <a:cubicBezTo>
                      <a:pt x="68" y="50"/>
                      <a:pt x="65" y="42"/>
                      <a:pt x="61" y="33"/>
                    </a:cubicBezTo>
                    <a:cubicBezTo>
                      <a:pt x="56" y="24"/>
                      <a:pt x="53" y="20"/>
                      <a:pt x="50" y="20"/>
                    </a:cubicBezTo>
                    <a:cubicBezTo>
                      <a:pt x="49" y="20"/>
                      <a:pt x="47" y="20"/>
                      <a:pt x="46" y="20"/>
                    </a:cubicBezTo>
                    <a:cubicBezTo>
                      <a:pt x="44" y="21"/>
                      <a:pt x="42" y="21"/>
                      <a:pt x="40" y="22"/>
                    </a:cubicBezTo>
                    <a:cubicBezTo>
                      <a:pt x="27" y="26"/>
                      <a:pt x="27" y="26"/>
                      <a:pt x="27" y="26"/>
                    </a:cubicBezTo>
                    <a:cubicBezTo>
                      <a:pt x="45" y="120"/>
                      <a:pt x="45" y="120"/>
                      <a:pt x="45" y="120"/>
                    </a:cubicBezTo>
                    <a:cubicBezTo>
                      <a:pt x="54" y="117"/>
                      <a:pt x="54" y="117"/>
                      <a:pt x="54" y="117"/>
                    </a:cubicBezTo>
                    <a:cubicBezTo>
                      <a:pt x="57" y="116"/>
                      <a:pt x="59" y="114"/>
                      <a:pt x="60" y="112"/>
                    </a:cubicBezTo>
                    <a:cubicBezTo>
                      <a:pt x="61" y="110"/>
                      <a:pt x="62" y="107"/>
                      <a:pt x="62" y="103"/>
                    </a:cubicBezTo>
                    <a:cubicBezTo>
                      <a:pt x="62" y="99"/>
                      <a:pt x="62" y="95"/>
                      <a:pt x="62" y="89"/>
                    </a:cubicBezTo>
                    <a:cubicBezTo>
                      <a:pt x="62" y="84"/>
                      <a:pt x="61" y="79"/>
                      <a:pt x="60" y="74"/>
                    </a:cubicBezTo>
                    <a:cubicBezTo>
                      <a:pt x="65" y="72"/>
                      <a:pt x="65" y="72"/>
                      <a:pt x="65" y="72"/>
                    </a:cubicBezTo>
                    <a:cubicBezTo>
                      <a:pt x="82" y="165"/>
                      <a:pt x="82" y="165"/>
                      <a:pt x="82" y="165"/>
                    </a:cubicBezTo>
                    <a:cubicBezTo>
                      <a:pt x="78" y="166"/>
                      <a:pt x="78" y="166"/>
                      <a:pt x="78" y="166"/>
                    </a:cubicBezTo>
                    <a:cubicBezTo>
                      <a:pt x="77" y="161"/>
                      <a:pt x="75" y="155"/>
                      <a:pt x="73" y="149"/>
                    </a:cubicBezTo>
                    <a:cubicBezTo>
                      <a:pt x="71" y="144"/>
                      <a:pt x="70" y="140"/>
                      <a:pt x="69" y="137"/>
                    </a:cubicBezTo>
                    <a:cubicBezTo>
                      <a:pt x="67" y="133"/>
                      <a:pt x="65" y="131"/>
                      <a:pt x="63" y="130"/>
                    </a:cubicBezTo>
                    <a:cubicBezTo>
                      <a:pt x="61" y="129"/>
                      <a:pt x="59" y="129"/>
                      <a:pt x="57" y="130"/>
                    </a:cubicBezTo>
                    <a:cubicBezTo>
                      <a:pt x="47" y="133"/>
                      <a:pt x="47" y="133"/>
                      <a:pt x="47" y="133"/>
                    </a:cubicBezTo>
                    <a:cubicBezTo>
                      <a:pt x="61" y="204"/>
                      <a:pt x="61" y="204"/>
                      <a:pt x="61" y="204"/>
                    </a:cubicBezTo>
                    <a:cubicBezTo>
                      <a:pt x="62" y="211"/>
                      <a:pt x="63" y="217"/>
                      <a:pt x="64" y="221"/>
                    </a:cubicBezTo>
                    <a:cubicBezTo>
                      <a:pt x="65" y="225"/>
                      <a:pt x="67" y="228"/>
                      <a:pt x="68" y="229"/>
                    </a:cubicBezTo>
                    <a:cubicBezTo>
                      <a:pt x="70" y="231"/>
                      <a:pt x="71" y="232"/>
                      <a:pt x="73" y="232"/>
                    </a:cubicBezTo>
                    <a:cubicBezTo>
                      <a:pt x="75" y="232"/>
                      <a:pt x="77" y="232"/>
                      <a:pt x="81" y="231"/>
                    </a:cubicBezTo>
                    <a:cubicBezTo>
                      <a:pt x="82" y="230"/>
                      <a:pt x="84" y="230"/>
                      <a:pt x="86" y="229"/>
                    </a:cubicBezTo>
                    <a:cubicBezTo>
                      <a:pt x="88" y="228"/>
                      <a:pt x="90" y="227"/>
                      <a:pt x="91" y="226"/>
                    </a:cubicBezTo>
                    <a:cubicBezTo>
                      <a:pt x="92" y="226"/>
                      <a:pt x="94" y="224"/>
                      <a:pt x="95" y="223"/>
                    </a:cubicBezTo>
                    <a:cubicBezTo>
                      <a:pt x="96" y="221"/>
                      <a:pt x="97" y="219"/>
                      <a:pt x="97" y="217"/>
                    </a:cubicBezTo>
                    <a:cubicBezTo>
                      <a:pt x="98" y="211"/>
                      <a:pt x="99" y="202"/>
                      <a:pt x="99" y="191"/>
                    </a:cubicBezTo>
                    <a:cubicBezTo>
                      <a:pt x="98" y="179"/>
                      <a:pt x="98" y="171"/>
                      <a:pt x="98" y="166"/>
                    </a:cubicBezTo>
                    <a:lnTo>
                      <a:pt x="102" y="164"/>
                    </a:lnTo>
                    <a:close/>
                  </a:path>
                </a:pathLst>
              </a:custGeom>
              <a:solidFill>
                <a:srgbClr val="898989"/>
              </a:solidFill>
              <a:ln>
                <a:noFill/>
              </a:ln>
            </p:spPr>
            <p:txBody>
              <a:bodyPr anchor="ctr"/>
              <a:lstStyle/>
              <a:p>
                <a:pPr algn="ctr"/>
                <a:endParaRPr/>
              </a:p>
            </p:txBody>
          </p:sp>
          <p:sp>
            <p:nvSpPr>
              <p:cNvPr id="45" name="işľíḑê">
                <a:extLst>
                  <a:ext uri="{FF2B5EF4-FFF2-40B4-BE49-F238E27FC236}">
                    <a16:creationId xmlns:a16="http://schemas.microsoft.com/office/drawing/2014/main" id="{05CBB044-FA1C-48BD-AB18-2CB503606613}"/>
                  </a:ext>
                </a:extLst>
              </p:cNvPr>
              <p:cNvSpPr/>
              <p:nvPr/>
            </p:nvSpPr>
            <p:spPr bwMode="auto">
              <a:xfrm>
                <a:off x="3314701" y="4000501"/>
                <a:ext cx="95250" cy="207963"/>
              </a:xfrm>
              <a:custGeom>
                <a:avLst/>
                <a:gdLst>
                  <a:gd name="T0" fmla="*/ 91 w 123"/>
                  <a:gd name="T1" fmla="*/ 12 h 265"/>
                  <a:gd name="T2" fmla="*/ 86 w 123"/>
                  <a:gd name="T3" fmla="*/ 16 h 265"/>
                  <a:gd name="T4" fmla="*/ 83 w 123"/>
                  <a:gd name="T5" fmla="*/ 23 h 265"/>
                  <a:gd name="T6" fmla="*/ 83 w 123"/>
                  <a:gd name="T7" fmla="*/ 40 h 265"/>
                  <a:gd name="T8" fmla="*/ 88 w 123"/>
                  <a:gd name="T9" fmla="*/ 70 h 265"/>
                  <a:gd name="T10" fmla="*/ 123 w 123"/>
                  <a:gd name="T11" fmla="*/ 242 h 265"/>
                  <a:gd name="T12" fmla="*/ 118 w 123"/>
                  <a:gd name="T13" fmla="*/ 243 h 265"/>
                  <a:gd name="T14" fmla="*/ 29 w 123"/>
                  <a:gd name="T15" fmla="*/ 69 h 265"/>
                  <a:gd name="T16" fmla="*/ 54 w 123"/>
                  <a:gd name="T17" fmla="*/ 190 h 265"/>
                  <a:gd name="T18" fmla="*/ 61 w 123"/>
                  <a:gd name="T19" fmla="*/ 221 h 265"/>
                  <a:gd name="T20" fmla="*/ 67 w 123"/>
                  <a:gd name="T21" fmla="*/ 236 h 265"/>
                  <a:gd name="T22" fmla="*/ 74 w 123"/>
                  <a:gd name="T23" fmla="*/ 240 h 265"/>
                  <a:gd name="T24" fmla="*/ 80 w 123"/>
                  <a:gd name="T25" fmla="*/ 242 h 265"/>
                  <a:gd name="T26" fmla="*/ 83 w 123"/>
                  <a:gd name="T27" fmla="*/ 254 h 265"/>
                  <a:gd name="T28" fmla="*/ 49 w 123"/>
                  <a:gd name="T29" fmla="*/ 265 h 265"/>
                  <a:gd name="T30" fmla="*/ 46 w 123"/>
                  <a:gd name="T31" fmla="*/ 254 h 265"/>
                  <a:gd name="T32" fmla="*/ 51 w 123"/>
                  <a:gd name="T33" fmla="*/ 249 h 265"/>
                  <a:gd name="T34" fmla="*/ 55 w 123"/>
                  <a:gd name="T35" fmla="*/ 242 h 265"/>
                  <a:gd name="T36" fmla="*/ 55 w 123"/>
                  <a:gd name="T37" fmla="*/ 227 h 265"/>
                  <a:gd name="T38" fmla="*/ 49 w 123"/>
                  <a:gd name="T39" fmla="*/ 194 h 265"/>
                  <a:gd name="T40" fmla="*/ 25 w 123"/>
                  <a:gd name="T41" fmla="*/ 78 h 265"/>
                  <a:gd name="T42" fmla="*/ 21 w 123"/>
                  <a:gd name="T43" fmla="*/ 63 h 265"/>
                  <a:gd name="T44" fmla="*/ 16 w 123"/>
                  <a:gd name="T45" fmla="*/ 52 h 265"/>
                  <a:gd name="T46" fmla="*/ 9 w 123"/>
                  <a:gd name="T47" fmla="*/ 45 h 265"/>
                  <a:gd name="T48" fmla="*/ 2 w 123"/>
                  <a:gd name="T49" fmla="*/ 43 h 265"/>
                  <a:gd name="T50" fmla="*/ 0 w 123"/>
                  <a:gd name="T51" fmla="*/ 31 h 265"/>
                  <a:gd name="T52" fmla="*/ 23 w 123"/>
                  <a:gd name="T53" fmla="*/ 23 h 265"/>
                  <a:gd name="T54" fmla="*/ 106 w 123"/>
                  <a:gd name="T55" fmla="*/ 186 h 265"/>
                  <a:gd name="T56" fmla="*/ 83 w 123"/>
                  <a:gd name="T57" fmla="*/ 74 h 265"/>
                  <a:gd name="T58" fmla="*/ 76 w 123"/>
                  <a:gd name="T59" fmla="*/ 43 h 265"/>
                  <a:gd name="T60" fmla="*/ 70 w 123"/>
                  <a:gd name="T61" fmla="*/ 29 h 265"/>
                  <a:gd name="T62" fmla="*/ 64 w 123"/>
                  <a:gd name="T63" fmla="*/ 25 h 265"/>
                  <a:gd name="T64" fmla="*/ 57 w 123"/>
                  <a:gd name="T65" fmla="*/ 23 h 265"/>
                  <a:gd name="T66" fmla="*/ 55 w 123"/>
                  <a:gd name="T67" fmla="*/ 12 h 265"/>
                  <a:gd name="T68" fmla="*/ 89 w 123"/>
                  <a:gd name="T69" fmla="*/ 0 h 265"/>
                  <a:gd name="T70" fmla="*/ 91 w 123"/>
                  <a:gd name="T71"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3" h="265">
                    <a:moveTo>
                      <a:pt x="91" y="12"/>
                    </a:moveTo>
                    <a:cubicBezTo>
                      <a:pt x="90" y="12"/>
                      <a:pt x="88" y="14"/>
                      <a:pt x="86" y="16"/>
                    </a:cubicBezTo>
                    <a:cubicBezTo>
                      <a:pt x="85" y="18"/>
                      <a:pt x="83" y="21"/>
                      <a:pt x="83" y="23"/>
                    </a:cubicBezTo>
                    <a:cubicBezTo>
                      <a:pt x="82" y="26"/>
                      <a:pt x="82" y="32"/>
                      <a:pt x="83" y="40"/>
                    </a:cubicBezTo>
                    <a:cubicBezTo>
                      <a:pt x="84" y="48"/>
                      <a:pt x="86" y="58"/>
                      <a:pt x="88" y="70"/>
                    </a:cubicBezTo>
                    <a:cubicBezTo>
                      <a:pt x="123" y="242"/>
                      <a:pt x="123" y="242"/>
                      <a:pt x="123" y="242"/>
                    </a:cubicBezTo>
                    <a:cubicBezTo>
                      <a:pt x="118" y="243"/>
                      <a:pt x="118" y="243"/>
                      <a:pt x="118" y="243"/>
                    </a:cubicBezTo>
                    <a:cubicBezTo>
                      <a:pt x="29" y="69"/>
                      <a:pt x="29" y="69"/>
                      <a:pt x="29" y="69"/>
                    </a:cubicBezTo>
                    <a:cubicBezTo>
                      <a:pt x="54" y="190"/>
                      <a:pt x="54" y="190"/>
                      <a:pt x="54" y="190"/>
                    </a:cubicBezTo>
                    <a:cubicBezTo>
                      <a:pt x="57" y="204"/>
                      <a:pt x="59" y="214"/>
                      <a:pt x="61" y="221"/>
                    </a:cubicBezTo>
                    <a:cubicBezTo>
                      <a:pt x="63" y="228"/>
                      <a:pt x="65" y="233"/>
                      <a:pt x="67" y="236"/>
                    </a:cubicBezTo>
                    <a:cubicBezTo>
                      <a:pt x="69" y="238"/>
                      <a:pt x="71" y="239"/>
                      <a:pt x="74" y="240"/>
                    </a:cubicBezTo>
                    <a:cubicBezTo>
                      <a:pt x="77" y="242"/>
                      <a:pt x="79" y="242"/>
                      <a:pt x="80" y="242"/>
                    </a:cubicBezTo>
                    <a:cubicBezTo>
                      <a:pt x="83" y="254"/>
                      <a:pt x="83" y="254"/>
                      <a:pt x="83" y="254"/>
                    </a:cubicBezTo>
                    <a:cubicBezTo>
                      <a:pt x="49" y="265"/>
                      <a:pt x="49" y="265"/>
                      <a:pt x="49" y="265"/>
                    </a:cubicBezTo>
                    <a:cubicBezTo>
                      <a:pt x="46" y="254"/>
                      <a:pt x="46" y="254"/>
                      <a:pt x="46" y="254"/>
                    </a:cubicBezTo>
                    <a:cubicBezTo>
                      <a:pt x="47" y="253"/>
                      <a:pt x="49" y="251"/>
                      <a:pt x="51" y="249"/>
                    </a:cubicBezTo>
                    <a:cubicBezTo>
                      <a:pt x="53" y="246"/>
                      <a:pt x="54" y="244"/>
                      <a:pt x="55" y="242"/>
                    </a:cubicBezTo>
                    <a:cubicBezTo>
                      <a:pt x="55" y="238"/>
                      <a:pt x="55" y="233"/>
                      <a:pt x="55" y="227"/>
                    </a:cubicBezTo>
                    <a:cubicBezTo>
                      <a:pt x="54" y="220"/>
                      <a:pt x="52" y="209"/>
                      <a:pt x="49" y="194"/>
                    </a:cubicBezTo>
                    <a:cubicBezTo>
                      <a:pt x="25" y="78"/>
                      <a:pt x="25" y="78"/>
                      <a:pt x="25" y="78"/>
                    </a:cubicBezTo>
                    <a:cubicBezTo>
                      <a:pt x="24" y="73"/>
                      <a:pt x="23" y="68"/>
                      <a:pt x="21" y="63"/>
                    </a:cubicBezTo>
                    <a:cubicBezTo>
                      <a:pt x="20" y="58"/>
                      <a:pt x="18" y="55"/>
                      <a:pt x="16" y="52"/>
                    </a:cubicBezTo>
                    <a:cubicBezTo>
                      <a:pt x="14" y="49"/>
                      <a:pt x="12" y="47"/>
                      <a:pt x="9" y="45"/>
                    </a:cubicBezTo>
                    <a:cubicBezTo>
                      <a:pt x="6" y="43"/>
                      <a:pt x="4" y="43"/>
                      <a:pt x="2" y="43"/>
                    </a:cubicBezTo>
                    <a:cubicBezTo>
                      <a:pt x="0" y="31"/>
                      <a:pt x="0" y="31"/>
                      <a:pt x="0" y="31"/>
                    </a:cubicBezTo>
                    <a:cubicBezTo>
                      <a:pt x="23" y="23"/>
                      <a:pt x="23" y="23"/>
                      <a:pt x="23" y="23"/>
                    </a:cubicBezTo>
                    <a:cubicBezTo>
                      <a:pt x="106" y="186"/>
                      <a:pt x="106" y="186"/>
                      <a:pt x="106" y="186"/>
                    </a:cubicBezTo>
                    <a:cubicBezTo>
                      <a:pt x="83" y="74"/>
                      <a:pt x="83" y="74"/>
                      <a:pt x="83" y="74"/>
                    </a:cubicBezTo>
                    <a:cubicBezTo>
                      <a:pt x="80" y="60"/>
                      <a:pt x="78" y="50"/>
                      <a:pt x="76" y="43"/>
                    </a:cubicBezTo>
                    <a:cubicBezTo>
                      <a:pt x="74" y="36"/>
                      <a:pt x="72" y="31"/>
                      <a:pt x="70" y="29"/>
                    </a:cubicBezTo>
                    <a:cubicBezTo>
                      <a:pt x="69" y="27"/>
                      <a:pt x="67" y="26"/>
                      <a:pt x="64" y="25"/>
                    </a:cubicBezTo>
                    <a:cubicBezTo>
                      <a:pt x="61" y="24"/>
                      <a:pt x="59" y="23"/>
                      <a:pt x="57" y="23"/>
                    </a:cubicBezTo>
                    <a:cubicBezTo>
                      <a:pt x="55" y="12"/>
                      <a:pt x="55" y="12"/>
                      <a:pt x="55" y="12"/>
                    </a:cubicBezTo>
                    <a:cubicBezTo>
                      <a:pt x="89" y="0"/>
                      <a:pt x="89" y="0"/>
                      <a:pt x="89" y="0"/>
                    </a:cubicBezTo>
                    <a:lnTo>
                      <a:pt x="91" y="12"/>
                    </a:lnTo>
                    <a:close/>
                  </a:path>
                </a:pathLst>
              </a:custGeom>
              <a:solidFill>
                <a:srgbClr val="898989"/>
              </a:solidFill>
              <a:ln>
                <a:noFill/>
              </a:ln>
            </p:spPr>
            <p:txBody>
              <a:bodyPr anchor="ctr"/>
              <a:lstStyle/>
              <a:p>
                <a:pPr algn="ctr"/>
                <a:endParaRPr/>
              </a:p>
            </p:txBody>
          </p:sp>
          <p:sp>
            <p:nvSpPr>
              <p:cNvPr id="46" name="îṥ1îďê">
                <a:extLst>
                  <a:ext uri="{FF2B5EF4-FFF2-40B4-BE49-F238E27FC236}">
                    <a16:creationId xmlns:a16="http://schemas.microsoft.com/office/drawing/2014/main" id="{A4D73FB8-896D-46D2-A0F0-A24C0946AAE9}"/>
                  </a:ext>
                </a:extLst>
              </p:cNvPr>
              <p:cNvSpPr/>
              <p:nvPr/>
            </p:nvSpPr>
            <p:spPr bwMode="auto">
              <a:xfrm>
                <a:off x="3392488" y="3979863"/>
                <a:ext cx="76200" cy="198438"/>
              </a:xfrm>
              <a:custGeom>
                <a:avLst/>
                <a:gdLst>
                  <a:gd name="T0" fmla="*/ 77 w 97"/>
                  <a:gd name="T1" fmla="*/ 249 h 251"/>
                  <a:gd name="T2" fmla="*/ 61 w 97"/>
                  <a:gd name="T3" fmla="*/ 246 h 251"/>
                  <a:gd name="T4" fmla="*/ 44 w 97"/>
                  <a:gd name="T5" fmla="*/ 228 h 251"/>
                  <a:gd name="T6" fmla="*/ 27 w 97"/>
                  <a:gd name="T7" fmla="*/ 194 h 251"/>
                  <a:gd name="T8" fmla="*/ 12 w 97"/>
                  <a:gd name="T9" fmla="*/ 145 h 251"/>
                  <a:gd name="T10" fmla="*/ 2 w 97"/>
                  <a:gd name="T11" fmla="*/ 94 h 251"/>
                  <a:gd name="T12" fmla="*/ 1 w 97"/>
                  <a:gd name="T13" fmla="*/ 51 h 251"/>
                  <a:gd name="T14" fmla="*/ 7 w 97"/>
                  <a:gd name="T15" fmla="*/ 21 h 251"/>
                  <a:gd name="T16" fmla="*/ 20 w 97"/>
                  <a:gd name="T17" fmla="*/ 6 h 251"/>
                  <a:gd name="T18" fmla="*/ 32 w 97"/>
                  <a:gd name="T19" fmla="*/ 6 h 251"/>
                  <a:gd name="T20" fmla="*/ 44 w 97"/>
                  <a:gd name="T21" fmla="*/ 14 h 251"/>
                  <a:gd name="T22" fmla="*/ 44 w 97"/>
                  <a:gd name="T23" fmla="*/ 2 h 251"/>
                  <a:gd name="T24" fmla="*/ 49 w 97"/>
                  <a:gd name="T25" fmla="*/ 0 h 251"/>
                  <a:gd name="T26" fmla="*/ 69 w 97"/>
                  <a:gd name="T27" fmla="*/ 82 h 251"/>
                  <a:gd name="T28" fmla="*/ 64 w 97"/>
                  <a:gd name="T29" fmla="*/ 84 h 251"/>
                  <a:gd name="T30" fmla="*/ 55 w 97"/>
                  <a:gd name="T31" fmla="*/ 59 h 251"/>
                  <a:gd name="T32" fmla="*/ 45 w 97"/>
                  <a:gd name="T33" fmla="*/ 37 h 251"/>
                  <a:gd name="T34" fmla="*/ 34 w 97"/>
                  <a:gd name="T35" fmla="*/ 22 h 251"/>
                  <a:gd name="T36" fmla="*/ 24 w 97"/>
                  <a:gd name="T37" fmla="*/ 19 h 251"/>
                  <a:gd name="T38" fmla="*/ 16 w 97"/>
                  <a:gd name="T39" fmla="*/ 31 h 251"/>
                  <a:gd name="T40" fmla="*/ 12 w 97"/>
                  <a:gd name="T41" fmla="*/ 55 h 251"/>
                  <a:gd name="T42" fmla="*/ 15 w 97"/>
                  <a:gd name="T43" fmla="*/ 91 h 251"/>
                  <a:gd name="T44" fmla="*/ 25 w 97"/>
                  <a:gd name="T45" fmla="*/ 137 h 251"/>
                  <a:gd name="T46" fmla="*/ 37 w 97"/>
                  <a:gd name="T47" fmla="*/ 177 h 251"/>
                  <a:gd name="T48" fmla="*/ 50 w 97"/>
                  <a:gd name="T49" fmla="*/ 207 h 251"/>
                  <a:gd name="T50" fmla="*/ 64 w 97"/>
                  <a:gd name="T51" fmla="*/ 225 h 251"/>
                  <a:gd name="T52" fmla="*/ 77 w 97"/>
                  <a:gd name="T53" fmla="*/ 228 h 251"/>
                  <a:gd name="T54" fmla="*/ 85 w 97"/>
                  <a:gd name="T55" fmla="*/ 221 h 251"/>
                  <a:gd name="T56" fmla="*/ 89 w 97"/>
                  <a:gd name="T57" fmla="*/ 207 h 251"/>
                  <a:gd name="T58" fmla="*/ 90 w 97"/>
                  <a:gd name="T59" fmla="*/ 188 h 251"/>
                  <a:gd name="T60" fmla="*/ 88 w 97"/>
                  <a:gd name="T61" fmla="*/ 167 h 251"/>
                  <a:gd name="T62" fmla="*/ 94 w 97"/>
                  <a:gd name="T63" fmla="*/ 171 h 251"/>
                  <a:gd name="T64" fmla="*/ 93 w 97"/>
                  <a:gd name="T65" fmla="*/ 226 h 251"/>
                  <a:gd name="T66" fmla="*/ 77 w 97"/>
                  <a:gd name="T67" fmla="*/ 249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 h="251">
                    <a:moveTo>
                      <a:pt x="77" y="249"/>
                    </a:moveTo>
                    <a:cubicBezTo>
                      <a:pt x="73" y="251"/>
                      <a:pt x="67" y="250"/>
                      <a:pt x="61" y="246"/>
                    </a:cubicBezTo>
                    <a:cubicBezTo>
                      <a:pt x="56" y="243"/>
                      <a:pt x="50" y="237"/>
                      <a:pt x="44" y="228"/>
                    </a:cubicBezTo>
                    <a:cubicBezTo>
                      <a:pt x="38" y="219"/>
                      <a:pt x="32" y="208"/>
                      <a:pt x="27" y="194"/>
                    </a:cubicBezTo>
                    <a:cubicBezTo>
                      <a:pt x="21" y="180"/>
                      <a:pt x="16" y="164"/>
                      <a:pt x="12" y="145"/>
                    </a:cubicBezTo>
                    <a:cubicBezTo>
                      <a:pt x="7" y="127"/>
                      <a:pt x="4" y="110"/>
                      <a:pt x="2" y="94"/>
                    </a:cubicBezTo>
                    <a:cubicBezTo>
                      <a:pt x="1" y="78"/>
                      <a:pt x="0" y="64"/>
                      <a:pt x="1" y="51"/>
                    </a:cubicBezTo>
                    <a:cubicBezTo>
                      <a:pt x="2" y="39"/>
                      <a:pt x="4" y="29"/>
                      <a:pt x="7" y="21"/>
                    </a:cubicBezTo>
                    <a:cubicBezTo>
                      <a:pt x="11" y="13"/>
                      <a:pt x="15" y="8"/>
                      <a:pt x="20" y="6"/>
                    </a:cubicBezTo>
                    <a:cubicBezTo>
                      <a:pt x="24" y="4"/>
                      <a:pt x="28" y="4"/>
                      <a:pt x="32" y="6"/>
                    </a:cubicBezTo>
                    <a:cubicBezTo>
                      <a:pt x="36" y="7"/>
                      <a:pt x="40" y="10"/>
                      <a:pt x="44" y="14"/>
                    </a:cubicBezTo>
                    <a:cubicBezTo>
                      <a:pt x="44" y="2"/>
                      <a:pt x="44" y="2"/>
                      <a:pt x="44" y="2"/>
                    </a:cubicBezTo>
                    <a:cubicBezTo>
                      <a:pt x="49" y="0"/>
                      <a:pt x="49" y="0"/>
                      <a:pt x="49" y="0"/>
                    </a:cubicBezTo>
                    <a:cubicBezTo>
                      <a:pt x="69" y="82"/>
                      <a:pt x="69" y="82"/>
                      <a:pt x="69" y="82"/>
                    </a:cubicBezTo>
                    <a:cubicBezTo>
                      <a:pt x="64" y="84"/>
                      <a:pt x="64" y="84"/>
                      <a:pt x="64" y="84"/>
                    </a:cubicBezTo>
                    <a:cubicBezTo>
                      <a:pt x="62" y="76"/>
                      <a:pt x="59" y="68"/>
                      <a:pt x="55" y="59"/>
                    </a:cubicBezTo>
                    <a:cubicBezTo>
                      <a:pt x="52" y="50"/>
                      <a:pt x="48" y="43"/>
                      <a:pt x="45" y="37"/>
                    </a:cubicBezTo>
                    <a:cubicBezTo>
                      <a:pt x="42" y="30"/>
                      <a:pt x="38" y="25"/>
                      <a:pt x="34" y="22"/>
                    </a:cubicBezTo>
                    <a:cubicBezTo>
                      <a:pt x="31" y="19"/>
                      <a:pt x="28" y="18"/>
                      <a:pt x="24" y="19"/>
                    </a:cubicBezTo>
                    <a:cubicBezTo>
                      <a:pt x="21" y="21"/>
                      <a:pt x="18" y="25"/>
                      <a:pt x="16" y="31"/>
                    </a:cubicBezTo>
                    <a:cubicBezTo>
                      <a:pt x="14" y="37"/>
                      <a:pt x="13" y="45"/>
                      <a:pt x="12" y="55"/>
                    </a:cubicBezTo>
                    <a:cubicBezTo>
                      <a:pt x="12" y="65"/>
                      <a:pt x="13" y="77"/>
                      <a:pt x="15" y="91"/>
                    </a:cubicBezTo>
                    <a:cubicBezTo>
                      <a:pt x="18" y="105"/>
                      <a:pt x="21" y="120"/>
                      <a:pt x="25" y="137"/>
                    </a:cubicBezTo>
                    <a:cubicBezTo>
                      <a:pt x="28" y="152"/>
                      <a:pt x="32" y="165"/>
                      <a:pt x="37" y="177"/>
                    </a:cubicBezTo>
                    <a:cubicBezTo>
                      <a:pt x="41" y="189"/>
                      <a:pt x="45" y="199"/>
                      <a:pt x="50" y="207"/>
                    </a:cubicBezTo>
                    <a:cubicBezTo>
                      <a:pt x="55" y="215"/>
                      <a:pt x="59" y="221"/>
                      <a:pt x="64" y="225"/>
                    </a:cubicBezTo>
                    <a:cubicBezTo>
                      <a:pt x="69" y="229"/>
                      <a:pt x="73" y="230"/>
                      <a:pt x="77" y="228"/>
                    </a:cubicBezTo>
                    <a:cubicBezTo>
                      <a:pt x="80" y="227"/>
                      <a:pt x="83" y="224"/>
                      <a:pt x="85" y="221"/>
                    </a:cubicBezTo>
                    <a:cubicBezTo>
                      <a:pt x="87" y="217"/>
                      <a:pt x="88" y="212"/>
                      <a:pt x="89" y="207"/>
                    </a:cubicBezTo>
                    <a:cubicBezTo>
                      <a:pt x="89" y="201"/>
                      <a:pt x="90" y="195"/>
                      <a:pt x="90" y="188"/>
                    </a:cubicBezTo>
                    <a:cubicBezTo>
                      <a:pt x="90" y="182"/>
                      <a:pt x="89" y="174"/>
                      <a:pt x="88" y="167"/>
                    </a:cubicBezTo>
                    <a:cubicBezTo>
                      <a:pt x="94" y="171"/>
                      <a:pt x="94" y="171"/>
                      <a:pt x="94" y="171"/>
                    </a:cubicBezTo>
                    <a:cubicBezTo>
                      <a:pt x="97" y="195"/>
                      <a:pt x="96" y="213"/>
                      <a:pt x="93" y="226"/>
                    </a:cubicBezTo>
                    <a:cubicBezTo>
                      <a:pt x="90" y="238"/>
                      <a:pt x="85" y="245"/>
                      <a:pt x="77" y="249"/>
                    </a:cubicBezTo>
                    <a:close/>
                  </a:path>
                </a:pathLst>
              </a:custGeom>
              <a:solidFill>
                <a:srgbClr val="898989"/>
              </a:solidFill>
              <a:ln>
                <a:noFill/>
              </a:ln>
            </p:spPr>
            <p:txBody>
              <a:bodyPr anchor="ctr"/>
              <a:lstStyle/>
              <a:p>
                <a:pPr algn="ctr"/>
                <a:endParaRPr/>
              </a:p>
            </p:txBody>
          </p:sp>
          <p:sp>
            <p:nvSpPr>
              <p:cNvPr id="47" name="îś1îḓe">
                <a:extLst>
                  <a:ext uri="{FF2B5EF4-FFF2-40B4-BE49-F238E27FC236}">
                    <a16:creationId xmlns:a16="http://schemas.microsoft.com/office/drawing/2014/main" id="{39C87C6E-ED98-4ABF-A75D-6726EDEDC1CE}"/>
                  </a:ext>
                </a:extLst>
              </p:cNvPr>
              <p:cNvSpPr/>
              <p:nvPr/>
            </p:nvSpPr>
            <p:spPr bwMode="auto">
              <a:xfrm>
                <a:off x="3438526" y="3952876"/>
                <a:ext cx="103188" cy="203200"/>
              </a:xfrm>
              <a:custGeom>
                <a:avLst/>
                <a:gdLst>
                  <a:gd name="T0" fmla="*/ 115 w 133"/>
                  <a:gd name="T1" fmla="*/ 156 h 258"/>
                  <a:gd name="T2" fmla="*/ 133 w 133"/>
                  <a:gd name="T3" fmla="*/ 224 h 258"/>
                  <a:gd name="T4" fmla="*/ 67 w 133"/>
                  <a:gd name="T5" fmla="*/ 258 h 258"/>
                  <a:gd name="T6" fmla="*/ 64 w 133"/>
                  <a:gd name="T7" fmla="*/ 246 h 258"/>
                  <a:gd name="T8" fmla="*/ 68 w 133"/>
                  <a:gd name="T9" fmla="*/ 243 h 258"/>
                  <a:gd name="T10" fmla="*/ 71 w 133"/>
                  <a:gd name="T11" fmla="*/ 239 h 258"/>
                  <a:gd name="T12" fmla="*/ 71 w 133"/>
                  <a:gd name="T13" fmla="*/ 231 h 258"/>
                  <a:gd name="T14" fmla="*/ 69 w 133"/>
                  <a:gd name="T15" fmla="*/ 221 h 258"/>
                  <a:gd name="T16" fmla="*/ 21 w 133"/>
                  <a:gd name="T17" fmla="*/ 58 h 258"/>
                  <a:gd name="T18" fmla="*/ 18 w 133"/>
                  <a:gd name="T19" fmla="*/ 49 h 258"/>
                  <a:gd name="T20" fmla="*/ 13 w 133"/>
                  <a:gd name="T21" fmla="*/ 44 h 258"/>
                  <a:gd name="T22" fmla="*/ 8 w 133"/>
                  <a:gd name="T23" fmla="*/ 42 h 258"/>
                  <a:gd name="T24" fmla="*/ 3 w 133"/>
                  <a:gd name="T25" fmla="*/ 43 h 258"/>
                  <a:gd name="T26" fmla="*/ 0 w 133"/>
                  <a:gd name="T27" fmla="*/ 31 h 258"/>
                  <a:gd name="T28" fmla="*/ 61 w 133"/>
                  <a:gd name="T29" fmla="*/ 0 h 258"/>
                  <a:gd name="T30" fmla="*/ 78 w 133"/>
                  <a:gd name="T31" fmla="*/ 54 h 258"/>
                  <a:gd name="T32" fmla="*/ 73 w 133"/>
                  <a:gd name="T33" fmla="*/ 56 h 258"/>
                  <a:gd name="T34" fmla="*/ 61 w 133"/>
                  <a:gd name="T35" fmla="*/ 33 h 258"/>
                  <a:gd name="T36" fmla="*/ 49 w 133"/>
                  <a:gd name="T37" fmla="*/ 22 h 258"/>
                  <a:gd name="T38" fmla="*/ 45 w 133"/>
                  <a:gd name="T39" fmla="*/ 23 h 258"/>
                  <a:gd name="T40" fmla="*/ 39 w 133"/>
                  <a:gd name="T41" fmla="*/ 25 h 258"/>
                  <a:gd name="T42" fmla="*/ 27 w 133"/>
                  <a:gd name="T43" fmla="*/ 32 h 258"/>
                  <a:gd name="T44" fmla="*/ 54 w 133"/>
                  <a:gd name="T45" fmla="*/ 122 h 258"/>
                  <a:gd name="T46" fmla="*/ 63 w 133"/>
                  <a:gd name="T47" fmla="*/ 117 h 258"/>
                  <a:gd name="T48" fmla="*/ 68 w 133"/>
                  <a:gd name="T49" fmla="*/ 112 h 258"/>
                  <a:gd name="T50" fmla="*/ 69 w 133"/>
                  <a:gd name="T51" fmla="*/ 102 h 258"/>
                  <a:gd name="T52" fmla="*/ 68 w 133"/>
                  <a:gd name="T53" fmla="*/ 89 h 258"/>
                  <a:gd name="T54" fmla="*/ 65 w 133"/>
                  <a:gd name="T55" fmla="*/ 74 h 258"/>
                  <a:gd name="T56" fmla="*/ 69 w 133"/>
                  <a:gd name="T57" fmla="*/ 71 h 258"/>
                  <a:gd name="T58" fmla="*/ 95 w 133"/>
                  <a:gd name="T59" fmla="*/ 160 h 258"/>
                  <a:gd name="T60" fmla="*/ 91 w 133"/>
                  <a:gd name="T61" fmla="*/ 162 h 258"/>
                  <a:gd name="T62" fmla="*/ 85 w 133"/>
                  <a:gd name="T63" fmla="*/ 147 h 258"/>
                  <a:gd name="T64" fmla="*/ 79 w 133"/>
                  <a:gd name="T65" fmla="*/ 135 h 258"/>
                  <a:gd name="T66" fmla="*/ 73 w 133"/>
                  <a:gd name="T67" fmla="*/ 129 h 258"/>
                  <a:gd name="T68" fmla="*/ 66 w 133"/>
                  <a:gd name="T69" fmla="*/ 130 h 258"/>
                  <a:gd name="T70" fmla="*/ 57 w 133"/>
                  <a:gd name="T71" fmla="*/ 135 h 258"/>
                  <a:gd name="T72" fmla="*/ 78 w 133"/>
                  <a:gd name="T73" fmla="*/ 203 h 258"/>
                  <a:gd name="T74" fmla="*/ 83 w 133"/>
                  <a:gd name="T75" fmla="*/ 219 h 258"/>
                  <a:gd name="T76" fmla="*/ 87 w 133"/>
                  <a:gd name="T77" fmla="*/ 227 h 258"/>
                  <a:gd name="T78" fmla="*/ 93 w 133"/>
                  <a:gd name="T79" fmla="*/ 228 h 258"/>
                  <a:gd name="T80" fmla="*/ 100 w 133"/>
                  <a:gd name="T81" fmla="*/ 226 h 258"/>
                  <a:gd name="T82" fmla="*/ 105 w 133"/>
                  <a:gd name="T83" fmla="*/ 223 h 258"/>
                  <a:gd name="T84" fmla="*/ 110 w 133"/>
                  <a:gd name="T85" fmla="*/ 220 h 258"/>
                  <a:gd name="T86" fmla="*/ 114 w 133"/>
                  <a:gd name="T87" fmla="*/ 215 h 258"/>
                  <a:gd name="T88" fmla="*/ 115 w 133"/>
                  <a:gd name="T89" fmla="*/ 209 h 258"/>
                  <a:gd name="T90" fmla="*/ 114 w 133"/>
                  <a:gd name="T91" fmla="*/ 183 h 258"/>
                  <a:gd name="T92" fmla="*/ 111 w 133"/>
                  <a:gd name="T93" fmla="*/ 158 h 258"/>
                  <a:gd name="T94" fmla="*/ 115 w 133"/>
                  <a:gd name="T95" fmla="*/ 156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3" h="258">
                    <a:moveTo>
                      <a:pt x="115" y="156"/>
                    </a:moveTo>
                    <a:cubicBezTo>
                      <a:pt x="133" y="224"/>
                      <a:pt x="133" y="224"/>
                      <a:pt x="133" y="224"/>
                    </a:cubicBezTo>
                    <a:cubicBezTo>
                      <a:pt x="67" y="258"/>
                      <a:pt x="67" y="258"/>
                      <a:pt x="67" y="258"/>
                    </a:cubicBezTo>
                    <a:cubicBezTo>
                      <a:pt x="64" y="246"/>
                      <a:pt x="64" y="246"/>
                      <a:pt x="64" y="246"/>
                    </a:cubicBezTo>
                    <a:cubicBezTo>
                      <a:pt x="65" y="245"/>
                      <a:pt x="66" y="244"/>
                      <a:pt x="68" y="243"/>
                    </a:cubicBezTo>
                    <a:cubicBezTo>
                      <a:pt x="69" y="241"/>
                      <a:pt x="70" y="240"/>
                      <a:pt x="71" y="239"/>
                    </a:cubicBezTo>
                    <a:cubicBezTo>
                      <a:pt x="72" y="236"/>
                      <a:pt x="72" y="234"/>
                      <a:pt x="71" y="231"/>
                    </a:cubicBezTo>
                    <a:cubicBezTo>
                      <a:pt x="71" y="228"/>
                      <a:pt x="70" y="225"/>
                      <a:pt x="69" y="221"/>
                    </a:cubicBezTo>
                    <a:cubicBezTo>
                      <a:pt x="21" y="58"/>
                      <a:pt x="21" y="58"/>
                      <a:pt x="21" y="58"/>
                    </a:cubicBezTo>
                    <a:cubicBezTo>
                      <a:pt x="20" y="55"/>
                      <a:pt x="19" y="52"/>
                      <a:pt x="18" y="49"/>
                    </a:cubicBezTo>
                    <a:cubicBezTo>
                      <a:pt x="16" y="47"/>
                      <a:pt x="15" y="45"/>
                      <a:pt x="13" y="44"/>
                    </a:cubicBezTo>
                    <a:cubicBezTo>
                      <a:pt x="12" y="43"/>
                      <a:pt x="10" y="43"/>
                      <a:pt x="8" y="42"/>
                    </a:cubicBezTo>
                    <a:cubicBezTo>
                      <a:pt x="6" y="42"/>
                      <a:pt x="4" y="42"/>
                      <a:pt x="3" y="43"/>
                    </a:cubicBezTo>
                    <a:cubicBezTo>
                      <a:pt x="0" y="31"/>
                      <a:pt x="0" y="31"/>
                      <a:pt x="0" y="31"/>
                    </a:cubicBezTo>
                    <a:cubicBezTo>
                      <a:pt x="61" y="0"/>
                      <a:pt x="61" y="0"/>
                      <a:pt x="61" y="0"/>
                    </a:cubicBezTo>
                    <a:cubicBezTo>
                      <a:pt x="78" y="54"/>
                      <a:pt x="78" y="54"/>
                      <a:pt x="78" y="54"/>
                    </a:cubicBezTo>
                    <a:cubicBezTo>
                      <a:pt x="73" y="56"/>
                      <a:pt x="73" y="56"/>
                      <a:pt x="73" y="56"/>
                    </a:cubicBezTo>
                    <a:cubicBezTo>
                      <a:pt x="70" y="49"/>
                      <a:pt x="66" y="41"/>
                      <a:pt x="61" y="33"/>
                    </a:cubicBezTo>
                    <a:cubicBezTo>
                      <a:pt x="56" y="25"/>
                      <a:pt x="52" y="22"/>
                      <a:pt x="49" y="22"/>
                    </a:cubicBezTo>
                    <a:cubicBezTo>
                      <a:pt x="48" y="22"/>
                      <a:pt x="47" y="22"/>
                      <a:pt x="45" y="23"/>
                    </a:cubicBezTo>
                    <a:cubicBezTo>
                      <a:pt x="43" y="24"/>
                      <a:pt x="41" y="24"/>
                      <a:pt x="39" y="25"/>
                    </a:cubicBezTo>
                    <a:cubicBezTo>
                      <a:pt x="27" y="32"/>
                      <a:pt x="27" y="32"/>
                      <a:pt x="27" y="32"/>
                    </a:cubicBezTo>
                    <a:cubicBezTo>
                      <a:pt x="54" y="122"/>
                      <a:pt x="54" y="122"/>
                      <a:pt x="54" y="122"/>
                    </a:cubicBezTo>
                    <a:cubicBezTo>
                      <a:pt x="63" y="117"/>
                      <a:pt x="63" y="117"/>
                      <a:pt x="63" y="117"/>
                    </a:cubicBezTo>
                    <a:cubicBezTo>
                      <a:pt x="65" y="116"/>
                      <a:pt x="67" y="114"/>
                      <a:pt x="68" y="112"/>
                    </a:cubicBezTo>
                    <a:cubicBezTo>
                      <a:pt x="69" y="110"/>
                      <a:pt x="69" y="106"/>
                      <a:pt x="69" y="102"/>
                    </a:cubicBezTo>
                    <a:cubicBezTo>
                      <a:pt x="69" y="99"/>
                      <a:pt x="69" y="94"/>
                      <a:pt x="68" y="89"/>
                    </a:cubicBezTo>
                    <a:cubicBezTo>
                      <a:pt x="67" y="83"/>
                      <a:pt x="66" y="78"/>
                      <a:pt x="65" y="74"/>
                    </a:cubicBezTo>
                    <a:cubicBezTo>
                      <a:pt x="69" y="71"/>
                      <a:pt x="69" y="71"/>
                      <a:pt x="69" y="71"/>
                    </a:cubicBezTo>
                    <a:cubicBezTo>
                      <a:pt x="95" y="160"/>
                      <a:pt x="95" y="160"/>
                      <a:pt x="95" y="160"/>
                    </a:cubicBezTo>
                    <a:cubicBezTo>
                      <a:pt x="91" y="162"/>
                      <a:pt x="91" y="162"/>
                      <a:pt x="91" y="162"/>
                    </a:cubicBezTo>
                    <a:cubicBezTo>
                      <a:pt x="89" y="157"/>
                      <a:pt x="87" y="152"/>
                      <a:pt x="85" y="147"/>
                    </a:cubicBezTo>
                    <a:cubicBezTo>
                      <a:pt x="83" y="141"/>
                      <a:pt x="81" y="137"/>
                      <a:pt x="79" y="135"/>
                    </a:cubicBezTo>
                    <a:cubicBezTo>
                      <a:pt x="77" y="132"/>
                      <a:pt x="75" y="130"/>
                      <a:pt x="73" y="129"/>
                    </a:cubicBezTo>
                    <a:cubicBezTo>
                      <a:pt x="71" y="129"/>
                      <a:pt x="69" y="129"/>
                      <a:pt x="66" y="130"/>
                    </a:cubicBezTo>
                    <a:cubicBezTo>
                      <a:pt x="57" y="135"/>
                      <a:pt x="57" y="135"/>
                      <a:pt x="57" y="135"/>
                    </a:cubicBezTo>
                    <a:cubicBezTo>
                      <a:pt x="78" y="203"/>
                      <a:pt x="78" y="203"/>
                      <a:pt x="78" y="203"/>
                    </a:cubicBezTo>
                    <a:cubicBezTo>
                      <a:pt x="80" y="210"/>
                      <a:pt x="81" y="215"/>
                      <a:pt x="83" y="219"/>
                    </a:cubicBezTo>
                    <a:cubicBezTo>
                      <a:pt x="84" y="222"/>
                      <a:pt x="86" y="225"/>
                      <a:pt x="87" y="227"/>
                    </a:cubicBezTo>
                    <a:cubicBezTo>
                      <a:pt x="89" y="228"/>
                      <a:pt x="91" y="229"/>
                      <a:pt x="93" y="228"/>
                    </a:cubicBezTo>
                    <a:cubicBezTo>
                      <a:pt x="94" y="228"/>
                      <a:pt x="97" y="227"/>
                      <a:pt x="100" y="226"/>
                    </a:cubicBezTo>
                    <a:cubicBezTo>
                      <a:pt x="101" y="225"/>
                      <a:pt x="103" y="224"/>
                      <a:pt x="105" y="223"/>
                    </a:cubicBezTo>
                    <a:cubicBezTo>
                      <a:pt x="107" y="222"/>
                      <a:pt x="109" y="221"/>
                      <a:pt x="110" y="220"/>
                    </a:cubicBezTo>
                    <a:cubicBezTo>
                      <a:pt x="111" y="219"/>
                      <a:pt x="112" y="217"/>
                      <a:pt x="114" y="215"/>
                    </a:cubicBezTo>
                    <a:cubicBezTo>
                      <a:pt x="115" y="213"/>
                      <a:pt x="115" y="211"/>
                      <a:pt x="115" y="209"/>
                    </a:cubicBezTo>
                    <a:cubicBezTo>
                      <a:pt x="116" y="203"/>
                      <a:pt x="115" y="194"/>
                      <a:pt x="114" y="183"/>
                    </a:cubicBezTo>
                    <a:cubicBezTo>
                      <a:pt x="113" y="172"/>
                      <a:pt x="112" y="164"/>
                      <a:pt x="111" y="158"/>
                    </a:cubicBezTo>
                    <a:lnTo>
                      <a:pt x="115" y="156"/>
                    </a:lnTo>
                    <a:close/>
                  </a:path>
                </a:pathLst>
              </a:custGeom>
              <a:solidFill>
                <a:srgbClr val="898989"/>
              </a:solidFill>
              <a:ln>
                <a:noFill/>
              </a:ln>
            </p:spPr>
            <p:txBody>
              <a:bodyPr anchor="ctr"/>
              <a:lstStyle/>
              <a:p>
                <a:pPr algn="ctr"/>
                <a:endParaRPr/>
              </a:p>
            </p:txBody>
          </p:sp>
          <p:sp>
            <p:nvSpPr>
              <p:cNvPr id="48" name="íşḻiḓe">
                <a:extLst>
                  <a:ext uri="{FF2B5EF4-FFF2-40B4-BE49-F238E27FC236}">
                    <a16:creationId xmlns:a16="http://schemas.microsoft.com/office/drawing/2014/main" id="{7C123004-D749-4A75-9EDC-CA25DA79C4FD}"/>
                  </a:ext>
                </a:extLst>
              </p:cNvPr>
              <p:cNvSpPr/>
              <p:nvPr/>
            </p:nvSpPr>
            <p:spPr bwMode="auto">
              <a:xfrm>
                <a:off x="3540126" y="3905251"/>
                <a:ext cx="101600" cy="193675"/>
              </a:xfrm>
              <a:custGeom>
                <a:avLst/>
                <a:gdLst>
                  <a:gd name="T0" fmla="*/ 131 w 131"/>
                  <a:gd name="T1" fmla="*/ 189 h 245"/>
                  <a:gd name="T2" fmla="*/ 100 w 131"/>
                  <a:gd name="T3" fmla="*/ 212 h 245"/>
                  <a:gd name="T4" fmla="*/ 96 w 131"/>
                  <a:gd name="T5" fmla="*/ 201 h 245"/>
                  <a:gd name="T6" fmla="*/ 101 w 131"/>
                  <a:gd name="T7" fmla="*/ 193 h 245"/>
                  <a:gd name="T8" fmla="*/ 101 w 131"/>
                  <a:gd name="T9" fmla="*/ 186 h 245"/>
                  <a:gd name="T10" fmla="*/ 100 w 131"/>
                  <a:gd name="T11" fmla="*/ 182 h 245"/>
                  <a:gd name="T12" fmla="*/ 98 w 131"/>
                  <a:gd name="T13" fmla="*/ 179 h 245"/>
                  <a:gd name="T14" fmla="*/ 72 w 131"/>
                  <a:gd name="T15" fmla="*/ 136 h 245"/>
                  <a:gd name="T16" fmla="*/ 46 w 131"/>
                  <a:gd name="T17" fmla="*/ 155 h 245"/>
                  <a:gd name="T18" fmla="*/ 51 w 131"/>
                  <a:gd name="T19" fmla="*/ 175 h 245"/>
                  <a:gd name="T20" fmla="*/ 55 w 131"/>
                  <a:gd name="T21" fmla="*/ 191 h 245"/>
                  <a:gd name="T22" fmla="*/ 59 w 131"/>
                  <a:gd name="T23" fmla="*/ 202 h 245"/>
                  <a:gd name="T24" fmla="*/ 61 w 131"/>
                  <a:gd name="T25" fmla="*/ 209 h 245"/>
                  <a:gd name="T26" fmla="*/ 69 w 131"/>
                  <a:gd name="T27" fmla="*/ 216 h 245"/>
                  <a:gd name="T28" fmla="*/ 78 w 131"/>
                  <a:gd name="T29" fmla="*/ 214 h 245"/>
                  <a:gd name="T30" fmla="*/ 82 w 131"/>
                  <a:gd name="T31" fmla="*/ 225 h 245"/>
                  <a:gd name="T32" fmla="*/ 54 w 131"/>
                  <a:gd name="T33" fmla="*/ 245 h 245"/>
                  <a:gd name="T34" fmla="*/ 50 w 131"/>
                  <a:gd name="T35" fmla="*/ 235 h 245"/>
                  <a:gd name="T36" fmla="*/ 52 w 131"/>
                  <a:gd name="T37" fmla="*/ 230 h 245"/>
                  <a:gd name="T38" fmla="*/ 54 w 131"/>
                  <a:gd name="T39" fmla="*/ 224 h 245"/>
                  <a:gd name="T40" fmla="*/ 54 w 131"/>
                  <a:gd name="T41" fmla="*/ 213 h 245"/>
                  <a:gd name="T42" fmla="*/ 51 w 131"/>
                  <a:gd name="T43" fmla="*/ 199 h 245"/>
                  <a:gd name="T44" fmla="*/ 25 w 131"/>
                  <a:gd name="T45" fmla="*/ 101 h 245"/>
                  <a:gd name="T46" fmla="*/ 0 w 131"/>
                  <a:gd name="T47" fmla="*/ 3 h 245"/>
                  <a:gd name="T48" fmla="*/ 4 w 131"/>
                  <a:gd name="T49" fmla="*/ 0 h 245"/>
                  <a:gd name="T50" fmla="*/ 106 w 131"/>
                  <a:gd name="T51" fmla="*/ 165 h 245"/>
                  <a:gd name="T52" fmla="*/ 112 w 131"/>
                  <a:gd name="T53" fmla="*/ 173 h 245"/>
                  <a:gd name="T54" fmla="*/ 118 w 131"/>
                  <a:gd name="T55" fmla="*/ 178 h 245"/>
                  <a:gd name="T56" fmla="*/ 123 w 131"/>
                  <a:gd name="T57" fmla="*/ 179 h 245"/>
                  <a:gd name="T58" fmla="*/ 127 w 131"/>
                  <a:gd name="T59" fmla="*/ 178 h 245"/>
                  <a:gd name="T60" fmla="*/ 131 w 131"/>
                  <a:gd name="T61" fmla="*/ 189 h 245"/>
                  <a:gd name="T62" fmla="*/ 64 w 131"/>
                  <a:gd name="T63" fmla="*/ 124 h 245"/>
                  <a:gd name="T64" fmla="*/ 18 w 131"/>
                  <a:gd name="T65" fmla="*/ 50 h 245"/>
                  <a:gd name="T66" fmla="*/ 42 w 131"/>
                  <a:gd name="T67" fmla="*/ 141 h 245"/>
                  <a:gd name="T68" fmla="*/ 64 w 131"/>
                  <a:gd name="T69" fmla="*/ 12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245">
                    <a:moveTo>
                      <a:pt x="131" y="189"/>
                    </a:moveTo>
                    <a:cubicBezTo>
                      <a:pt x="100" y="212"/>
                      <a:pt x="100" y="212"/>
                      <a:pt x="100" y="212"/>
                    </a:cubicBezTo>
                    <a:cubicBezTo>
                      <a:pt x="96" y="201"/>
                      <a:pt x="96" y="201"/>
                      <a:pt x="96" y="201"/>
                    </a:cubicBezTo>
                    <a:cubicBezTo>
                      <a:pt x="98" y="199"/>
                      <a:pt x="100" y="196"/>
                      <a:pt x="101" y="193"/>
                    </a:cubicBezTo>
                    <a:cubicBezTo>
                      <a:pt x="102" y="190"/>
                      <a:pt x="102" y="188"/>
                      <a:pt x="101" y="186"/>
                    </a:cubicBezTo>
                    <a:cubicBezTo>
                      <a:pt x="101" y="185"/>
                      <a:pt x="101" y="184"/>
                      <a:pt x="100" y="182"/>
                    </a:cubicBezTo>
                    <a:cubicBezTo>
                      <a:pt x="99" y="181"/>
                      <a:pt x="99" y="180"/>
                      <a:pt x="98" y="179"/>
                    </a:cubicBezTo>
                    <a:cubicBezTo>
                      <a:pt x="72" y="136"/>
                      <a:pt x="72" y="136"/>
                      <a:pt x="72" y="136"/>
                    </a:cubicBezTo>
                    <a:cubicBezTo>
                      <a:pt x="46" y="155"/>
                      <a:pt x="46" y="155"/>
                      <a:pt x="46" y="155"/>
                    </a:cubicBezTo>
                    <a:cubicBezTo>
                      <a:pt x="48" y="163"/>
                      <a:pt x="49" y="170"/>
                      <a:pt x="51" y="175"/>
                    </a:cubicBezTo>
                    <a:cubicBezTo>
                      <a:pt x="53" y="181"/>
                      <a:pt x="54" y="186"/>
                      <a:pt x="55" y="191"/>
                    </a:cubicBezTo>
                    <a:cubicBezTo>
                      <a:pt x="57" y="196"/>
                      <a:pt x="58" y="199"/>
                      <a:pt x="59" y="202"/>
                    </a:cubicBezTo>
                    <a:cubicBezTo>
                      <a:pt x="60" y="205"/>
                      <a:pt x="61" y="207"/>
                      <a:pt x="61" y="209"/>
                    </a:cubicBezTo>
                    <a:cubicBezTo>
                      <a:pt x="63" y="213"/>
                      <a:pt x="66" y="215"/>
                      <a:pt x="69" y="216"/>
                    </a:cubicBezTo>
                    <a:cubicBezTo>
                      <a:pt x="72" y="216"/>
                      <a:pt x="75" y="216"/>
                      <a:pt x="78" y="214"/>
                    </a:cubicBezTo>
                    <a:cubicBezTo>
                      <a:pt x="82" y="225"/>
                      <a:pt x="82" y="225"/>
                      <a:pt x="82" y="225"/>
                    </a:cubicBezTo>
                    <a:cubicBezTo>
                      <a:pt x="54" y="245"/>
                      <a:pt x="54" y="245"/>
                      <a:pt x="54" y="245"/>
                    </a:cubicBezTo>
                    <a:cubicBezTo>
                      <a:pt x="50" y="235"/>
                      <a:pt x="50" y="235"/>
                      <a:pt x="50" y="235"/>
                    </a:cubicBezTo>
                    <a:cubicBezTo>
                      <a:pt x="51" y="234"/>
                      <a:pt x="51" y="232"/>
                      <a:pt x="52" y="230"/>
                    </a:cubicBezTo>
                    <a:cubicBezTo>
                      <a:pt x="53" y="229"/>
                      <a:pt x="54" y="226"/>
                      <a:pt x="54" y="224"/>
                    </a:cubicBezTo>
                    <a:cubicBezTo>
                      <a:pt x="54" y="220"/>
                      <a:pt x="54" y="217"/>
                      <a:pt x="54" y="213"/>
                    </a:cubicBezTo>
                    <a:cubicBezTo>
                      <a:pt x="53" y="210"/>
                      <a:pt x="52" y="205"/>
                      <a:pt x="51" y="199"/>
                    </a:cubicBezTo>
                    <a:cubicBezTo>
                      <a:pt x="43" y="170"/>
                      <a:pt x="35" y="137"/>
                      <a:pt x="25" y="101"/>
                    </a:cubicBezTo>
                    <a:cubicBezTo>
                      <a:pt x="16" y="64"/>
                      <a:pt x="7" y="32"/>
                      <a:pt x="0" y="3"/>
                    </a:cubicBezTo>
                    <a:cubicBezTo>
                      <a:pt x="4" y="0"/>
                      <a:pt x="4" y="0"/>
                      <a:pt x="4" y="0"/>
                    </a:cubicBezTo>
                    <a:cubicBezTo>
                      <a:pt x="106" y="165"/>
                      <a:pt x="106" y="165"/>
                      <a:pt x="106" y="165"/>
                    </a:cubicBezTo>
                    <a:cubicBezTo>
                      <a:pt x="109" y="168"/>
                      <a:pt x="111" y="171"/>
                      <a:pt x="112" y="173"/>
                    </a:cubicBezTo>
                    <a:cubicBezTo>
                      <a:pt x="114" y="175"/>
                      <a:pt x="116" y="177"/>
                      <a:pt x="118" y="178"/>
                    </a:cubicBezTo>
                    <a:cubicBezTo>
                      <a:pt x="119" y="179"/>
                      <a:pt x="121" y="179"/>
                      <a:pt x="123" y="179"/>
                    </a:cubicBezTo>
                    <a:cubicBezTo>
                      <a:pt x="124" y="179"/>
                      <a:pt x="126" y="179"/>
                      <a:pt x="127" y="178"/>
                    </a:cubicBezTo>
                    <a:cubicBezTo>
                      <a:pt x="131" y="189"/>
                      <a:pt x="131" y="189"/>
                      <a:pt x="131" y="189"/>
                    </a:cubicBezTo>
                    <a:close/>
                    <a:moveTo>
                      <a:pt x="64" y="124"/>
                    </a:moveTo>
                    <a:cubicBezTo>
                      <a:pt x="18" y="50"/>
                      <a:pt x="18" y="50"/>
                      <a:pt x="18" y="50"/>
                    </a:cubicBezTo>
                    <a:cubicBezTo>
                      <a:pt x="42" y="141"/>
                      <a:pt x="42" y="141"/>
                      <a:pt x="42" y="141"/>
                    </a:cubicBezTo>
                    <a:lnTo>
                      <a:pt x="64" y="124"/>
                    </a:lnTo>
                    <a:close/>
                  </a:path>
                </a:pathLst>
              </a:custGeom>
              <a:solidFill>
                <a:srgbClr val="898989"/>
              </a:solidFill>
              <a:ln>
                <a:noFill/>
              </a:ln>
            </p:spPr>
            <p:txBody>
              <a:bodyPr anchor="ctr"/>
              <a:lstStyle/>
              <a:p>
                <a:pPr algn="ctr"/>
                <a:endParaRPr/>
              </a:p>
            </p:txBody>
          </p:sp>
          <p:sp>
            <p:nvSpPr>
              <p:cNvPr id="49" name="iSliḋê">
                <a:extLst>
                  <a:ext uri="{FF2B5EF4-FFF2-40B4-BE49-F238E27FC236}">
                    <a16:creationId xmlns:a16="http://schemas.microsoft.com/office/drawing/2014/main" id="{C1E848E0-FC21-4A0A-89F4-DF486F6E5034}"/>
                  </a:ext>
                </a:extLst>
              </p:cNvPr>
              <p:cNvSpPr/>
              <p:nvPr/>
            </p:nvSpPr>
            <p:spPr bwMode="auto">
              <a:xfrm>
                <a:off x="3557588" y="3838576"/>
                <a:ext cx="133350" cy="211138"/>
              </a:xfrm>
              <a:custGeom>
                <a:avLst/>
                <a:gdLst>
                  <a:gd name="T0" fmla="*/ 81 w 170"/>
                  <a:gd name="T1" fmla="*/ 10 h 268"/>
                  <a:gd name="T2" fmla="*/ 78 w 170"/>
                  <a:gd name="T3" fmla="*/ 16 h 268"/>
                  <a:gd name="T4" fmla="*/ 76 w 170"/>
                  <a:gd name="T5" fmla="*/ 24 h 268"/>
                  <a:gd name="T6" fmla="*/ 81 w 170"/>
                  <a:gd name="T7" fmla="*/ 40 h 268"/>
                  <a:gd name="T8" fmla="*/ 94 w 170"/>
                  <a:gd name="T9" fmla="*/ 66 h 268"/>
                  <a:gd name="T10" fmla="*/ 170 w 170"/>
                  <a:gd name="T11" fmla="*/ 213 h 268"/>
                  <a:gd name="T12" fmla="*/ 166 w 170"/>
                  <a:gd name="T13" fmla="*/ 217 h 268"/>
                  <a:gd name="T14" fmla="*/ 38 w 170"/>
                  <a:gd name="T15" fmla="*/ 91 h 268"/>
                  <a:gd name="T16" fmla="*/ 92 w 170"/>
                  <a:gd name="T17" fmla="*/ 195 h 268"/>
                  <a:gd name="T18" fmla="*/ 106 w 170"/>
                  <a:gd name="T19" fmla="*/ 221 h 268"/>
                  <a:gd name="T20" fmla="*/ 116 w 170"/>
                  <a:gd name="T21" fmla="*/ 232 h 268"/>
                  <a:gd name="T22" fmla="*/ 123 w 170"/>
                  <a:gd name="T23" fmla="*/ 233 h 268"/>
                  <a:gd name="T24" fmla="*/ 129 w 170"/>
                  <a:gd name="T25" fmla="*/ 232 h 268"/>
                  <a:gd name="T26" fmla="*/ 135 w 170"/>
                  <a:gd name="T27" fmla="*/ 242 h 268"/>
                  <a:gd name="T28" fmla="*/ 106 w 170"/>
                  <a:gd name="T29" fmla="*/ 268 h 268"/>
                  <a:gd name="T30" fmla="*/ 101 w 170"/>
                  <a:gd name="T31" fmla="*/ 258 h 268"/>
                  <a:gd name="T32" fmla="*/ 104 w 170"/>
                  <a:gd name="T33" fmla="*/ 251 h 268"/>
                  <a:gd name="T34" fmla="*/ 105 w 170"/>
                  <a:gd name="T35" fmla="*/ 243 h 268"/>
                  <a:gd name="T36" fmla="*/ 101 w 170"/>
                  <a:gd name="T37" fmla="*/ 229 h 268"/>
                  <a:gd name="T38" fmla="*/ 88 w 170"/>
                  <a:gd name="T39" fmla="*/ 200 h 268"/>
                  <a:gd name="T40" fmla="*/ 36 w 170"/>
                  <a:gd name="T41" fmla="*/ 102 h 268"/>
                  <a:gd name="T42" fmla="*/ 29 w 170"/>
                  <a:gd name="T43" fmla="*/ 89 h 268"/>
                  <a:gd name="T44" fmla="*/ 21 w 170"/>
                  <a:gd name="T45" fmla="*/ 81 h 268"/>
                  <a:gd name="T46" fmla="*/ 12 w 170"/>
                  <a:gd name="T47" fmla="*/ 78 h 268"/>
                  <a:gd name="T48" fmla="*/ 5 w 170"/>
                  <a:gd name="T49" fmla="*/ 79 h 268"/>
                  <a:gd name="T50" fmla="*/ 0 w 170"/>
                  <a:gd name="T51" fmla="*/ 69 h 268"/>
                  <a:gd name="T52" fmla="*/ 20 w 170"/>
                  <a:gd name="T53" fmla="*/ 50 h 268"/>
                  <a:gd name="T54" fmla="*/ 139 w 170"/>
                  <a:gd name="T55" fmla="*/ 168 h 268"/>
                  <a:gd name="T56" fmla="*/ 90 w 170"/>
                  <a:gd name="T57" fmla="*/ 72 h 268"/>
                  <a:gd name="T58" fmla="*/ 75 w 170"/>
                  <a:gd name="T59" fmla="*/ 46 h 268"/>
                  <a:gd name="T60" fmla="*/ 66 w 170"/>
                  <a:gd name="T61" fmla="*/ 36 h 268"/>
                  <a:gd name="T62" fmla="*/ 59 w 170"/>
                  <a:gd name="T63" fmla="*/ 34 h 268"/>
                  <a:gd name="T64" fmla="*/ 53 w 170"/>
                  <a:gd name="T65" fmla="*/ 36 h 268"/>
                  <a:gd name="T66" fmla="*/ 47 w 170"/>
                  <a:gd name="T67" fmla="*/ 26 h 268"/>
                  <a:gd name="T68" fmla="*/ 76 w 170"/>
                  <a:gd name="T69" fmla="*/ 0 h 268"/>
                  <a:gd name="T70" fmla="*/ 81 w 170"/>
                  <a:gd name="T71" fmla="*/ 10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70" h="268">
                    <a:moveTo>
                      <a:pt x="81" y="10"/>
                    </a:moveTo>
                    <a:cubicBezTo>
                      <a:pt x="80" y="11"/>
                      <a:pt x="79" y="13"/>
                      <a:pt x="78" y="16"/>
                    </a:cubicBezTo>
                    <a:cubicBezTo>
                      <a:pt x="77" y="19"/>
                      <a:pt x="76" y="22"/>
                      <a:pt x="76" y="24"/>
                    </a:cubicBezTo>
                    <a:cubicBezTo>
                      <a:pt x="76" y="28"/>
                      <a:pt x="78" y="33"/>
                      <a:pt x="81" y="40"/>
                    </a:cubicBezTo>
                    <a:cubicBezTo>
                      <a:pt x="84" y="47"/>
                      <a:pt x="88" y="56"/>
                      <a:pt x="94" y="66"/>
                    </a:cubicBezTo>
                    <a:cubicBezTo>
                      <a:pt x="170" y="213"/>
                      <a:pt x="170" y="213"/>
                      <a:pt x="170" y="213"/>
                    </a:cubicBezTo>
                    <a:cubicBezTo>
                      <a:pt x="166" y="217"/>
                      <a:pt x="166" y="217"/>
                      <a:pt x="166" y="217"/>
                    </a:cubicBezTo>
                    <a:cubicBezTo>
                      <a:pt x="38" y="91"/>
                      <a:pt x="38" y="91"/>
                      <a:pt x="38" y="91"/>
                    </a:cubicBezTo>
                    <a:cubicBezTo>
                      <a:pt x="92" y="195"/>
                      <a:pt x="92" y="195"/>
                      <a:pt x="92" y="195"/>
                    </a:cubicBezTo>
                    <a:cubicBezTo>
                      <a:pt x="98" y="206"/>
                      <a:pt x="103" y="215"/>
                      <a:pt x="106" y="221"/>
                    </a:cubicBezTo>
                    <a:cubicBezTo>
                      <a:pt x="110" y="226"/>
                      <a:pt x="113" y="230"/>
                      <a:pt x="116" y="232"/>
                    </a:cubicBezTo>
                    <a:cubicBezTo>
                      <a:pt x="117" y="233"/>
                      <a:pt x="120" y="234"/>
                      <a:pt x="123" y="233"/>
                    </a:cubicBezTo>
                    <a:cubicBezTo>
                      <a:pt x="127" y="233"/>
                      <a:pt x="129" y="232"/>
                      <a:pt x="129" y="232"/>
                    </a:cubicBezTo>
                    <a:cubicBezTo>
                      <a:pt x="135" y="242"/>
                      <a:pt x="135" y="242"/>
                      <a:pt x="135" y="242"/>
                    </a:cubicBezTo>
                    <a:cubicBezTo>
                      <a:pt x="106" y="268"/>
                      <a:pt x="106" y="268"/>
                      <a:pt x="106" y="268"/>
                    </a:cubicBezTo>
                    <a:cubicBezTo>
                      <a:pt x="101" y="258"/>
                      <a:pt x="101" y="258"/>
                      <a:pt x="101" y="258"/>
                    </a:cubicBezTo>
                    <a:cubicBezTo>
                      <a:pt x="101" y="257"/>
                      <a:pt x="102" y="255"/>
                      <a:pt x="104" y="251"/>
                    </a:cubicBezTo>
                    <a:cubicBezTo>
                      <a:pt x="105" y="248"/>
                      <a:pt x="106" y="245"/>
                      <a:pt x="105" y="243"/>
                    </a:cubicBezTo>
                    <a:cubicBezTo>
                      <a:pt x="105" y="239"/>
                      <a:pt x="104" y="235"/>
                      <a:pt x="101" y="229"/>
                    </a:cubicBezTo>
                    <a:cubicBezTo>
                      <a:pt x="99" y="223"/>
                      <a:pt x="94" y="214"/>
                      <a:pt x="88" y="200"/>
                    </a:cubicBezTo>
                    <a:cubicBezTo>
                      <a:pt x="36" y="102"/>
                      <a:pt x="36" y="102"/>
                      <a:pt x="36" y="102"/>
                    </a:cubicBezTo>
                    <a:cubicBezTo>
                      <a:pt x="34" y="97"/>
                      <a:pt x="31" y="93"/>
                      <a:pt x="29" y="89"/>
                    </a:cubicBezTo>
                    <a:cubicBezTo>
                      <a:pt x="26" y="86"/>
                      <a:pt x="23" y="83"/>
                      <a:pt x="21" y="81"/>
                    </a:cubicBezTo>
                    <a:cubicBezTo>
                      <a:pt x="18" y="79"/>
                      <a:pt x="15" y="78"/>
                      <a:pt x="12" y="78"/>
                    </a:cubicBezTo>
                    <a:cubicBezTo>
                      <a:pt x="9" y="77"/>
                      <a:pt x="7" y="78"/>
                      <a:pt x="5" y="79"/>
                    </a:cubicBezTo>
                    <a:cubicBezTo>
                      <a:pt x="0" y="69"/>
                      <a:pt x="0" y="69"/>
                      <a:pt x="0" y="69"/>
                    </a:cubicBezTo>
                    <a:cubicBezTo>
                      <a:pt x="20" y="50"/>
                      <a:pt x="20" y="50"/>
                      <a:pt x="20" y="50"/>
                    </a:cubicBezTo>
                    <a:cubicBezTo>
                      <a:pt x="139" y="168"/>
                      <a:pt x="139" y="168"/>
                      <a:pt x="139" y="168"/>
                    </a:cubicBezTo>
                    <a:cubicBezTo>
                      <a:pt x="90" y="72"/>
                      <a:pt x="90" y="72"/>
                      <a:pt x="90" y="72"/>
                    </a:cubicBezTo>
                    <a:cubicBezTo>
                      <a:pt x="84" y="61"/>
                      <a:pt x="79" y="52"/>
                      <a:pt x="75" y="46"/>
                    </a:cubicBezTo>
                    <a:cubicBezTo>
                      <a:pt x="71" y="40"/>
                      <a:pt x="68" y="37"/>
                      <a:pt x="66" y="36"/>
                    </a:cubicBezTo>
                    <a:cubicBezTo>
                      <a:pt x="64" y="35"/>
                      <a:pt x="62" y="34"/>
                      <a:pt x="59" y="34"/>
                    </a:cubicBezTo>
                    <a:cubicBezTo>
                      <a:pt x="56" y="35"/>
                      <a:pt x="54" y="35"/>
                      <a:pt x="53" y="36"/>
                    </a:cubicBezTo>
                    <a:cubicBezTo>
                      <a:pt x="47" y="26"/>
                      <a:pt x="47" y="26"/>
                      <a:pt x="47" y="26"/>
                    </a:cubicBezTo>
                    <a:cubicBezTo>
                      <a:pt x="76" y="0"/>
                      <a:pt x="76" y="0"/>
                      <a:pt x="76" y="0"/>
                    </a:cubicBezTo>
                    <a:lnTo>
                      <a:pt x="81" y="10"/>
                    </a:lnTo>
                    <a:close/>
                  </a:path>
                </a:pathLst>
              </a:custGeom>
              <a:solidFill>
                <a:srgbClr val="898989"/>
              </a:solidFill>
              <a:ln>
                <a:noFill/>
              </a:ln>
            </p:spPr>
            <p:txBody>
              <a:bodyPr anchor="ctr"/>
              <a:lstStyle/>
              <a:p>
                <a:pPr algn="ctr"/>
                <a:endParaRPr/>
              </a:p>
            </p:txBody>
          </p:sp>
          <p:sp>
            <p:nvSpPr>
              <p:cNvPr id="50" name="íṡļïďè">
                <a:extLst>
                  <a:ext uri="{FF2B5EF4-FFF2-40B4-BE49-F238E27FC236}">
                    <a16:creationId xmlns:a16="http://schemas.microsoft.com/office/drawing/2014/main" id="{1927F256-C6E0-4DC5-B8BC-7D4EA5ED56BA}"/>
                  </a:ext>
                </a:extLst>
              </p:cNvPr>
              <p:cNvSpPr/>
              <p:nvPr/>
            </p:nvSpPr>
            <p:spPr bwMode="auto">
              <a:xfrm>
                <a:off x="3624263" y="3802063"/>
                <a:ext cx="112713" cy="185738"/>
              </a:xfrm>
              <a:custGeom>
                <a:avLst/>
                <a:gdLst>
                  <a:gd name="T0" fmla="*/ 119 w 144"/>
                  <a:gd name="T1" fmla="*/ 77 h 236"/>
                  <a:gd name="T2" fmla="*/ 137 w 144"/>
                  <a:gd name="T3" fmla="*/ 125 h 236"/>
                  <a:gd name="T4" fmla="*/ 144 w 144"/>
                  <a:gd name="T5" fmla="*/ 164 h 236"/>
                  <a:gd name="T6" fmla="*/ 140 w 144"/>
                  <a:gd name="T7" fmla="*/ 193 h 236"/>
                  <a:gd name="T8" fmla="*/ 129 w 144"/>
                  <a:gd name="T9" fmla="*/ 211 h 236"/>
                  <a:gd name="T10" fmla="*/ 99 w 144"/>
                  <a:gd name="T11" fmla="*/ 236 h 236"/>
                  <a:gd name="T12" fmla="*/ 94 w 144"/>
                  <a:gd name="T13" fmla="*/ 226 h 236"/>
                  <a:gd name="T14" fmla="*/ 98 w 144"/>
                  <a:gd name="T15" fmla="*/ 222 h 236"/>
                  <a:gd name="T16" fmla="*/ 100 w 144"/>
                  <a:gd name="T17" fmla="*/ 218 h 236"/>
                  <a:gd name="T18" fmla="*/ 99 w 144"/>
                  <a:gd name="T19" fmla="*/ 210 h 236"/>
                  <a:gd name="T20" fmla="*/ 96 w 144"/>
                  <a:gd name="T21" fmla="*/ 201 h 236"/>
                  <a:gd name="T22" fmla="*/ 24 w 144"/>
                  <a:gd name="T23" fmla="*/ 53 h 236"/>
                  <a:gd name="T24" fmla="*/ 19 w 144"/>
                  <a:gd name="T25" fmla="*/ 45 h 236"/>
                  <a:gd name="T26" fmla="*/ 14 w 144"/>
                  <a:gd name="T27" fmla="*/ 41 h 236"/>
                  <a:gd name="T28" fmla="*/ 9 w 144"/>
                  <a:gd name="T29" fmla="*/ 40 h 236"/>
                  <a:gd name="T30" fmla="*/ 5 w 144"/>
                  <a:gd name="T31" fmla="*/ 42 h 236"/>
                  <a:gd name="T32" fmla="*/ 0 w 144"/>
                  <a:gd name="T33" fmla="*/ 31 h 236"/>
                  <a:gd name="T34" fmla="*/ 31 w 144"/>
                  <a:gd name="T35" fmla="*/ 5 h 236"/>
                  <a:gd name="T36" fmla="*/ 47 w 144"/>
                  <a:gd name="T37" fmla="*/ 0 h 236"/>
                  <a:gd name="T38" fmla="*/ 65 w 144"/>
                  <a:gd name="T39" fmla="*/ 6 h 236"/>
                  <a:gd name="T40" fmla="*/ 91 w 144"/>
                  <a:gd name="T41" fmla="*/ 31 h 236"/>
                  <a:gd name="T42" fmla="*/ 119 w 144"/>
                  <a:gd name="T43" fmla="*/ 77 h 236"/>
                  <a:gd name="T44" fmla="*/ 106 w 144"/>
                  <a:gd name="T45" fmla="*/ 87 h 236"/>
                  <a:gd name="T46" fmla="*/ 86 w 144"/>
                  <a:gd name="T47" fmla="*/ 52 h 236"/>
                  <a:gd name="T48" fmla="*/ 67 w 144"/>
                  <a:gd name="T49" fmla="*/ 27 h 236"/>
                  <a:gd name="T50" fmla="*/ 49 w 144"/>
                  <a:gd name="T51" fmla="*/ 16 h 236"/>
                  <a:gd name="T52" fmla="*/ 34 w 144"/>
                  <a:gd name="T53" fmla="*/ 19 h 236"/>
                  <a:gd name="T54" fmla="*/ 30 w 144"/>
                  <a:gd name="T55" fmla="*/ 23 h 236"/>
                  <a:gd name="T56" fmla="*/ 26 w 144"/>
                  <a:gd name="T57" fmla="*/ 27 h 236"/>
                  <a:gd name="T58" fmla="*/ 103 w 144"/>
                  <a:gd name="T59" fmla="*/ 184 h 236"/>
                  <a:gd name="T60" fmla="*/ 114 w 144"/>
                  <a:gd name="T61" fmla="*/ 200 h 236"/>
                  <a:gd name="T62" fmla="*/ 125 w 144"/>
                  <a:gd name="T63" fmla="*/ 198 h 236"/>
                  <a:gd name="T64" fmla="*/ 133 w 144"/>
                  <a:gd name="T65" fmla="*/ 182 h 236"/>
                  <a:gd name="T66" fmla="*/ 132 w 144"/>
                  <a:gd name="T67" fmla="*/ 157 h 236"/>
                  <a:gd name="T68" fmla="*/ 123 w 144"/>
                  <a:gd name="T69" fmla="*/ 125 h 236"/>
                  <a:gd name="T70" fmla="*/ 106 w 144"/>
                  <a:gd name="T71" fmla="*/ 87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44" h="236">
                    <a:moveTo>
                      <a:pt x="119" y="77"/>
                    </a:moveTo>
                    <a:cubicBezTo>
                      <a:pt x="127" y="94"/>
                      <a:pt x="134" y="110"/>
                      <a:pt x="137" y="125"/>
                    </a:cubicBezTo>
                    <a:cubicBezTo>
                      <a:pt x="141" y="140"/>
                      <a:pt x="144" y="153"/>
                      <a:pt x="144" y="164"/>
                    </a:cubicBezTo>
                    <a:cubicBezTo>
                      <a:pt x="144" y="176"/>
                      <a:pt x="143" y="185"/>
                      <a:pt x="140" y="193"/>
                    </a:cubicBezTo>
                    <a:cubicBezTo>
                      <a:pt x="138" y="201"/>
                      <a:pt x="134" y="207"/>
                      <a:pt x="129" y="211"/>
                    </a:cubicBezTo>
                    <a:cubicBezTo>
                      <a:pt x="99" y="236"/>
                      <a:pt x="99" y="236"/>
                      <a:pt x="99" y="236"/>
                    </a:cubicBezTo>
                    <a:cubicBezTo>
                      <a:pt x="94" y="226"/>
                      <a:pt x="94" y="226"/>
                      <a:pt x="94" y="226"/>
                    </a:cubicBezTo>
                    <a:cubicBezTo>
                      <a:pt x="95" y="225"/>
                      <a:pt x="96" y="224"/>
                      <a:pt x="98" y="222"/>
                    </a:cubicBezTo>
                    <a:cubicBezTo>
                      <a:pt x="99" y="220"/>
                      <a:pt x="100" y="219"/>
                      <a:pt x="100" y="218"/>
                    </a:cubicBezTo>
                    <a:cubicBezTo>
                      <a:pt x="100" y="215"/>
                      <a:pt x="100" y="213"/>
                      <a:pt x="99" y="210"/>
                    </a:cubicBezTo>
                    <a:cubicBezTo>
                      <a:pt x="99" y="207"/>
                      <a:pt x="97" y="204"/>
                      <a:pt x="96" y="201"/>
                    </a:cubicBezTo>
                    <a:cubicBezTo>
                      <a:pt x="24" y="53"/>
                      <a:pt x="24" y="53"/>
                      <a:pt x="24" y="53"/>
                    </a:cubicBezTo>
                    <a:cubicBezTo>
                      <a:pt x="22" y="50"/>
                      <a:pt x="21" y="47"/>
                      <a:pt x="19" y="45"/>
                    </a:cubicBezTo>
                    <a:cubicBezTo>
                      <a:pt x="17" y="43"/>
                      <a:pt x="15" y="41"/>
                      <a:pt x="14" y="41"/>
                    </a:cubicBezTo>
                    <a:cubicBezTo>
                      <a:pt x="12" y="40"/>
                      <a:pt x="10" y="40"/>
                      <a:pt x="9" y="40"/>
                    </a:cubicBezTo>
                    <a:cubicBezTo>
                      <a:pt x="7" y="41"/>
                      <a:pt x="6" y="41"/>
                      <a:pt x="5" y="42"/>
                    </a:cubicBezTo>
                    <a:cubicBezTo>
                      <a:pt x="0" y="31"/>
                      <a:pt x="0" y="31"/>
                      <a:pt x="0" y="31"/>
                    </a:cubicBezTo>
                    <a:cubicBezTo>
                      <a:pt x="31" y="5"/>
                      <a:pt x="31" y="5"/>
                      <a:pt x="31" y="5"/>
                    </a:cubicBezTo>
                    <a:cubicBezTo>
                      <a:pt x="36" y="1"/>
                      <a:pt x="41" y="0"/>
                      <a:pt x="47" y="0"/>
                    </a:cubicBezTo>
                    <a:cubicBezTo>
                      <a:pt x="53" y="0"/>
                      <a:pt x="59" y="2"/>
                      <a:pt x="65" y="6"/>
                    </a:cubicBezTo>
                    <a:cubicBezTo>
                      <a:pt x="74" y="11"/>
                      <a:pt x="82" y="19"/>
                      <a:pt x="91" y="31"/>
                    </a:cubicBezTo>
                    <a:cubicBezTo>
                      <a:pt x="101" y="43"/>
                      <a:pt x="110" y="58"/>
                      <a:pt x="119" y="77"/>
                    </a:cubicBezTo>
                    <a:close/>
                    <a:moveTo>
                      <a:pt x="106" y="87"/>
                    </a:moveTo>
                    <a:cubicBezTo>
                      <a:pt x="100" y="74"/>
                      <a:pt x="93" y="62"/>
                      <a:pt x="86" y="52"/>
                    </a:cubicBezTo>
                    <a:cubicBezTo>
                      <a:pt x="80" y="42"/>
                      <a:pt x="73" y="34"/>
                      <a:pt x="67" y="27"/>
                    </a:cubicBezTo>
                    <a:cubicBezTo>
                      <a:pt x="60" y="21"/>
                      <a:pt x="55" y="18"/>
                      <a:pt x="49" y="16"/>
                    </a:cubicBezTo>
                    <a:cubicBezTo>
                      <a:pt x="43" y="14"/>
                      <a:pt x="38" y="15"/>
                      <a:pt x="34" y="19"/>
                    </a:cubicBezTo>
                    <a:cubicBezTo>
                      <a:pt x="33" y="20"/>
                      <a:pt x="31" y="21"/>
                      <a:pt x="30" y="23"/>
                    </a:cubicBezTo>
                    <a:cubicBezTo>
                      <a:pt x="28" y="25"/>
                      <a:pt x="27" y="26"/>
                      <a:pt x="26" y="27"/>
                    </a:cubicBezTo>
                    <a:cubicBezTo>
                      <a:pt x="103" y="184"/>
                      <a:pt x="103" y="184"/>
                      <a:pt x="103" y="184"/>
                    </a:cubicBezTo>
                    <a:cubicBezTo>
                      <a:pt x="107" y="193"/>
                      <a:pt x="111" y="198"/>
                      <a:pt x="114" y="200"/>
                    </a:cubicBezTo>
                    <a:cubicBezTo>
                      <a:pt x="118" y="202"/>
                      <a:pt x="121" y="201"/>
                      <a:pt x="125" y="198"/>
                    </a:cubicBezTo>
                    <a:cubicBezTo>
                      <a:pt x="129" y="194"/>
                      <a:pt x="132" y="189"/>
                      <a:pt x="133" y="182"/>
                    </a:cubicBezTo>
                    <a:cubicBezTo>
                      <a:pt x="134" y="175"/>
                      <a:pt x="134" y="167"/>
                      <a:pt x="132" y="157"/>
                    </a:cubicBezTo>
                    <a:cubicBezTo>
                      <a:pt x="130" y="148"/>
                      <a:pt x="127" y="137"/>
                      <a:pt x="123" y="125"/>
                    </a:cubicBezTo>
                    <a:cubicBezTo>
                      <a:pt x="119" y="114"/>
                      <a:pt x="113" y="101"/>
                      <a:pt x="106" y="87"/>
                    </a:cubicBezTo>
                    <a:close/>
                  </a:path>
                </a:pathLst>
              </a:custGeom>
              <a:solidFill>
                <a:srgbClr val="898989"/>
              </a:solidFill>
              <a:ln>
                <a:noFill/>
              </a:ln>
            </p:spPr>
            <p:txBody>
              <a:bodyPr anchor="ctr"/>
              <a:lstStyle/>
              <a:p>
                <a:pPr algn="ctr"/>
                <a:endParaRPr/>
              </a:p>
            </p:txBody>
          </p:sp>
          <p:sp>
            <p:nvSpPr>
              <p:cNvPr id="51" name="íṡ1íḍê">
                <a:extLst>
                  <a:ext uri="{FF2B5EF4-FFF2-40B4-BE49-F238E27FC236}">
                    <a16:creationId xmlns:a16="http://schemas.microsoft.com/office/drawing/2014/main" id="{7392700E-72FA-43E5-B856-DD07F26BF1EC}"/>
                  </a:ext>
                </a:extLst>
              </p:cNvPr>
              <p:cNvSpPr/>
              <p:nvPr/>
            </p:nvSpPr>
            <p:spPr bwMode="auto">
              <a:xfrm>
                <a:off x="3683001" y="3697288"/>
                <a:ext cx="142875" cy="160338"/>
              </a:xfrm>
              <a:custGeom>
                <a:avLst/>
                <a:gdLst>
                  <a:gd name="T0" fmla="*/ 84 w 183"/>
                  <a:gd name="T1" fmla="*/ 39 h 204"/>
                  <a:gd name="T2" fmla="*/ 82 w 183"/>
                  <a:gd name="T3" fmla="*/ 43 h 204"/>
                  <a:gd name="T4" fmla="*/ 72 w 183"/>
                  <a:gd name="T5" fmla="*/ 37 h 204"/>
                  <a:gd name="T6" fmla="*/ 60 w 183"/>
                  <a:gd name="T7" fmla="*/ 31 h 204"/>
                  <a:gd name="T8" fmla="*/ 49 w 183"/>
                  <a:gd name="T9" fmla="*/ 27 h 204"/>
                  <a:gd name="T10" fmla="*/ 43 w 183"/>
                  <a:gd name="T11" fmla="*/ 27 h 204"/>
                  <a:gd name="T12" fmla="*/ 39 w 183"/>
                  <a:gd name="T13" fmla="*/ 32 h 204"/>
                  <a:gd name="T14" fmla="*/ 36 w 183"/>
                  <a:gd name="T15" fmla="*/ 37 h 204"/>
                  <a:gd name="T16" fmla="*/ 34 w 183"/>
                  <a:gd name="T17" fmla="*/ 41 h 204"/>
                  <a:gd name="T18" fmla="*/ 154 w 183"/>
                  <a:gd name="T19" fmla="*/ 155 h 204"/>
                  <a:gd name="T20" fmla="*/ 161 w 183"/>
                  <a:gd name="T21" fmla="*/ 160 h 204"/>
                  <a:gd name="T22" fmla="*/ 167 w 183"/>
                  <a:gd name="T23" fmla="*/ 161 h 204"/>
                  <a:gd name="T24" fmla="*/ 171 w 183"/>
                  <a:gd name="T25" fmla="*/ 158 h 204"/>
                  <a:gd name="T26" fmla="*/ 176 w 183"/>
                  <a:gd name="T27" fmla="*/ 153 h 204"/>
                  <a:gd name="T28" fmla="*/ 183 w 183"/>
                  <a:gd name="T29" fmla="*/ 161 h 204"/>
                  <a:gd name="T30" fmla="*/ 160 w 183"/>
                  <a:gd name="T31" fmla="*/ 204 h 204"/>
                  <a:gd name="T32" fmla="*/ 152 w 183"/>
                  <a:gd name="T33" fmla="*/ 196 h 204"/>
                  <a:gd name="T34" fmla="*/ 155 w 183"/>
                  <a:gd name="T35" fmla="*/ 190 h 204"/>
                  <a:gd name="T36" fmla="*/ 156 w 183"/>
                  <a:gd name="T37" fmla="*/ 184 h 204"/>
                  <a:gd name="T38" fmla="*/ 154 w 183"/>
                  <a:gd name="T39" fmla="*/ 177 h 204"/>
                  <a:gd name="T40" fmla="*/ 147 w 183"/>
                  <a:gd name="T41" fmla="*/ 169 h 204"/>
                  <a:gd name="T42" fmla="*/ 26 w 183"/>
                  <a:gd name="T43" fmla="*/ 55 h 204"/>
                  <a:gd name="T44" fmla="*/ 24 w 183"/>
                  <a:gd name="T45" fmla="*/ 58 h 204"/>
                  <a:gd name="T46" fmla="*/ 22 w 183"/>
                  <a:gd name="T47" fmla="*/ 63 h 204"/>
                  <a:gd name="T48" fmla="*/ 19 w 183"/>
                  <a:gd name="T49" fmla="*/ 70 h 204"/>
                  <a:gd name="T50" fmla="*/ 21 w 183"/>
                  <a:gd name="T51" fmla="*/ 78 h 204"/>
                  <a:gd name="T52" fmla="*/ 27 w 183"/>
                  <a:gd name="T53" fmla="*/ 90 h 204"/>
                  <a:gd name="T54" fmla="*/ 36 w 183"/>
                  <a:gd name="T55" fmla="*/ 103 h 204"/>
                  <a:gd name="T56" fmla="*/ 43 w 183"/>
                  <a:gd name="T57" fmla="*/ 114 h 204"/>
                  <a:gd name="T58" fmla="*/ 41 w 183"/>
                  <a:gd name="T59" fmla="*/ 118 h 204"/>
                  <a:gd name="T60" fmla="*/ 0 w 183"/>
                  <a:gd name="T61" fmla="*/ 80 h 204"/>
                  <a:gd name="T62" fmla="*/ 44 w 183"/>
                  <a:gd name="T63" fmla="*/ 0 h 204"/>
                  <a:gd name="T64" fmla="*/ 84 w 183"/>
                  <a:gd name="T65" fmla="*/ 39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3" h="204">
                    <a:moveTo>
                      <a:pt x="84" y="39"/>
                    </a:moveTo>
                    <a:cubicBezTo>
                      <a:pt x="82" y="43"/>
                      <a:pt x="82" y="43"/>
                      <a:pt x="82" y="43"/>
                    </a:cubicBezTo>
                    <a:cubicBezTo>
                      <a:pt x="79" y="41"/>
                      <a:pt x="76" y="39"/>
                      <a:pt x="72" y="37"/>
                    </a:cubicBezTo>
                    <a:cubicBezTo>
                      <a:pt x="68" y="35"/>
                      <a:pt x="64" y="33"/>
                      <a:pt x="60" y="31"/>
                    </a:cubicBezTo>
                    <a:cubicBezTo>
                      <a:pt x="56" y="29"/>
                      <a:pt x="52" y="28"/>
                      <a:pt x="49" y="27"/>
                    </a:cubicBezTo>
                    <a:cubicBezTo>
                      <a:pt x="46" y="26"/>
                      <a:pt x="44" y="26"/>
                      <a:pt x="43" y="27"/>
                    </a:cubicBezTo>
                    <a:cubicBezTo>
                      <a:pt x="42" y="29"/>
                      <a:pt x="40" y="30"/>
                      <a:pt x="39" y="32"/>
                    </a:cubicBezTo>
                    <a:cubicBezTo>
                      <a:pt x="38" y="34"/>
                      <a:pt x="37" y="36"/>
                      <a:pt x="36" y="37"/>
                    </a:cubicBezTo>
                    <a:cubicBezTo>
                      <a:pt x="34" y="41"/>
                      <a:pt x="34" y="41"/>
                      <a:pt x="34" y="41"/>
                    </a:cubicBezTo>
                    <a:cubicBezTo>
                      <a:pt x="154" y="155"/>
                      <a:pt x="154" y="155"/>
                      <a:pt x="154" y="155"/>
                    </a:cubicBezTo>
                    <a:cubicBezTo>
                      <a:pt x="156" y="157"/>
                      <a:pt x="158" y="158"/>
                      <a:pt x="161" y="160"/>
                    </a:cubicBezTo>
                    <a:cubicBezTo>
                      <a:pt x="163" y="161"/>
                      <a:pt x="165" y="161"/>
                      <a:pt x="167" y="161"/>
                    </a:cubicBezTo>
                    <a:cubicBezTo>
                      <a:pt x="168" y="161"/>
                      <a:pt x="169" y="160"/>
                      <a:pt x="171" y="158"/>
                    </a:cubicBezTo>
                    <a:cubicBezTo>
                      <a:pt x="174" y="156"/>
                      <a:pt x="175" y="155"/>
                      <a:pt x="176" y="153"/>
                    </a:cubicBezTo>
                    <a:cubicBezTo>
                      <a:pt x="183" y="161"/>
                      <a:pt x="183" y="161"/>
                      <a:pt x="183" y="161"/>
                    </a:cubicBezTo>
                    <a:cubicBezTo>
                      <a:pt x="160" y="204"/>
                      <a:pt x="160" y="204"/>
                      <a:pt x="160" y="204"/>
                    </a:cubicBezTo>
                    <a:cubicBezTo>
                      <a:pt x="152" y="196"/>
                      <a:pt x="152" y="196"/>
                      <a:pt x="152" y="196"/>
                    </a:cubicBezTo>
                    <a:cubicBezTo>
                      <a:pt x="153" y="195"/>
                      <a:pt x="154" y="193"/>
                      <a:pt x="155" y="190"/>
                    </a:cubicBezTo>
                    <a:cubicBezTo>
                      <a:pt x="156" y="187"/>
                      <a:pt x="156" y="185"/>
                      <a:pt x="156" y="184"/>
                    </a:cubicBezTo>
                    <a:cubicBezTo>
                      <a:pt x="156" y="181"/>
                      <a:pt x="155" y="179"/>
                      <a:pt x="154" y="177"/>
                    </a:cubicBezTo>
                    <a:cubicBezTo>
                      <a:pt x="152" y="174"/>
                      <a:pt x="150" y="172"/>
                      <a:pt x="147" y="169"/>
                    </a:cubicBezTo>
                    <a:cubicBezTo>
                      <a:pt x="26" y="55"/>
                      <a:pt x="26" y="55"/>
                      <a:pt x="26" y="55"/>
                    </a:cubicBezTo>
                    <a:cubicBezTo>
                      <a:pt x="24" y="58"/>
                      <a:pt x="24" y="58"/>
                      <a:pt x="24" y="58"/>
                    </a:cubicBezTo>
                    <a:cubicBezTo>
                      <a:pt x="24" y="60"/>
                      <a:pt x="23" y="61"/>
                      <a:pt x="22" y="63"/>
                    </a:cubicBezTo>
                    <a:cubicBezTo>
                      <a:pt x="21" y="66"/>
                      <a:pt x="20" y="68"/>
                      <a:pt x="19" y="70"/>
                    </a:cubicBezTo>
                    <a:cubicBezTo>
                      <a:pt x="19" y="71"/>
                      <a:pt x="19" y="74"/>
                      <a:pt x="21" y="78"/>
                    </a:cubicBezTo>
                    <a:cubicBezTo>
                      <a:pt x="23" y="82"/>
                      <a:pt x="25" y="86"/>
                      <a:pt x="27" y="90"/>
                    </a:cubicBezTo>
                    <a:cubicBezTo>
                      <a:pt x="30" y="95"/>
                      <a:pt x="33" y="99"/>
                      <a:pt x="36" y="103"/>
                    </a:cubicBezTo>
                    <a:cubicBezTo>
                      <a:pt x="39" y="108"/>
                      <a:pt x="41" y="111"/>
                      <a:pt x="43" y="114"/>
                    </a:cubicBezTo>
                    <a:cubicBezTo>
                      <a:pt x="41" y="118"/>
                      <a:pt x="41" y="118"/>
                      <a:pt x="41" y="118"/>
                    </a:cubicBezTo>
                    <a:cubicBezTo>
                      <a:pt x="0" y="80"/>
                      <a:pt x="0" y="80"/>
                      <a:pt x="0" y="80"/>
                    </a:cubicBezTo>
                    <a:cubicBezTo>
                      <a:pt x="44" y="0"/>
                      <a:pt x="44" y="0"/>
                      <a:pt x="44" y="0"/>
                    </a:cubicBezTo>
                    <a:lnTo>
                      <a:pt x="84" y="39"/>
                    </a:lnTo>
                    <a:close/>
                  </a:path>
                </a:pathLst>
              </a:custGeom>
              <a:solidFill>
                <a:srgbClr val="898989"/>
              </a:solidFill>
              <a:ln>
                <a:noFill/>
              </a:ln>
            </p:spPr>
            <p:txBody>
              <a:bodyPr anchor="ctr"/>
              <a:lstStyle/>
              <a:p>
                <a:pPr algn="ctr"/>
                <a:endParaRPr/>
              </a:p>
            </p:txBody>
          </p:sp>
          <p:sp>
            <p:nvSpPr>
              <p:cNvPr id="52" name="íṥ1îdê">
                <a:extLst>
                  <a:ext uri="{FF2B5EF4-FFF2-40B4-BE49-F238E27FC236}">
                    <a16:creationId xmlns:a16="http://schemas.microsoft.com/office/drawing/2014/main" id="{B31FF8D8-53DA-4F89-BF23-6D381C80027E}"/>
                  </a:ext>
                </a:extLst>
              </p:cNvPr>
              <p:cNvSpPr/>
              <p:nvPr/>
            </p:nvSpPr>
            <p:spPr bwMode="auto">
              <a:xfrm>
                <a:off x="3717926" y="3638551"/>
                <a:ext cx="152400" cy="160338"/>
              </a:xfrm>
              <a:custGeom>
                <a:avLst/>
                <a:gdLst>
                  <a:gd name="T0" fmla="*/ 149 w 194"/>
                  <a:gd name="T1" fmla="*/ 85 h 203"/>
                  <a:gd name="T2" fmla="*/ 194 w 194"/>
                  <a:gd name="T3" fmla="*/ 125 h 203"/>
                  <a:gd name="T4" fmla="*/ 156 w 194"/>
                  <a:gd name="T5" fmla="*/ 203 h 203"/>
                  <a:gd name="T6" fmla="*/ 148 w 194"/>
                  <a:gd name="T7" fmla="*/ 197 h 203"/>
                  <a:gd name="T8" fmla="*/ 150 w 194"/>
                  <a:gd name="T9" fmla="*/ 191 h 203"/>
                  <a:gd name="T10" fmla="*/ 150 w 194"/>
                  <a:gd name="T11" fmla="*/ 185 h 203"/>
                  <a:gd name="T12" fmla="*/ 148 w 194"/>
                  <a:gd name="T13" fmla="*/ 179 h 203"/>
                  <a:gd name="T14" fmla="*/ 141 w 194"/>
                  <a:gd name="T15" fmla="*/ 172 h 203"/>
                  <a:gd name="T16" fmla="*/ 29 w 194"/>
                  <a:gd name="T17" fmla="*/ 79 h 203"/>
                  <a:gd name="T18" fmla="*/ 22 w 194"/>
                  <a:gd name="T19" fmla="*/ 74 h 203"/>
                  <a:gd name="T20" fmla="*/ 16 w 194"/>
                  <a:gd name="T21" fmla="*/ 73 h 203"/>
                  <a:gd name="T22" fmla="*/ 11 w 194"/>
                  <a:gd name="T23" fmla="*/ 76 h 203"/>
                  <a:gd name="T24" fmla="*/ 8 w 194"/>
                  <a:gd name="T25" fmla="*/ 80 h 203"/>
                  <a:gd name="T26" fmla="*/ 0 w 194"/>
                  <a:gd name="T27" fmla="*/ 73 h 203"/>
                  <a:gd name="T28" fmla="*/ 35 w 194"/>
                  <a:gd name="T29" fmla="*/ 0 h 203"/>
                  <a:gd name="T30" fmla="*/ 73 w 194"/>
                  <a:gd name="T31" fmla="*/ 31 h 203"/>
                  <a:gd name="T32" fmla="*/ 70 w 194"/>
                  <a:gd name="T33" fmla="*/ 36 h 203"/>
                  <a:gd name="T34" fmla="*/ 50 w 194"/>
                  <a:gd name="T35" fmla="*/ 27 h 203"/>
                  <a:gd name="T36" fmla="*/ 36 w 194"/>
                  <a:gd name="T37" fmla="*/ 27 h 203"/>
                  <a:gd name="T38" fmla="*/ 32 w 194"/>
                  <a:gd name="T39" fmla="*/ 32 h 203"/>
                  <a:gd name="T40" fmla="*/ 29 w 194"/>
                  <a:gd name="T41" fmla="*/ 38 h 203"/>
                  <a:gd name="T42" fmla="*/ 22 w 194"/>
                  <a:gd name="T43" fmla="*/ 53 h 203"/>
                  <a:gd name="T44" fmla="*/ 84 w 194"/>
                  <a:gd name="T45" fmla="*/ 105 h 203"/>
                  <a:gd name="T46" fmla="*/ 89 w 194"/>
                  <a:gd name="T47" fmla="*/ 94 h 203"/>
                  <a:gd name="T48" fmla="*/ 91 w 194"/>
                  <a:gd name="T49" fmla="*/ 85 h 203"/>
                  <a:gd name="T50" fmla="*/ 88 w 194"/>
                  <a:gd name="T51" fmla="*/ 76 h 203"/>
                  <a:gd name="T52" fmla="*/ 81 w 194"/>
                  <a:gd name="T53" fmla="*/ 67 h 203"/>
                  <a:gd name="T54" fmla="*/ 71 w 194"/>
                  <a:gd name="T55" fmla="*/ 57 h 203"/>
                  <a:gd name="T56" fmla="*/ 74 w 194"/>
                  <a:gd name="T57" fmla="*/ 52 h 203"/>
                  <a:gd name="T58" fmla="*/ 135 w 194"/>
                  <a:gd name="T59" fmla="*/ 103 h 203"/>
                  <a:gd name="T60" fmla="*/ 132 w 194"/>
                  <a:gd name="T61" fmla="*/ 108 h 203"/>
                  <a:gd name="T62" fmla="*/ 120 w 194"/>
                  <a:gd name="T63" fmla="*/ 100 h 203"/>
                  <a:gd name="T64" fmla="*/ 111 w 194"/>
                  <a:gd name="T65" fmla="*/ 95 h 203"/>
                  <a:gd name="T66" fmla="*/ 103 w 194"/>
                  <a:gd name="T67" fmla="*/ 95 h 203"/>
                  <a:gd name="T68" fmla="*/ 98 w 194"/>
                  <a:gd name="T69" fmla="*/ 101 h 203"/>
                  <a:gd name="T70" fmla="*/ 93 w 194"/>
                  <a:gd name="T71" fmla="*/ 112 h 203"/>
                  <a:gd name="T72" fmla="*/ 140 w 194"/>
                  <a:gd name="T73" fmla="*/ 151 h 203"/>
                  <a:gd name="T74" fmla="*/ 151 w 194"/>
                  <a:gd name="T75" fmla="*/ 160 h 203"/>
                  <a:gd name="T76" fmla="*/ 158 w 194"/>
                  <a:gd name="T77" fmla="*/ 163 h 203"/>
                  <a:gd name="T78" fmla="*/ 163 w 194"/>
                  <a:gd name="T79" fmla="*/ 160 h 203"/>
                  <a:gd name="T80" fmla="*/ 168 w 194"/>
                  <a:gd name="T81" fmla="*/ 152 h 203"/>
                  <a:gd name="T82" fmla="*/ 171 w 194"/>
                  <a:gd name="T83" fmla="*/ 146 h 203"/>
                  <a:gd name="T84" fmla="*/ 173 w 194"/>
                  <a:gd name="T85" fmla="*/ 140 h 203"/>
                  <a:gd name="T86" fmla="*/ 174 w 194"/>
                  <a:gd name="T87" fmla="*/ 133 h 203"/>
                  <a:gd name="T88" fmla="*/ 173 w 194"/>
                  <a:gd name="T89" fmla="*/ 127 h 203"/>
                  <a:gd name="T90" fmla="*/ 160 w 194"/>
                  <a:gd name="T91" fmla="*/ 107 h 203"/>
                  <a:gd name="T92" fmla="*/ 146 w 194"/>
                  <a:gd name="T93" fmla="*/ 89 h 203"/>
                  <a:gd name="T94" fmla="*/ 149 w 194"/>
                  <a:gd name="T95" fmla="*/ 8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203">
                    <a:moveTo>
                      <a:pt x="149" y="85"/>
                    </a:moveTo>
                    <a:cubicBezTo>
                      <a:pt x="194" y="125"/>
                      <a:pt x="194" y="125"/>
                      <a:pt x="194" y="125"/>
                    </a:cubicBezTo>
                    <a:cubicBezTo>
                      <a:pt x="156" y="203"/>
                      <a:pt x="156" y="203"/>
                      <a:pt x="156" y="203"/>
                    </a:cubicBezTo>
                    <a:cubicBezTo>
                      <a:pt x="148" y="197"/>
                      <a:pt x="148" y="197"/>
                      <a:pt x="148" y="197"/>
                    </a:cubicBezTo>
                    <a:cubicBezTo>
                      <a:pt x="149" y="195"/>
                      <a:pt x="149" y="193"/>
                      <a:pt x="150" y="191"/>
                    </a:cubicBezTo>
                    <a:cubicBezTo>
                      <a:pt x="150" y="188"/>
                      <a:pt x="151" y="186"/>
                      <a:pt x="150" y="185"/>
                    </a:cubicBezTo>
                    <a:cubicBezTo>
                      <a:pt x="150" y="183"/>
                      <a:pt x="149" y="181"/>
                      <a:pt x="148" y="179"/>
                    </a:cubicBezTo>
                    <a:cubicBezTo>
                      <a:pt x="146" y="177"/>
                      <a:pt x="144" y="175"/>
                      <a:pt x="141" y="172"/>
                    </a:cubicBezTo>
                    <a:cubicBezTo>
                      <a:pt x="29" y="79"/>
                      <a:pt x="29" y="79"/>
                      <a:pt x="29" y="79"/>
                    </a:cubicBezTo>
                    <a:cubicBezTo>
                      <a:pt x="27" y="77"/>
                      <a:pt x="24" y="75"/>
                      <a:pt x="22" y="74"/>
                    </a:cubicBezTo>
                    <a:cubicBezTo>
                      <a:pt x="20" y="73"/>
                      <a:pt x="18" y="73"/>
                      <a:pt x="16" y="73"/>
                    </a:cubicBezTo>
                    <a:cubicBezTo>
                      <a:pt x="15" y="74"/>
                      <a:pt x="13" y="75"/>
                      <a:pt x="11" y="76"/>
                    </a:cubicBezTo>
                    <a:cubicBezTo>
                      <a:pt x="10" y="78"/>
                      <a:pt x="8" y="79"/>
                      <a:pt x="8" y="80"/>
                    </a:cubicBezTo>
                    <a:cubicBezTo>
                      <a:pt x="0" y="73"/>
                      <a:pt x="0" y="73"/>
                      <a:pt x="0" y="73"/>
                    </a:cubicBezTo>
                    <a:cubicBezTo>
                      <a:pt x="35" y="0"/>
                      <a:pt x="35" y="0"/>
                      <a:pt x="35" y="0"/>
                    </a:cubicBezTo>
                    <a:cubicBezTo>
                      <a:pt x="73" y="31"/>
                      <a:pt x="73" y="31"/>
                      <a:pt x="73" y="31"/>
                    </a:cubicBezTo>
                    <a:cubicBezTo>
                      <a:pt x="70" y="36"/>
                      <a:pt x="70" y="36"/>
                      <a:pt x="70" y="36"/>
                    </a:cubicBezTo>
                    <a:cubicBezTo>
                      <a:pt x="64" y="33"/>
                      <a:pt x="58" y="30"/>
                      <a:pt x="50" y="27"/>
                    </a:cubicBezTo>
                    <a:cubicBezTo>
                      <a:pt x="42" y="25"/>
                      <a:pt x="37" y="25"/>
                      <a:pt x="36" y="27"/>
                    </a:cubicBezTo>
                    <a:cubicBezTo>
                      <a:pt x="35" y="28"/>
                      <a:pt x="34" y="30"/>
                      <a:pt x="32" y="32"/>
                    </a:cubicBezTo>
                    <a:cubicBezTo>
                      <a:pt x="31" y="33"/>
                      <a:pt x="30" y="36"/>
                      <a:pt x="29" y="38"/>
                    </a:cubicBezTo>
                    <a:cubicBezTo>
                      <a:pt x="22" y="53"/>
                      <a:pt x="22" y="53"/>
                      <a:pt x="22" y="53"/>
                    </a:cubicBezTo>
                    <a:cubicBezTo>
                      <a:pt x="84" y="105"/>
                      <a:pt x="84" y="105"/>
                      <a:pt x="84" y="105"/>
                    </a:cubicBezTo>
                    <a:cubicBezTo>
                      <a:pt x="89" y="94"/>
                      <a:pt x="89" y="94"/>
                      <a:pt x="89" y="94"/>
                    </a:cubicBezTo>
                    <a:cubicBezTo>
                      <a:pt x="91" y="91"/>
                      <a:pt x="91" y="88"/>
                      <a:pt x="91" y="85"/>
                    </a:cubicBezTo>
                    <a:cubicBezTo>
                      <a:pt x="91" y="83"/>
                      <a:pt x="90" y="80"/>
                      <a:pt x="88" y="76"/>
                    </a:cubicBezTo>
                    <a:cubicBezTo>
                      <a:pt x="86" y="74"/>
                      <a:pt x="84" y="71"/>
                      <a:pt x="81" y="67"/>
                    </a:cubicBezTo>
                    <a:cubicBezTo>
                      <a:pt x="77" y="63"/>
                      <a:pt x="74" y="60"/>
                      <a:pt x="71" y="57"/>
                    </a:cubicBezTo>
                    <a:cubicBezTo>
                      <a:pt x="74" y="52"/>
                      <a:pt x="74" y="52"/>
                      <a:pt x="74" y="52"/>
                    </a:cubicBezTo>
                    <a:cubicBezTo>
                      <a:pt x="135" y="103"/>
                      <a:pt x="135" y="103"/>
                      <a:pt x="135" y="103"/>
                    </a:cubicBezTo>
                    <a:cubicBezTo>
                      <a:pt x="132" y="108"/>
                      <a:pt x="132" y="108"/>
                      <a:pt x="132" y="108"/>
                    </a:cubicBezTo>
                    <a:cubicBezTo>
                      <a:pt x="129" y="105"/>
                      <a:pt x="125" y="103"/>
                      <a:pt x="120" y="100"/>
                    </a:cubicBezTo>
                    <a:cubicBezTo>
                      <a:pt x="116" y="98"/>
                      <a:pt x="113" y="96"/>
                      <a:pt x="111" y="95"/>
                    </a:cubicBezTo>
                    <a:cubicBezTo>
                      <a:pt x="107" y="94"/>
                      <a:pt x="104" y="94"/>
                      <a:pt x="103" y="95"/>
                    </a:cubicBezTo>
                    <a:cubicBezTo>
                      <a:pt x="101" y="96"/>
                      <a:pt x="99" y="98"/>
                      <a:pt x="98" y="101"/>
                    </a:cubicBezTo>
                    <a:cubicBezTo>
                      <a:pt x="93" y="112"/>
                      <a:pt x="93" y="112"/>
                      <a:pt x="93" y="112"/>
                    </a:cubicBezTo>
                    <a:cubicBezTo>
                      <a:pt x="140" y="151"/>
                      <a:pt x="140" y="151"/>
                      <a:pt x="140" y="151"/>
                    </a:cubicBezTo>
                    <a:cubicBezTo>
                      <a:pt x="144" y="155"/>
                      <a:pt x="148" y="158"/>
                      <a:pt x="151" y="160"/>
                    </a:cubicBezTo>
                    <a:cubicBezTo>
                      <a:pt x="154" y="162"/>
                      <a:pt x="156" y="163"/>
                      <a:pt x="158" y="163"/>
                    </a:cubicBezTo>
                    <a:cubicBezTo>
                      <a:pt x="160" y="163"/>
                      <a:pt x="162" y="162"/>
                      <a:pt x="163" y="160"/>
                    </a:cubicBezTo>
                    <a:cubicBezTo>
                      <a:pt x="165" y="158"/>
                      <a:pt x="166" y="156"/>
                      <a:pt x="168" y="152"/>
                    </a:cubicBezTo>
                    <a:cubicBezTo>
                      <a:pt x="169" y="151"/>
                      <a:pt x="170" y="149"/>
                      <a:pt x="171" y="146"/>
                    </a:cubicBezTo>
                    <a:cubicBezTo>
                      <a:pt x="172" y="144"/>
                      <a:pt x="173" y="142"/>
                      <a:pt x="173" y="140"/>
                    </a:cubicBezTo>
                    <a:cubicBezTo>
                      <a:pt x="174" y="138"/>
                      <a:pt x="174" y="136"/>
                      <a:pt x="174" y="133"/>
                    </a:cubicBezTo>
                    <a:cubicBezTo>
                      <a:pt x="174" y="131"/>
                      <a:pt x="174" y="129"/>
                      <a:pt x="173" y="127"/>
                    </a:cubicBezTo>
                    <a:cubicBezTo>
                      <a:pt x="170" y="122"/>
                      <a:pt x="166" y="115"/>
                      <a:pt x="160" y="107"/>
                    </a:cubicBezTo>
                    <a:cubicBezTo>
                      <a:pt x="154" y="99"/>
                      <a:pt x="149" y="93"/>
                      <a:pt x="146" y="89"/>
                    </a:cubicBezTo>
                    <a:lnTo>
                      <a:pt x="149" y="85"/>
                    </a:lnTo>
                    <a:close/>
                  </a:path>
                </a:pathLst>
              </a:custGeom>
              <a:solidFill>
                <a:srgbClr val="898989"/>
              </a:solidFill>
              <a:ln>
                <a:noFill/>
              </a:ln>
            </p:spPr>
            <p:txBody>
              <a:bodyPr anchor="ctr"/>
              <a:lstStyle/>
              <a:p>
                <a:pPr algn="ctr"/>
                <a:endParaRPr/>
              </a:p>
            </p:txBody>
          </p:sp>
          <p:sp>
            <p:nvSpPr>
              <p:cNvPr id="53" name="íṧḻïďé">
                <a:extLst>
                  <a:ext uri="{FF2B5EF4-FFF2-40B4-BE49-F238E27FC236}">
                    <a16:creationId xmlns:a16="http://schemas.microsoft.com/office/drawing/2014/main" id="{B09F8A3C-88B5-4819-8A2F-6D9786527AB7}"/>
                  </a:ext>
                </a:extLst>
              </p:cNvPr>
              <p:cNvSpPr/>
              <p:nvPr/>
            </p:nvSpPr>
            <p:spPr bwMode="auto">
              <a:xfrm>
                <a:off x="3756026" y="3581401"/>
                <a:ext cx="144463" cy="115888"/>
              </a:xfrm>
              <a:custGeom>
                <a:avLst/>
                <a:gdLst>
                  <a:gd name="T0" fmla="*/ 182 w 184"/>
                  <a:gd name="T1" fmla="*/ 126 h 148"/>
                  <a:gd name="T2" fmla="*/ 170 w 184"/>
                  <a:gd name="T3" fmla="*/ 141 h 148"/>
                  <a:gd name="T4" fmla="*/ 148 w 184"/>
                  <a:gd name="T5" fmla="*/ 147 h 148"/>
                  <a:gd name="T6" fmla="*/ 117 w 184"/>
                  <a:gd name="T7" fmla="*/ 144 h 148"/>
                  <a:gd name="T8" fmla="*/ 79 w 184"/>
                  <a:gd name="T9" fmla="*/ 129 h 148"/>
                  <a:gd name="T10" fmla="*/ 43 w 184"/>
                  <a:gd name="T11" fmla="*/ 107 h 148"/>
                  <a:gd name="T12" fmla="*/ 17 w 184"/>
                  <a:gd name="T13" fmla="*/ 81 h 148"/>
                  <a:gd name="T14" fmla="*/ 3 w 184"/>
                  <a:gd name="T15" fmla="*/ 56 h 148"/>
                  <a:gd name="T16" fmla="*/ 2 w 184"/>
                  <a:gd name="T17" fmla="*/ 33 h 148"/>
                  <a:gd name="T18" fmla="*/ 9 w 184"/>
                  <a:gd name="T19" fmla="*/ 21 h 148"/>
                  <a:gd name="T20" fmla="*/ 21 w 184"/>
                  <a:gd name="T21" fmla="*/ 13 h 148"/>
                  <a:gd name="T22" fmla="*/ 14 w 184"/>
                  <a:gd name="T23" fmla="*/ 6 h 148"/>
                  <a:gd name="T24" fmla="*/ 16 w 184"/>
                  <a:gd name="T25" fmla="*/ 0 h 148"/>
                  <a:gd name="T26" fmla="*/ 77 w 184"/>
                  <a:gd name="T27" fmla="*/ 30 h 148"/>
                  <a:gd name="T28" fmla="*/ 76 w 184"/>
                  <a:gd name="T29" fmla="*/ 36 h 148"/>
                  <a:gd name="T30" fmla="*/ 55 w 184"/>
                  <a:gd name="T31" fmla="*/ 30 h 148"/>
                  <a:gd name="T32" fmla="*/ 36 w 184"/>
                  <a:gd name="T33" fmla="*/ 27 h 148"/>
                  <a:gd name="T34" fmla="*/ 20 w 184"/>
                  <a:gd name="T35" fmla="*/ 29 h 148"/>
                  <a:gd name="T36" fmla="*/ 12 w 184"/>
                  <a:gd name="T37" fmla="*/ 38 h 148"/>
                  <a:gd name="T38" fmla="*/ 14 w 184"/>
                  <a:gd name="T39" fmla="*/ 54 h 148"/>
                  <a:gd name="T40" fmla="*/ 26 w 184"/>
                  <a:gd name="T41" fmla="*/ 72 h 148"/>
                  <a:gd name="T42" fmla="*/ 49 w 184"/>
                  <a:gd name="T43" fmla="*/ 91 h 148"/>
                  <a:gd name="T44" fmla="*/ 83 w 184"/>
                  <a:gd name="T45" fmla="*/ 111 h 148"/>
                  <a:gd name="T46" fmla="*/ 114 w 184"/>
                  <a:gd name="T47" fmla="*/ 123 h 148"/>
                  <a:gd name="T48" fmla="*/ 140 w 184"/>
                  <a:gd name="T49" fmla="*/ 128 h 148"/>
                  <a:gd name="T50" fmla="*/ 159 w 184"/>
                  <a:gd name="T51" fmla="*/ 125 h 148"/>
                  <a:gd name="T52" fmla="*/ 169 w 184"/>
                  <a:gd name="T53" fmla="*/ 114 h 148"/>
                  <a:gd name="T54" fmla="*/ 170 w 184"/>
                  <a:gd name="T55" fmla="*/ 101 h 148"/>
                  <a:gd name="T56" fmla="*/ 164 w 184"/>
                  <a:gd name="T57" fmla="*/ 88 h 148"/>
                  <a:gd name="T58" fmla="*/ 154 w 184"/>
                  <a:gd name="T59" fmla="*/ 76 h 148"/>
                  <a:gd name="T60" fmla="*/ 140 w 184"/>
                  <a:gd name="T61" fmla="*/ 64 h 148"/>
                  <a:gd name="T62" fmla="*/ 146 w 184"/>
                  <a:gd name="T63" fmla="*/ 60 h 148"/>
                  <a:gd name="T64" fmla="*/ 178 w 184"/>
                  <a:gd name="T65" fmla="*/ 95 h 148"/>
                  <a:gd name="T66" fmla="*/ 182 w 184"/>
                  <a:gd name="T67" fmla="*/ 126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4" h="148">
                    <a:moveTo>
                      <a:pt x="182" y="126"/>
                    </a:moveTo>
                    <a:cubicBezTo>
                      <a:pt x="180" y="132"/>
                      <a:pt x="176" y="137"/>
                      <a:pt x="170" y="141"/>
                    </a:cubicBezTo>
                    <a:cubicBezTo>
                      <a:pt x="165" y="145"/>
                      <a:pt x="157" y="147"/>
                      <a:pt x="148" y="147"/>
                    </a:cubicBezTo>
                    <a:cubicBezTo>
                      <a:pt x="139" y="148"/>
                      <a:pt x="129" y="147"/>
                      <a:pt x="117" y="144"/>
                    </a:cubicBezTo>
                    <a:cubicBezTo>
                      <a:pt x="106" y="141"/>
                      <a:pt x="93" y="136"/>
                      <a:pt x="79" y="129"/>
                    </a:cubicBezTo>
                    <a:cubicBezTo>
                      <a:pt x="65" y="122"/>
                      <a:pt x="53" y="115"/>
                      <a:pt x="43" y="107"/>
                    </a:cubicBezTo>
                    <a:cubicBezTo>
                      <a:pt x="32" y="98"/>
                      <a:pt x="24" y="90"/>
                      <a:pt x="17" y="81"/>
                    </a:cubicBezTo>
                    <a:cubicBezTo>
                      <a:pt x="10" y="73"/>
                      <a:pt x="5" y="64"/>
                      <a:pt x="3" y="56"/>
                    </a:cubicBezTo>
                    <a:cubicBezTo>
                      <a:pt x="0" y="48"/>
                      <a:pt x="0" y="40"/>
                      <a:pt x="2" y="33"/>
                    </a:cubicBezTo>
                    <a:cubicBezTo>
                      <a:pt x="3" y="28"/>
                      <a:pt x="6" y="24"/>
                      <a:pt x="9" y="21"/>
                    </a:cubicBezTo>
                    <a:cubicBezTo>
                      <a:pt x="12" y="18"/>
                      <a:pt x="17" y="15"/>
                      <a:pt x="21" y="13"/>
                    </a:cubicBezTo>
                    <a:cubicBezTo>
                      <a:pt x="14" y="6"/>
                      <a:pt x="14" y="6"/>
                      <a:pt x="14" y="6"/>
                    </a:cubicBezTo>
                    <a:cubicBezTo>
                      <a:pt x="16" y="0"/>
                      <a:pt x="16" y="0"/>
                      <a:pt x="16" y="0"/>
                    </a:cubicBezTo>
                    <a:cubicBezTo>
                      <a:pt x="77" y="30"/>
                      <a:pt x="77" y="30"/>
                      <a:pt x="77" y="30"/>
                    </a:cubicBezTo>
                    <a:cubicBezTo>
                      <a:pt x="76" y="36"/>
                      <a:pt x="76" y="36"/>
                      <a:pt x="76" y="36"/>
                    </a:cubicBezTo>
                    <a:cubicBezTo>
                      <a:pt x="70" y="34"/>
                      <a:pt x="63" y="32"/>
                      <a:pt x="55" y="30"/>
                    </a:cubicBezTo>
                    <a:cubicBezTo>
                      <a:pt x="48" y="28"/>
                      <a:pt x="41" y="27"/>
                      <a:pt x="36" y="27"/>
                    </a:cubicBezTo>
                    <a:cubicBezTo>
                      <a:pt x="30" y="26"/>
                      <a:pt x="24" y="27"/>
                      <a:pt x="20" y="29"/>
                    </a:cubicBezTo>
                    <a:cubicBezTo>
                      <a:pt x="16" y="30"/>
                      <a:pt x="14" y="33"/>
                      <a:pt x="12" y="38"/>
                    </a:cubicBezTo>
                    <a:cubicBezTo>
                      <a:pt x="11" y="42"/>
                      <a:pt x="12" y="48"/>
                      <a:pt x="14" y="54"/>
                    </a:cubicBezTo>
                    <a:cubicBezTo>
                      <a:pt x="16" y="59"/>
                      <a:pt x="20" y="66"/>
                      <a:pt x="26" y="72"/>
                    </a:cubicBezTo>
                    <a:cubicBezTo>
                      <a:pt x="32" y="78"/>
                      <a:pt x="40" y="85"/>
                      <a:pt x="49" y="91"/>
                    </a:cubicBezTo>
                    <a:cubicBezTo>
                      <a:pt x="59" y="98"/>
                      <a:pt x="70" y="104"/>
                      <a:pt x="83" y="111"/>
                    </a:cubicBezTo>
                    <a:cubicBezTo>
                      <a:pt x="94" y="116"/>
                      <a:pt x="104" y="120"/>
                      <a:pt x="114" y="123"/>
                    </a:cubicBezTo>
                    <a:cubicBezTo>
                      <a:pt x="123" y="126"/>
                      <a:pt x="132" y="128"/>
                      <a:pt x="140" y="128"/>
                    </a:cubicBezTo>
                    <a:cubicBezTo>
                      <a:pt x="148" y="129"/>
                      <a:pt x="154" y="127"/>
                      <a:pt x="159" y="125"/>
                    </a:cubicBezTo>
                    <a:cubicBezTo>
                      <a:pt x="165" y="123"/>
                      <a:pt x="168" y="119"/>
                      <a:pt x="169" y="114"/>
                    </a:cubicBezTo>
                    <a:cubicBezTo>
                      <a:pt x="171" y="110"/>
                      <a:pt x="171" y="105"/>
                      <a:pt x="170" y="101"/>
                    </a:cubicBezTo>
                    <a:cubicBezTo>
                      <a:pt x="168" y="97"/>
                      <a:pt x="167" y="92"/>
                      <a:pt x="164" y="88"/>
                    </a:cubicBezTo>
                    <a:cubicBezTo>
                      <a:pt x="161" y="84"/>
                      <a:pt x="158" y="80"/>
                      <a:pt x="154" y="76"/>
                    </a:cubicBezTo>
                    <a:cubicBezTo>
                      <a:pt x="150" y="71"/>
                      <a:pt x="145" y="67"/>
                      <a:pt x="140" y="64"/>
                    </a:cubicBezTo>
                    <a:cubicBezTo>
                      <a:pt x="146" y="60"/>
                      <a:pt x="146" y="60"/>
                      <a:pt x="146" y="60"/>
                    </a:cubicBezTo>
                    <a:cubicBezTo>
                      <a:pt x="162" y="73"/>
                      <a:pt x="172" y="85"/>
                      <a:pt x="178" y="95"/>
                    </a:cubicBezTo>
                    <a:cubicBezTo>
                      <a:pt x="183" y="106"/>
                      <a:pt x="184" y="116"/>
                      <a:pt x="182" y="126"/>
                    </a:cubicBezTo>
                    <a:close/>
                  </a:path>
                </a:pathLst>
              </a:custGeom>
              <a:solidFill>
                <a:srgbClr val="898989"/>
              </a:solidFill>
              <a:ln>
                <a:noFill/>
              </a:ln>
            </p:spPr>
            <p:txBody>
              <a:bodyPr anchor="ctr"/>
              <a:lstStyle/>
              <a:p>
                <a:pPr algn="ctr"/>
                <a:endParaRPr/>
              </a:p>
            </p:txBody>
          </p:sp>
          <p:sp>
            <p:nvSpPr>
              <p:cNvPr id="54" name="iSlídè">
                <a:extLst>
                  <a:ext uri="{FF2B5EF4-FFF2-40B4-BE49-F238E27FC236}">
                    <a16:creationId xmlns:a16="http://schemas.microsoft.com/office/drawing/2014/main" id="{9B63C3C8-4AE0-4405-ACE9-01CA4A11816E}"/>
                  </a:ext>
                </a:extLst>
              </p:cNvPr>
              <p:cNvSpPr/>
              <p:nvPr/>
            </p:nvSpPr>
            <p:spPr bwMode="auto">
              <a:xfrm>
                <a:off x="3767138" y="3487738"/>
                <a:ext cx="155575" cy="131763"/>
              </a:xfrm>
              <a:custGeom>
                <a:avLst/>
                <a:gdLst>
                  <a:gd name="T0" fmla="*/ 199 w 199"/>
                  <a:gd name="T1" fmla="*/ 54 h 167"/>
                  <a:gd name="T2" fmla="*/ 191 w 199"/>
                  <a:gd name="T3" fmla="*/ 99 h 167"/>
                  <a:gd name="T4" fmla="*/ 182 w 199"/>
                  <a:gd name="T5" fmla="*/ 97 h 167"/>
                  <a:gd name="T6" fmla="*/ 183 w 199"/>
                  <a:gd name="T7" fmla="*/ 91 h 167"/>
                  <a:gd name="T8" fmla="*/ 182 w 199"/>
                  <a:gd name="T9" fmla="*/ 86 h 167"/>
                  <a:gd name="T10" fmla="*/ 178 w 199"/>
                  <a:gd name="T11" fmla="*/ 81 h 167"/>
                  <a:gd name="T12" fmla="*/ 170 w 199"/>
                  <a:gd name="T13" fmla="*/ 77 h 167"/>
                  <a:gd name="T14" fmla="*/ 106 w 199"/>
                  <a:gd name="T15" fmla="*/ 58 h 167"/>
                  <a:gd name="T16" fmla="*/ 97 w 199"/>
                  <a:gd name="T17" fmla="*/ 109 h 167"/>
                  <a:gd name="T18" fmla="*/ 160 w 199"/>
                  <a:gd name="T19" fmla="*/ 128 h 167"/>
                  <a:gd name="T20" fmla="*/ 167 w 199"/>
                  <a:gd name="T21" fmla="*/ 130 h 167"/>
                  <a:gd name="T22" fmla="*/ 173 w 199"/>
                  <a:gd name="T23" fmla="*/ 128 h 167"/>
                  <a:gd name="T24" fmla="*/ 176 w 199"/>
                  <a:gd name="T25" fmla="*/ 124 h 167"/>
                  <a:gd name="T26" fmla="*/ 178 w 199"/>
                  <a:gd name="T27" fmla="*/ 119 h 167"/>
                  <a:gd name="T28" fmla="*/ 187 w 199"/>
                  <a:gd name="T29" fmla="*/ 122 h 167"/>
                  <a:gd name="T30" fmla="*/ 180 w 199"/>
                  <a:gd name="T31" fmla="*/ 167 h 167"/>
                  <a:gd name="T32" fmla="*/ 171 w 199"/>
                  <a:gd name="T33" fmla="*/ 164 h 167"/>
                  <a:gd name="T34" fmla="*/ 171 w 199"/>
                  <a:gd name="T35" fmla="*/ 159 h 167"/>
                  <a:gd name="T36" fmla="*/ 170 w 199"/>
                  <a:gd name="T37" fmla="*/ 154 h 167"/>
                  <a:gd name="T38" fmla="*/ 166 w 199"/>
                  <a:gd name="T39" fmla="*/ 149 h 167"/>
                  <a:gd name="T40" fmla="*/ 158 w 199"/>
                  <a:gd name="T41" fmla="*/ 145 h 167"/>
                  <a:gd name="T42" fmla="*/ 28 w 199"/>
                  <a:gd name="T43" fmla="*/ 106 h 167"/>
                  <a:gd name="T44" fmla="*/ 21 w 199"/>
                  <a:gd name="T45" fmla="*/ 105 h 167"/>
                  <a:gd name="T46" fmla="*/ 15 w 199"/>
                  <a:gd name="T47" fmla="*/ 107 h 167"/>
                  <a:gd name="T48" fmla="*/ 11 w 199"/>
                  <a:gd name="T49" fmla="*/ 111 h 167"/>
                  <a:gd name="T50" fmla="*/ 9 w 199"/>
                  <a:gd name="T51" fmla="*/ 115 h 167"/>
                  <a:gd name="T52" fmla="*/ 0 w 199"/>
                  <a:gd name="T53" fmla="*/ 113 h 167"/>
                  <a:gd name="T54" fmla="*/ 7 w 199"/>
                  <a:gd name="T55" fmla="*/ 67 h 167"/>
                  <a:gd name="T56" fmla="*/ 16 w 199"/>
                  <a:gd name="T57" fmla="*/ 70 h 167"/>
                  <a:gd name="T58" fmla="*/ 17 w 199"/>
                  <a:gd name="T59" fmla="*/ 76 h 167"/>
                  <a:gd name="T60" fmla="*/ 18 w 199"/>
                  <a:gd name="T61" fmla="*/ 81 h 167"/>
                  <a:gd name="T62" fmla="*/ 22 w 199"/>
                  <a:gd name="T63" fmla="*/ 86 h 167"/>
                  <a:gd name="T64" fmla="*/ 30 w 199"/>
                  <a:gd name="T65" fmla="*/ 89 h 167"/>
                  <a:gd name="T66" fmla="*/ 86 w 199"/>
                  <a:gd name="T67" fmla="*/ 106 h 167"/>
                  <a:gd name="T68" fmla="*/ 95 w 199"/>
                  <a:gd name="T69" fmla="*/ 55 h 167"/>
                  <a:gd name="T70" fmla="*/ 40 w 199"/>
                  <a:gd name="T71" fmla="*/ 38 h 167"/>
                  <a:gd name="T72" fmla="*/ 32 w 199"/>
                  <a:gd name="T73" fmla="*/ 37 h 167"/>
                  <a:gd name="T74" fmla="*/ 27 w 199"/>
                  <a:gd name="T75" fmla="*/ 39 h 167"/>
                  <a:gd name="T76" fmla="*/ 23 w 199"/>
                  <a:gd name="T77" fmla="*/ 43 h 167"/>
                  <a:gd name="T78" fmla="*/ 20 w 199"/>
                  <a:gd name="T79" fmla="*/ 48 h 167"/>
                  <a:gd name="T80" fmla="*/ 11 w 199"/>
                  <a:gd name="T81" fmla="*/ 45 h 167"/>
                  <a:gd name="T82" fmla="*/ 19 w 199"/>
                  <a:gd name="T83" fmla="*/ 0 h 167"/>
                  <a:gd name="T84" fmla="*/ 28 w 199"/>
                  <a:gd name="T85" fmla="*/ 2 h 167"/>
                  <a:gd name="T86" fmla="*/ 29 w 199"/>
                  <a:gd name="T87" fmla="*/ 8 h 167"/>
                  <a:gd name="T88" fmla="*/ 30 w 199"/>
                  <a:gd name="T89" fmla="*/ 13 h 167"/>
                  <a:gd name="T90" fmla="*/ 34 w 199"/>
                  <a:gd name="T91" fmla="*/ 18 h 167"/>
                  <a:gd name="T92" fmla="*/ 42 w 199"/>
                  <a:gd name="T93" fmla="*/ 21 h 167"/>
                  <a:gd name="T94" fmla="*/ 171 w 199"/>
                  <a:gd name="T95" fmla="*/ 61 h 167"/>
                  <a:gd name="T96" fmla="*/ 179 w 199"/>
                  <a:gd name="T97" fmla="*/ 62 h 167"/>
                  <a:gd name="T98" fmla="*/ 185 w 199"/>
                  <a:gd name="T99" fmla="*/ 60 h 167"/>
                  <a:gd name="T100" fmla="*/ 188 w 199"/>
                  <a:gd name="T101" fmla="*/ 56 h 167"/>
                  <a:gd name="T102" fmla="*/ 190 w 199"/>
                  <a:gd name="T103" fmla="*/ 51 h 167"/>
                  <a:gd name="T104" fmla="*/ 199 w 199"/>
                  <a:gd name="T105" fmla="*/ 5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99" h="167">
                    <a:moveTo>
                      <a:pt x="199" y="54"/>
                    </a:moveTo>
                    <a:cubicBezTo>
                      <a:pt x="191" y="99"/>
                      <a:pt x="191" y="99"/>
                      <a:pt x="191" y="99"/>
                    </a:cubicBezTo>
                    <a:cubicBezTo>
                      <a:pt x="182" y="97"/>
                      <a:pt x="182" y="97"/>
                      <a:pt x="182" y="97"/>
                    </a:cubicBezTo>
                    <a:cubicBezTo>
                      <a:pt x="182" y="95"/>
                      <a:pt x="182" y="93"/>
                      <a:pt x="183" y="91"/>
                    </a:cubicBezTo>
                    <a:cubicBezTo>
                      <a:pt x="183" y="89"/>
                      <a:pt x="182" y="87"/>
                      <a:pt x="182" y="86"/>
                    </a:cubicBezTo>
                    <a:cubicBezTo>
                      <a:pt x="181" y="84"/>
                      <a:pt x="180" y="82"/>
                      <a:pt x="178" y="81"/>
                    </a:cubicBezTo>
                    <a:cubicBezTo>
                      <a:pt x="176" y="80"/>
                      <a:pt x="173" y="78"/>
                      <a:pt x="170" y="77"/>
                    </a:cubicBezTo>
                    <a:cubicBezTo>
                      <a:pt x="106" y="58"/>
                      <a:pt x="106" y="58"/>
                      <a:pt x="106" y="58"/>
                    </a:cubicBezTo>
                    <a:cubicBezTo>
                      <a:pt x="97" y="109"/>
                      <a:pt x="97" y="109"/>
                      <a:pt x="97" y="109"/>
                    </a:cubicBezTo>
                    <a:cubicBezTo>
                      <a:pt x="160" y="128"/>
                      <a:pt x="160" y="128"/>
                      <a:pt x="160" y="128"/>
                    </a:cubicBezTo>
                    <a:cubicBezTo>
                      <a:pt x="163" y="129"/>
                      <a:pt x="165" y="130"/>
                      <a:pt x="167" y="130"/>
                    </a:cubicBezTo>
                    <a:cubicBezTo>
                      <a:pt x="169" y="130"/>
                      <a:pt x="171" y="129"/>
                      <a:pt x="173" y="128"/>
                    </a:cubicBezTo>
                    <a:cubicBezTo>
                      <a:pt x="174" y="127"/>
                      <a:pt x="175" y="126"/>
                      <a:pt x="176" y="124"/>
                    </a:cubicBezTo>
                    <a:cubicBezTo>
                      <a:pt x="177" y="122"/>
                      <a:pt x="178" y="120"/>
                      <a:pt x="178" y="119"/>
                    </a:cubicBezTo>
                    <a:cubicBezTo>
                      <a:pt x="187" y="122"/>
                      <a:pt x="187" y="122"/>
                      <a:pt x="187" y="122"/>
                    </a:cubicBezTo>
                    <a:cubicBezTo>
                      <a:pt x="180" y="167"/>
                      <a:pt x="180" y="167"/>
                      <a:pt x="180" y="167"/>
                    </a:cubicBezTo>
                    <a:cubicBezTo>
                      <a:pt x="171" y="164"/>
                      <a:pt x="171" y="164"/>
                      <a:pt x="171" y="164"/>
                    </a:cubicBezTo>
                    <a:cubicBezTo>
                      <a:pt x="171" y="163"/>
                      <a:pt x="171" y="161"/>
                      <a:pt x="171" y="159"/>
                    </a:cubicBezTo>
                    <a:cubicBezTo>
                      <a:pt x="171" y="156"/>
                      <a:pt x="171" y="155"/>
                      <a:pt x="170" y="154"/>
                    </a:cubicBezTo>
                    <a:cubicBezTo>
                      <a:pt x="169" y="152"/>
                      <a:pt x="168" y="150"/>
                      <a:pt x="166" y="149"/>
                    </a:cubicBezTo>
                    <a:cubicBezTo>
                      <a:pt x="164" y="147"/>
                      <a:pt x="161" y="146"/>
                      <a:pt x="158" y="145"/>
                    </a:cubicBezTo>
                    <a:cubicBezTo>
                      <a:pt x="28" y="106"/>
                      <a:pt x="28" y="106"/>
                      <a:pt x="28" y="106"/>
                    </a:cubicBezTo>
                    <a:cubicBezTo>
                      <a:pt x="26" y="105"/>
                      <a:pt x="23" y="105"/>
                      <a:pt x="21" y="105"/>
                    </a:cubicBezTo>
                    <a:cubicBezTo>
                      <a:pt x="18" y="105"/>
                      <a:pt x="16" y="105"/>
                      <a:pt x="15" y="107"/>
                    </a:cubicBezTo>
                    <a:cubicBezTo>
                      <a:pt x="13" y="108"/>
                      <a:pt x="12" y="109"/>
                      <a:pt x="11" y="111"/>
                    </a:cubicBezTo>
                    <a:cubicBezTo>
                      <a:pt x="10" y="113"/>
                      <a:pt x="9" y="114"/>
                      <a:pt x="9" y="115"/>
                    </a:cubicBezTo>
                    <a:cubicBezTo>
                      <a:pt x="0" y="113"/>
                      <a:pt x="0" y="113"/>
                      <a:pt x="0" y="113"/>
                    </a:cubicBezTo>
                    <a:cubicBezTo>
                      <a:pt x="7" y="67"/>
                      <a:pt x="7" y="67"/>
                      <a:pt x="7" y="67"/>
                    </a:cubicBezTo>
                    <a:cubicBezTo>
                      <a:pt x="16" y="70"/>
                      <a:pt x="16" y="70"/>
                      <a:pt x="16" y="70"/>
                    </a:cubicBezTo>
                    <a:cubicBezTo>
                      <a:pt x="16" y="72"/>
                      <a:pt x="16" y="73"/>
                      <a:pt x="17" y="76"/>
                    </a:cubicBezTo>
                    <a:cubicBezTo>
                      <a:pt x="17" y="78"/>
                      <a:pt x="17" y="80"/>
                      <a:pt x="18" y="81"/>
                    </a:cubicBezTo>
                    <a:cubicBezTo>
                      <a:pt x="19" y="83"/>
                      <a:pt x="20" y="85"/>
                      <a:pt x="22" y="86"/>
                    </a:cubicBezTo>
                    <a:cubicBezTo>
                      <a:pt x="25" y="87"/>
                      <a:pt x="27" y="88"/>
                      <a:pt x="30" y="89"/>
                    </a:cubicBezTo>
                    <a:cubicBezTo>
                      <a:pt x="86" y="106"/>
                      <a:pt x="86" y="106"/>
                      <a:pt x="86" y="106"/>
                    </a:cubicBezTo>
                    <a:cubicBezTo>
                      <a:pt x="95" y="55"/>
                      <a:pt x="95" y="55"/>
                      <a:pt x="95" y="55"/>
                    </a:cubicBezTo>
                    <a:cubicBezTo>
                      <a:pt x="40" y="38"/>
                      <a:pt x="40" y="38"/>
                      <a:pt x="40" y="38"/>
                    </a:cubicBezTo>
                    <a:cubicBezTo>
                      <a:pt x="37" y="37"/>
                      <a:pt x="35" y="37"/>
                      <a:pt x="32" y="37"/>
                    </a:cubicBezTo>
                    <a:cubicBezTo>
                      <a:pt x="30" y="37"/>
                      <a:pt x="28" y="38"/>
                      <a:pt x="27" y="39"/>
                    </a:cubicBezTo>
                    <a:cubicBezTo>
                      <a:pt x="25" y="40"/>
                      <a:pt x="24" y="41"/>
                      <a:pt x="23" y="43"/>
                    </a:cubicBezTo>
                    <a:cubicBezTo>
                      <a:pt x="22" y="45"/>
                      <a:pt x="21" y="46"/>
                      <a:pt x="20" y="48"/>
                    </a:cubicBezTo>
                    <a:cubicBezTo>
                      <a:pt x="11" y="45"/>
                      <a:pt x="11" y="45"/>
                      <a:pt x="11" y="45"/>
                    </a:cubicBezTo>
                    <a:cubicBezTo>
                      <a:pt x="19" y="0"/>
                      <a:pt x="19" y="0"/>
                      <a:pt x="19" y="0"/>
                    </a:cubicBezTo>
                    <a:cubicBezTo>
                      <a:pt x="28" y="2"/>
                      <a:pt x="28" y="2"/>
                      <a:pt x="28" y="2"/>
                    </a:cubicBezTo>
                    <a:cubicBezTo>
                      <a:pt x="28" y="4"/>
                      <a:pt x="28" y="6"/>
                      <a:pt x="29" y="8"/>
                    </a:cubicBezTo>
                    <a:cubicBezTo>
                      <a:pt x="29" y="10"/>
                      <a:pt x="29" y="12"/>
                      <a:pt x="30" y="13"/>
                    </a:cubicBezTo>
                    <a:cubicBezTo>
                      <a:pt x="30" y="15"/>
                      <a:pt x="32" y="17"/>
                      <a:pt x="34" y="18"/>
                    </a:cubicBezTo>
                    <a:cubicBezTo>
                      <a:pt x="36" y="19"/>
                      <a:pt x="39" y="21"/>
                      <a:pt x="42" y="21"/>
                    </a:cubicBezTo>
                    <a:cubicBezTo>
                      <a:pt x="171" y="61"/>
                      <a:pt x="171" y="61"/>
                      <a:pt x="171" y="61"/>
                    </a:cubicBezTo>
                    <a:cubicBezTo>
                      <a:pt x="174" y="62"/>
                      <a:pt x="177" y="62"/>
                      <a:pt x="179" y="62"/>
                    </a:cubicBezTo>
                    <a:cubicBezTo>
                      <a:pt x="181" y="62"/>
                      <a:pt x="183" y="61"/>
                      <a:pt x="185" y="60"/>
                    </a:cubicBezTo>
                    <a:cubicBezTo>
                      <a:pt x="186" y="59"/>
                      <a:pt x="187" y="58"/>
                      <a:pt x="188" y="56"/>
                    </a:cubicBezTo>
                    <a:cubicBezTo>
                      <a:pt x="189" y="54"/>
                      <a:pt x="190" y="52"/>
                      <a:pt x="190" y="51"/>
                    </a:cubicBezTo>
                    <a:lnTo>
                      <a:pt x="199" y="54"/>
                    </a:lnTo>
                    <a:close/>
                  </a:path>
                </a:pathLst>
              </a:custGeom>
              <a:solidFill>
                <a:srgbClr val="898989"/>
              </a:solidFill>
              <a:ln>
                <a:noFill/>
              </a:ln>
            </p:spPr>
            <p:txBody>
              <a:bodyPr anchor="ctr"/>
              <a:lstStyle/>
              <a:p>
                <a:pPr algn="ctr"/>
                <a:endParaRPr/>
              </a:p>
            </p:txBody>
          </p:sp>
          <p:sp>
            <p:nvSpPr>
              <p:cNvPr id="55" name="îṣľíḋé">
                <a:extLst>
                  <a:ext uri="{FF2B5EF4-FFF2-40B4-BE49-F238E27FC236}">
                    <a16:creationId xmlns:a16="http://schemas.microsoft.com/office/drawing/2014/main" id="{472C7F56-01D6-42A9-8C6D-DE1F9A7FBB66}"/>
                  </a:ext>
                </a:extLst>
              </p:cNvPr>
              <p:cNvSpPr/>
              <p:nvPr/>
            </p:nvSpPr>
            <p:spPr bwMode="auto">
              <a:xfrm>
                <a:off x="3783013" y="3394076"/>
                <a:ext cx="147638" cy="96838"/>
              </a:xfrm>
              <a:custGeom>
                <a:avLst/>
                <a:gdLst>
                  <a:gd name="T0" fmla="*/ 11 w 188"/>
                  <a:gd name="T1" fmla="*/ 0 h 124"/>
                  <a:gd name="T2" fmla="*/ 13 w 188"/>
                  <a:gd name="T3" fmla="*/ 7 h 124"/>
                  <a:gd name="T4" fmla="*/ 17 w 188"/>
                  <a:gd name="T5" fmla="*/ 14 h 124"/>
                  <a:gd name="T6" fmla="*/ 29 w 188"/>
                  <a:gd name="T7" fmla="*/ 18 h 124"/>
                  <a:gd name="T8" fmla="*/ 53 w 188"/>
                  <a:gd name="T9" fmla="*/ 20 h 124"/>
                  <a:gd name="T10" fmla="*/ 188 w 188"/>
                  <a:gd name="T11" fmla="*/ 23 h 124"/>
                  <a:gd name="T12" fmla="*/ 188 w 188"/>
                  <a:gd name="T13" fmla="*/ 30 h 124"/>
                  <a:gd name="T14" fmla="*/ 36 w 188"/>
                  <a:gd name="T15" fmla="*/ 94 h 124"/>
                  <a:gd name="T16" fmla="*/ 131 w 188"/>
                  <a:gd name="T17" fmla="*/ 96 h 124"/>
                  <a:gd name="T18" fmla="*/ 156 w 188"/>
                  <a:gd name="T19" fmla="*/ 96 h 124"/>
                  <a:gd name="T20" fmla="*/ 168 w 188"/>
                  <a:gd name="T21" fmla="*/ 92 h 124"/>
                  <a:gd name="T22" fmla="*/ 173 w 188"/>
                  <a:gd name="T23" fmla="*/ 85 h 124"/>
                  <a:gd name="T24" fmla="*/ 176 w 188"/>
                  <a:gd name="T25" fmla="*/ 77 h 124"/>
                  <a:gd name="T26" fmla="*/ 185 w 188"/>
                  <a:gd name="T27" fmla="*/ 78 h 124"/>
                  <a:gd name="T28" fmla="*/ 185 w 188"/>
                  <a:gd name="T29" fmla="*/ 124 h 124"/>
                  <a:gd name="T30" fmla="*/ 176 w 188"/>
                  <a:gd name="T31" fmla="*/ 123 h 124"/>
                  <a:gd name="T32" fmla="*/ 173 w 188"/>
                  <a:gd name="T33" fmla="*/ 116 h 124"/>
                  <a:gd name="T34" fmla="*/ 169 w 188"/>
                  <a:gd name="T35" fmla="*/ 110 h 124"/>
                  <a:gd name="T36" fmla="*/ 158 w 188"/>
                  <a:gd name="T37" fmla="*/ 106 h 124"/>
                  <a:gd name="T38" fmla="*/ 132 w 188"/>
                  <a:gd name="T39" fmla="*/ 104 h 124"/>
                  <a:gd name="T40" fmla="*/ 42 w 188"/>
                  <a:gd name="T41" fmla="*/ 102 h 124"/>
                  <a:gd name="T42" fmla="*/ 29 w 188"/>
                  <a:gd name="T43" fmla="*/ 103 h 124"/>
                  <a:gd name="T44" fmla="*/ 20 w 188"/>
                  <a:gd name="T45" fmla="*/ 106 h 124"/>
                  <a:gd name="T46" fmla="*/ 13 w 188"/>
                  <a:gd name="T47" fmla="*/ 113 h 124"/>
                  <a:gd name="T48" fmla="*/ 9 w 188"/>
                  <a:gd name="T49" fmla="*/ 121 h 124"/>
                  <a:gd name="T50" fmla="*/ 0 w 188"/>
                  <a:gd name="T51" fmla="*/ 121 h 124"/>
                  <a:gd name="T52" fmla="*/ 1 w 188"/>
                  <a:gd name="T53" fmla="*/ 89 h 124"/>
                  <a:gd name="T54" fmla="*/ 142 w 188"/>
                  <a:gd name="T55" fmla="*/ 29 h 124"/>
                  <a:gd name="T56" fmla="*/ 54 w 188"/>
                  <a:gd name="T57" fmla="*/ 27 h 124"/>
                  <a:gd name="T58" fmla="*/ 30 w 188"/>
                  <a:gd name="T59" fmla="*/ 28 h 124"/>
                  <a:gd name="T60" fmla="*/ 18 w 188"/>
                  <a:gd name="T61" fmla="*/ 31 h 124"/>
                  <a:gd name="T62" fmla="*/ 13 w 188"/>
                  <a:gd name="T63" fmla="*/ 38 h 124"/>
                  <a:gd name="T64" fmla="*/ 10 w 188"/>
                  <a:gd name="T65" fmla="*/ 46 h 124"/>
                  <a:gd name="T66" fmla="*/ 1 w 188"/>
                  <a:gd name="T67" fmla="*/ 46 h 124"/>
                  <a:gd name="T68" fmla="*/ 2 w 188"/>
                  <a:gd name="T69" fmla="*/ 0 h 124"/>
                  <a:gd name="T70" fmla="*/ 11 w 188"/>
                  <a:gd name="T71"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88" h="124">
                    <a:moveTo>
                      <a:pt x="11" y="0"/>
                    </a:moveTo>
                    <a:cubicBezTo>
                      <a:pt x="11" y="2"/>
                      <a:pt x="12" y="4"/>
                      <a:pt x="13" y="7"/>
                    </a:cubicBezTo>
                    <a:cubicBezTo>
                      <a:pt x="14" y="10"/>
                      <a:pt x="16" y="12"/>
                      <a:pt x="17" y="14"/>
                    </a:cubicBezTo>
                    <a:cubicBezTo>
                      <a:pt x="19" y="16"/>
                      <a:pt x="23" y="17"/>
                      <a:pt x="29" y="18"/>
                    </a:cubicBezTo>
                    <a:cubicBezTo>
                      <a:pt x="36" y="19"/>
                      <a:pt x="43" y="19"/>
                      <a:pt x="53" y="20"/>
                    </a:cubicBezTo>
                    <a:cubicBezTo>
                      <a:pt x="188" y="23"/>
                      <a:pt x="188" y="23"/>
                      <a:pt x="188" y="23"/>
                    </a:cubicBezTo>
                    <a:cubicBezTo>
                      <a:pt x="188" y="30"/>
                      <a:pt x="188" y="30"/>
                      <a:pt x="188" y="30"/>
                    </a:cubicBezTo>
                    <a:cubicBezTo>
                      <a:pt x="36" y="94"/>
                      <a:pt x="36" y="94"/>
                      <a:pt x="36" y="94"/>
                    </a:cubicBezTo>
                    <a:cubicBezTo>
                      <a:pt x="131" y="96"/>
                      <a:pt x="131" y="96"/>
                      <a:pt x="131" y="96"/>
                    </a:cubicBezTo>
                    <a:cubicBezTo>
                      <a:pt x="142" y="97"/>
                      <a:pt x="150" y="96"/>
                      <a:pt x="156" y="96"/>
                    </a:cubicBezTo>
                    <a:cubicBezTo>
                      <a:pt x="161" y="95"/>
                      <a:pt x="166" y="94"/>
                      <a:pt x="168" y="92"/>
                    </a:cubicBezTo>
                    <a:cubicBezTo>
                      <a:pt x="170" y="91"/>
                      <a:pt x="172" y="89"/>
                      <a:pt x="173" y="85"/>
                    </a:cubicBezTo>
                    <a:cubicBezTo>
                      <a:pt x="175" y="81"/>
                      <a:pt x="176" y="79"/>
                      <a:pt x="176" y="77"/>
                    </a:cubicBezTo>
                    <a:cubicBezTo>
                      <a:pt x="185" y="78"/>
                      <a:pt x="185" y="78"/>
                      <a:pt x="185" y="78"/>
                    </a:cubicBezTo>
                    <a:cubicBezTo>
                      <a:pt x="185" y="124"/>
                      <a:pt x="185" y="124"/>
                      <a:pt x="185" y="124"/>
                    </a:cubicBezTo>
                    <a:cubicBezTo>
                      <a:pt x="176" y="123"/>
                      <a:pt x="176" y="123"/>
                      <a:pt x="176" y="123"/>
                    </a:cubicBezTo>
                    <a:cubicBezTo>
                      <a:pt x="175" y="122"/>
                      <a:pt x="175" y="120"/>
                      <a:pt x="173" y="116"/>
                    </a:cubicBezTo>
                    <a:cubicBezTo>
                      <a:pt x="172" y="113"/>
                      <a:pt x="170" y="111"/>
                      <a:pt x="169" y="110"/>
                    </a:cubicBezTo>
                    <a:cubicBezTo>
                      <a:pt x="167" y="108"/>
                      <a:pt x="163" y="107"/>
                      <a:pt x="158" y="106"/>
                    </a:cubicBezTo>
                    <a:cubicBezTo>
                      <a:pt x="153" y="105"/>
                      <a:pt x="145" y="104"/>
                      <a:pt x="132" y="104"/>
                    </a:cubicBezTo>
                    <a:cubicBezTo>
                      <a:pt x="42" y="102"/>
                      <a:pt x="42" y="102"/>
                      <a:pt x="42" y="102"/>
                    </a:cubicBezTo>
                    <a:cubicBezTo>
                      <a:pt x="38" y="102"/>
                      <a:pt x="34" y="102"/>
                      <a:pt x="29" y="103"/>
                    </a:cubicBezTo>
                    <a:cubicBezTo>
                      <a:pt x="25" y="103"/>
                      <a:pt x="22" y="105"/>
                      <a:pt x="20" y="106"/>
                    </a:cubicBezTo>
                    <a:cubicBezTo>
                      <a:pt x="17" y="108"/>
                      <a:pt x="15" y="110"/>
                      <a:pt x="13" y="113"/>
                    </a:cubicBezTo>
                    <a:cubicBezTo>
                      <a:pt x="11" y="117"/>
                      <a:pt x="10" y="119"/>
                      <a:pt x="9" y="121"/>
                    </a:cubicBezTo>
                    <a:cubicBezTo>
                      <a:pt x="0" y="121"/>
                      <a:pt x="0" y="121"/>
                      <a:pt x="0" y="121"/>
                    </a:cubicBezTo>
                    <a:cubicBezTo>
                      <a:pt x="1" y="89"/>
                      <a:pt x="1" y="89"/>
                      <a:pt x="1" y="89"/>
                    </a:cubicBezTo>
                    <a:cubicBezTo>
                      <a:pt x="142" y="29"/>
                      <a:pt x="142" y="29"/>
                      <a:pt x="142" y="29"/>
                    </a:cubicBezTo>
                    <a:cubicBezTo>
                      <a:pt x="54" y="27"/>
                      <a:pt x="54" y="27"/>
                      <a:pt x="54" y="27"/>
                    </a:cubicBezTo>
                    <a:cubicBezTo>
                      <a:pt x="44" y="27"/>
                      <a:pt x="35" y="27"/>
                      <a:pt x="30" y="28"/>
                    </a:cubicBezTo>
                    <a:cubicBezTo>
                      <a:pt x="24" y="29"/>
                      <a:pt x="20" y="30"/>
                      <a:pt x="18" y="31"/>
                    </a:cubicBezTo>
                    <a:cubicBezTo>
                      <a:pt x="16" y="33"/>
                      <a:pt x="15" y="35"/>
                      <a:pt x="13" y="38"/>
                    </a:cubicBezTo>
                    <a:cubicBezTo>
                      <a:pt x="11" y="42"/>
                      <a:pt x="11" y="44"/>
                      <a:pt x="10" y="46"/>
                    </a:cubicBezTo>
                    <a:cubicBezTo>
                      <a:pt x="1" y="46"/>
                      <a:pt x="1" y="46"/>
                      <a:pt x="1" y="46"/>
                    </a:cubicBezTo>
                    <a:cubicBezTo>
                      <a:pt x="2" y="0"/>
                      <a:pt x="2" y="0"/>
                      <a:pt x="2" y="0"/>
                    </a:cubicBezTo>
                    <a:lnTo>
                      <a:pt x="11" y="0"/>
                    </a:lnTo>
                    <a:close/>
                  </a:path>
                </a:pathLst>
              </a:custGeom>
              <a:solidFill>
                <a:srgbClr val="898989"/>
              </a:solidFill>
              <a:ln>
                <a:noFill/>
              </a:ln>
            </p:spPr>
            <p:txBody>
              <a:bodyPr anchor="ctr"/>
              <a:lstStyle/>
              <a:p>
                <a:pPr algn="ctr"/>
                <a:endParaRPr/>
              </a:p>
            </p:txBody>
          </p:sp>
          <p:sp>
            <p:nvSpPr>
              <p:cNvPr id="56" name="iṧľîḋè">
                <a:extLst>
                  <a:ext uri="{FF2B5EF4-FFF2-40B4-BE49-F238E27FC236}">
                    <a16:creationId xmlns:a16="http://schemas.microsoft.com/office/drawing/2014/main" id="{76AC9B29-1DFB-4408-930C-050128F5D4FD}"/>
                  </a:ext>
                </a:extLst>
              </p:cNvPr>
              <p:cNvSpPr/>
              <p:nvPr/>
            </p:nvSpPr>
            <p:spPr bwMode="auto">
              <a:xfrm>
                <a:off x="3779838" y="3303588"/>
                <a:ext cx="152400" cy="88900"/>
              </a:xfrm>
              <a:custGeom>
                <a:avLst/>
                <a:gdLst>
                  <a:gd name="T0" fmla="*/ 23 w 194"/>
                  <a:gd name="T1" fmla="*/ 30 h 113"/>
                  <a:gd name="T2" fmla="*/ 53 w 194"/>
                  <a:gd name="T3" fmla="*/ 13 h 113"/>
                  <a:gd name="T4" fmla="*/ 92 w 194"/>
                  <a:gd name="T5" fmla="*/ 3 h 113"/>
                  <a:gd name="T6" fmla="*/ 132 w 194"/>
                  <a:gd name="T7" fmla="*/ 1 h 113"/>
                  <a:gd name="T8" fmla="*/ 164 w 194"/>
                  <a:gd name="T9" fmla="*/ 8 h 113"/>
                  <a:gd name="T10" fmla="*/ 184 w 194"/>
                  <a:gd name="T11" fmla="*/ 22 h 113"/>
                  <a:gd name="T12" fmla="*/ 193 w 194"/>
                  <a:gd name="T13" fmla="*/ 42 h 113"/>
                  <a:gd name="T14" fmla="*/ 188 w 194"/>
                  <a:gd name="T15" fmla="*/ 64 h 113"/>
                  <a:gd name="T16" fmla="*/ 169 w 194"/>
                  <a:gd name="T17" fmla="*/ 84 h 113"/>
                  <a:gd name="T18" fmla="*/ 140 w 194"/>
                  <a:gd name="T19" fmla="*/ 100 h 113"/>
                  <a:gd name="T20" fmla="*/ 102 w 194"/>
                  <a:gd name="T21" fmla="*/ 110 h 113"/>
                  <a:gd name="T22" fmla="*/ 61 w 194"/>
                  <a:gd name="T23" fmla="*/ 112 h 113"/>
                  <a:gd name="T24" fmla="*/ 30 w 194"/>
                  <a:gd name="T25" fmla="*/ 105 h 113"/>
                  <a:gd name="T26" fmla="*/ 9 w 194"/>
                  <a:gd name="T27" fmla="*/ 91 h 113"/>
                  <a:gd name="T28" fmla="*/ 1 w 194"/>
                  <a:gd name="T29" fmla="*/ 72 h 113"/>
                  <a:gd name="T30" fmla="*/ 6 w 194"/>
                  <a:gd name="T31" fmla="*/ 50 h 113"/>
                  <a:gd name="T32" fmla="*/ 23 w 194"/>
                  <a:gd name="T33" fmla="*/ 30 h 113"/>
                  <a:gd name="T34" fmla="*/ 154 w 194"/>
                  <a:gd name="T35" fmla="*/ 21 h 113"/>
                  <a:gd name="T36" fmla="*/ 127 w 194"/>
                  <a:gd name="T37" fmla="*/ 19 h 113"/>
                  <a:gd name="T38" fmla="*/ 94 w 194"/>
                  <a:gd name="T39" fmla="*/ 22 h 113"/>
                  <a:gd name="T40" fmla="*/ 59 w 194"/>
                  <a:gd name="T41" fmla="*/ 30 h 113"/>
                  <a:gd name="T42" fmla="*/ 33 w 194"/>
                  <a:gd name="T43" fmla="*/ 40 h 113"/>
                  <a:gd name="T44" fmla="*/ 17 w 194"/>
                  <a:gd name="T45" fmla="*/ 54 h 113"/>
                  <a:gd name="T46" fmla="*/ 12 w 194"/>
                  <a:gd name="T47" fmla="*/ 70 h 113"/>
                  <a:gd name="T48" fmla="*/ 21 w 194"/>
                  <a:gd name="T49" fmla="*/ 85 h 113"/>
                  <a:gd name="T50" fmla="*/ 41 w 194"/>
                  <a:gd name="T51" fmla="*/ 92 h 113"/>
                  <a:gd name="T52" fmla="*/ 68 w 194"/>
                  <a:gd name="T53" fmla="*/ 94 h 113"/>
                  <a:gd name="T54" fmla="*/ 100 w 194"/>
                  <a:gd name="T55" fmla="*/ 91 h 113"/>
                  <a:gd name="T56" fmla="*/ 133 w 194"/>
                  <a:gd name="T57" fmla="*/ 84 h 113"/>
                  <a:gd name="T58" fmla="*/ 159 w 194"/>
                  <a:gd name="T59" fmla="*/ 73 h 113"/>
                  <a:gd name="T60" fmla="*/ 176 w 194"/>
                  <a:gd name="T61" fmla="*/ 60 h 113"/>
                  <a:gd name="T62" fmla="*/ 181 w 194"/>
                  <a:gd name="T63" fmla="*/ 44 h 113"/>
                  <a:gd name="T64" fmla="*/ 173 w 194"/>
                  <a:gd name="T65" fmla="*/ 29 h 113"/>
                  <a:gd name="T66" fmla="*/ 154 w 194"/>
                  <a:gd name="T67" fmla="*/ 2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4" h="113">
                    <a:moveTo>
                      <a:pt x="23" y="30"/>
                    </a:moveTo>
                    <a:cubicBezTo>
                      <a:pt x="31" y="23"/>
                      <a:pt x="41" y="18"/>
                      <a:pt x="53" y="13"/>
                    </a:cubicBezTo>
                    <a:cubicBezTo>
                      <a:pt x="65" y="9"/>
                      <a:pt x="78" y="5"/>
                      <a:pt x="92" y="3"/>
                    </a:cubicBezTo>
                    <a:cubicBezTo>
                      <a:pt x="107" y="1"/>
                      <a:pt x="120" y="0"/>
                      <a:pt x="132" y="1"/>
                    </a:cubicBezTo>
                    <a:cubicBezTo>
                      <a:pt x="144" y="2"/>
                      <a:pt x="155" y="5"/>
                      <a:pt x="164" y="8"/>
                    </a:cubicBezTo>
                    <a:cubicBezTo>
                      <a:pt x="172" y="12"/>
                      <a:pt x="179" y="17"/>
                      <a:pt x="184" y="22"/>
                    </a:cubicBezTo>
                    <a:cubicBezTo>
                      <a:pt x="189" y="28"/>
                      <a:pt x="192" y="34"/>
                      <a:pt x="193" y="42"/>
                    </a:cubicBezTo>
                    <a:cubicBezTo>
                      <a:pt x="194" y="50"/>
                      <a:pt x="192" y="57"/>
                      <a:pt x="188" y="64"/>
                    </a:cubicBezTo>
                    <a:cubicBezTo>
                      <a:pt x="183" y="72"/>
                      <a:pt x="177" y="78"/>
                      <a:pt x="169" y="84"/>
                    </a:cubicBezTo>
                    <a:cubicBezTo>
                      <a:pt x="161" y="90"/>
                      <a:pt x="151" y="96"/>
                      <a:pt x="140" y="100"/>
                    </a:cubicBezTo>
                    <a:cubicBezTo>
                      <a:pt x="128" y="105"/>
                      <a:pt x="115" y="108"/>
                      <a:pt x="102" y="110"/>
                    </a:cubicBezTo>
                    <a:cubicBezTo>
                      <a:pt x="87" y="112"/>
                      <a:pt x="73" y="113"/>
                      <a:pt x="61" y="112"/>
                    </a:cubicBezTo>
                    <a:cubicBezTo>
                      <a:pt x="49" y="111"/>
                      <a:pt x="39" y="109"/>
                      <a:pt x="30" y="105"/>
                    </a:cubicBezTo>
                    <a:cubicBezTo>
                      <a:pt x="21" y="101"/>
                      <a:pt x="14" y="97"/>
                      <a:pt x="9" y="91"/>
                    </a:cubicBezTo>
                    <a:cubicBezTo>
                      <a:pt x="4" y="85"/>
                      <a:pt x="1" y="79"/>
                      <a:pt x="1" y="72"/>
                    </a:cubicBezTo>
                    <a:cubicBezTo>
                      <a:pt x="0" y="64"/>
                      <a:pt x="2" y="57"/>
                      <a:pt x="6" y="50"/>
                    </a:cubicBezTo>
                    <a:cubicBezTo>
                      <a:pt x="10" y="42"/>
                      <a:pt x="15" y="36"/>
                      <a:pt x="23" y="30"/>
                    </a:cubicBezTo>
                    <a:close/>
                    <a:moveTo>
                      <a:pt x="154" y="21"/>
                    </a:moveTo>
                    <a:cubicBezTo>
                      <a:pt x="146" y="20"/>
                      <a:pt x="137" y="19"/>
                      <a:pt x="127" y="19"/>
                    </a:cubicBezTo>
                    <a:cubicBezTo>
                      <a:pt x="117" y="19"/>
                      <a:pt x="106" y="20"/>
                      <a:pt x="94" y="22"/>
                    </a:cubicBezTo>
                    <a:cubicBezTo>
                      <a:pt x="81" y="24"/>
                      <a:pt x="70" y="27"/>
                      <a:pt x="59" y="30"/>
                    </a:cubicBezTo>
                    <a:cubicBezTo>
                      <a:pt x="49" y="33"/>
                      <a:pt x="40" y="36"/>
                      <a:pt x="33" y="40"/>
                    </a:cubicBezTo>
                    <a:cubicBezTo>
                      <a:pt x="26" y="44"/>
                      <a:pt x="21" y="49"/>
                      <a:pt x="17" y="54"/>
                    </a:cubicBezTo>
                    <a:cubicBezTo>
                      <a:pt x="13" y="59"/>
                      <a:pt x="12" y="64"/>
                      <a:pt x="12" y="70"/>
                    </a:cubicBezTo>
                    <a:cubicBezTo>
                      <a:pt x="13" y="76"/>
                      <a:pt x="16" y="81"/>
                      <a:pt x="21" y="85"/>
                    </a:cubicBezTo>
                    <a:cubicBezTo>
                      <a:pt x="26" y="88"/>
                      <a:pt x="32" y="91"/>
                      <a:pt x="41" y="92"/>
                    </a:cubicBezTo>
                    <a:cubicBezTo>
                      <a:pt x="48" y="94"/>
                      <a:pt x="57" y="94"/>
                      <a:pt x="68" y="94"/>
                    </a:cubicBezTo>
                    <a:cubicBezTo>
                      <a:pt x="78" y="94"/>
                      <a:pt x="89" y="93"/>
                      <a:pt x="100" y="91"/>
                    </a:cubicBezTo>
                    <a:cubicBezTo>
                      <a:pt x="112" y="89"/>
                      <a:pt x="124" y="87"/>
                      <a:pt x="133" y="84"/>
                    </a:cubicBezTo>
                    <a:cubicBezTo>
                      <a:pt x="143" y="81"/>
                      <a:pt x="152" y="78"/>
                      <a:pt x="159" y="73"/>
                    </a:cubicBezTo>
                    <a:cubicBezTo>
                      <a:pt x="167" y="69"/>
                      <a:pt x="172" y="65"/>
                      <a:pt x="176" y="60"/>
                    </a:cubicBezTo>
                    <a:cubicBezTo>
                      <a:pt x="180" y="55"/>
                      <a:pt x="182" y="50"/>
                      <a:pt x="181" y="44"/>
                    </a:cubicBezTo>
                    <a:cubicBezTo>
                      <a:pt x="181" y="38"/>
                      <a:pt x="178" y="33"/>
                      <a:pt x="173" y="29"/>
                    </a:cubicBezTo>
                    <a:cubicBezTo>
                      <a:pt x="169" y="26"/>
                      <a:pt x="162" y="23"/>
                      <a:pt x="154" y="21"/>
                    </a:cubicBezTo>
                    <a:close/>
                  </a:path>
                </a:pathLst>
              </a:custGeom>
              <a:solidFill>
                <a:srgbClr val="898989"/>
              </a:solidFill>
              <a:ln>
                <a:noFill/>
              </a:ln>
            </p:spPr>
            <p:txBody>
              <a:bodyPr anchor="ctr"/>
              <a:lstStyle/>
              <a:p>
                <a:pPr algn="ctr"/>
                <a:endParaRPr/>
              </a:p>
            </p:txBody>
          </p:sp>
          <p:sp>
            <p:nvSpPr>
              <p:cNvPr id="57" name="ïSļiḓe">
                <a:extLst>
                  <a:ext uri="{FF2B5EF4-FFF2-40B4-BE49-F238E27FC236}">
                    <a16:creationId xmlns:a16="http://schemas.microsoft.com/office/drawing/2014/main" id="{950B0B74-6989-4CD4-97C3-D8CB942C72C4}"/>
                  </a:ext>
                </a:extLst>
              </p:cNvPr>
              <p:cNvSpPr/>
              <p:nvPr/>
            </p:nvSpPr>
            <p:spPr bwMode="auto">
              <a:xfrm>
                <a:off x="3770313" y="3214688"/>
                <a:ext cx="147638" cy="112713"/>
              </a:xfrm>
              <a:custGeom>
                <a:avLst/>
                <a:gdLst>
                  <a:gd name="T0" fmla="*/ 118 w 188"/>
                  <a:gd name="T1" fmla="*/ 15 h 143"/>
                  <a:gd name="T2" fmla="*/ 172 w 188"/>
                  <a:gd name="T3" fmla="*/ 0 h 143"/>
                  <a:gd name="T4" fmla="*/ 188 w 188"/>
                  <a:gd name="T5" fmla="*/ 86 h 143"/>
                  <a:gd name="T6" fmla="*/ 179 w 188"/>
                  <a:gd name="T7" fmla="*/ 88 h 143"/>
                  <a:gd name="T8" fmla="*/ 177 w 188"/>
                  <a:gd name="T9" fmla="*/ 83 h 143"/>
                  <a:gd name="T10" fmla="*/ 174 w 188"/>
                  <a:gd name="T11" fmla="*/ 79 h 143"/>
                  <a:gd name="T12" fmla="*/ 169 w 188"/>
                  <a:gd name="T13" fmla="*/ 77 h 143"/>
                  <a:gd name="T14" fmla="*/ 161 w 188"/>
                  <a:gd name="T15" fmla="*/ 79 h 143"/>
                  <a:gd name="T16" fmla="*/ 32 w 188"/>
                  <a:gd name="T17" fmla="*/ 120 h 143"/>
                  <a:gd name="T18" fmla="*/ 25 w 188"/>
                  <a:gd name="T19" fmla="*/ 123 h 143"/>
                  <a:gd name="T20" fmla="*/ 20 w 188"/>
                  <a:gd name="T21" fmla="*/ 128 h 143"/>
                  <a:gd name="T22" fmla="*/ 18 w 188"/>
                  <a:gd name="T23" fmla="*/ 134 h 143"/>
                  <a:gd name="T24" fmla="*/ 17 w 188"/>
                  <a:gd name="T25" fmla="*/ 140 h 143"/>
                  <a:gd name="T26" fmla="*/ 8 w 188"/>
                  <a:gd name="T27" fmla="*/ 143 h 143"/>
                  <a:gd name="T28" fmla="*/ 0 w 188"/>
                  <a:gd name="T29" fmla="*/ 97 h 143"/>
                  <a:gd name="T30" fmla="*/ 9 w 188"/>
                  <a:gd name="T31" fmla="*/ 94 h 143"/>
                  <a:gd name="T32" fmla="*/ 11 w 188"/>
                  <a:gd name="T33" fmla="*/ 99 h 143"/>
                  <a:gd name="T34" fmla="*/ 14 w 188"/>
                  <a:gd name="T35" fmla="*/ 104 h 143"/>
                  <a:gd name="T36" fmla="*/ 20 w 188"/>
                  <a:gd name="T37" fmla="*/ 106 h 143"/>
                  <a:gd name="T38" fmla="*/ 28 w 188"/>
                  <a:gd name="T39" fmla="*/ 104 h 143"/>
                  <a:gd name="T40" fmla="*/ 149 w 188"/>
                  <a:gd name="T41" fmla="*/ 65 h 143"/>
                  <a:gd name="T42" fmla="*/ 161 w 188"/>
                  <a:gd name="T43" fmla="*/ 61 h 143"/>
                  <a:gd name="T44" fmla="*/ 168 w 188"/>
                  <a:gd name="T45" fmla="*/ 56 h 143"/>
                  <a:gd name="T46" fmla="*/ 170 w 188"/>
                  <a:gd name="T47" fmla="*/ 50 h 143"/>
                  <a:gd name="T48" fmla="*/ 169 w 188"/>
                  <a:gd name="T49" fmla="*/ 40 h 143"/>
                  <a:gd name="T50" fmla="*/ 168 w 188"/>
                  <a:gd name="T51" fmla="*/ 34 h 143"/>
                  <a:gd name="T52" fmla="*/ 166 w 188"/>
                  <a:gd name="T53" fmla="*/ 29 h 143"/>
                  <a:gd name="T54" fmla="*/ 163 w 188"/>
                  <a:gd name="T55" fmla="*/ 24 h 143"/>
                  <a:gd name="T56" fmla="*/ 159 w 188"/>
                  <a:gd name="T57" fmla="*/ 22 h 143"/>
                  <a:gd name="T58" fmla="*/ 140 w 188"/>
                  <a:gd name="T59" fmla="*/ 20 h 143"/>
                  <a:gd name="T60" fmla="*/ 119 w 188"/>
                  <a:gd name="T61" fmla="*/ 21 h 143"/>
                  <a:gd name="T62" fmla="*/ 118 w 188"/>
                  <a:gd name="T63" fmla="*/ 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88" h="143">
                    <a:moveTo>
                      <a:pt x="118" y="15"/>
                    </a:moveTo>
                    <a:cubicBezTo>
                      <a:pt x="172" y="0"/>
                      <a:pt x="172" y="0"/>
                      <a:pt x="172" y="0"/>
                    </a:cubicBezTo>
                    <a:cubicBezTo>
                      <a:pt x="188" y="86"/>
                      <a:pt x="188" y="86"/>
                      <a:pt x="188" y="86"/>
                    </a:cubicBezTo>
                    <a:cubicBezTo>
                      <a:pt x="179" y="88"/>
                      <a:pt x="179" y="88"/>
                      <a:pt x="179" y="88"/>
                    </a:cubicBezTo>
                    <a:cubicBezTo>
                      <a:pt x="179" y="87"/>
                      <a:pt x="178" y="86"/>
                      <a:pt x="177" y="83"/>
                    </a:cubicBezTo>
                    <a:cubicBezTo>
                      <a:pt x="176" y="81"/>
                      <a:pt x="175" y="80"/>
                      <a:pt x="174" y="79"/>
                    </a:cubicBezTo>
                    <a:cubicBezTo>
                      <a:pt x="173" y="78"/>
                      <a:pt x="171" y="77"/>
                      <a:pt x="169" y="77"/>
                    </a:cubicBezTo>
                    <a:cubicBezTo>
                      <a:pt x="167" y="77"/>
                      <a:pt x="164" y="78"/>
                      <a:pt x="161" y="79"/>
                    </a:cubicBezTo>
                    <a:cubicBezTo>
                      <a:pt x="32" y="120"/>
                      <a:pt x="32" y="120"/>
                      <a:pt x="32" y="120"/>
                    </a:cubicBezTo>
                    <a:cubicBezTo>
                      <a:pt x="29" y="121"/>
                      <a:pt x="27" y="122"/>
                      <a:pt x="25" y="123"/>
                    </a:cubicBezTo>
                    <a:cubicBezTo>
                      <a:pt x="23" y="125"/>
                      <a:pt x="21" y="126"/>
                      <a:pt x="20" y="128"/>
                    </a:cubicBezTo>
                    <a:cubicBezTo>
                      <a:pt x="19" y="130"/>
                      <a:pt x="19" y="132"/>
                      <a:pt x="18" y="134"/>
                    </a:cubicBezTo>
                    <a:cubicBezTo>
                      <a:pt x="18" y="137"/>
                      <a:pt x="17" y="139"/>
                      <a:pt x="17" y="140"/>
                    </a:cubicBezTo>
                    <a:cubicBezTo>
                      <a:pt x="8" y="143"/>
                      <a:pt x="8" y="143"/>
                      <a:pt x="8" y="143"/>
                    </a:cubicBezTo>
                    <a:cubicBezTo>
                      <a:pt x="0" y="97"/>
                      <a:pt x="0" y="97"/>
                      <a:pt x="0" y="97"/>
                    </a:cubicBezTo>
                    <a:cubicBezTo>
                      <a:pt x="9" y="94"/>
                      <a:pt x="9" y="94"/>
                      <a:pt x="9" y="94"/>
                    </a:cubicBezTo>
                    <a:cubicBezTo>
                      <a:pt x="9" y="96"/>
                      <a:pt x="10" y="97"/>
                      <a:pt x="11" y="99"/>
                    </a:cubicBezTo>
                    <a:cubicBezTo>
                      <a:pt x="12" y="101"/>
                      <a:pt x="13" y="103"/>
                      <a:pt x="14" y="104"/>
                    </a:cubicBezTo>
                    <a:cubicBezTo>
                      <a:pt x="15" y="105"/>
                      <a:pt x="17" y="106"/>
                      <a:pt x="20" y="106"/>
                    </a:cubicBezTo>
                    <a:cubicBezTo>
                      <a:pt x="23" y="105"/>
                      <a:pt x="25" y="105"/>
                      <a:pt x="28" y="104"/>
                    </a:cubicBezTo>
                    <a:cubicBezTo>
                      <a:pt x="149" y="65"/>
                      <a:pt x="149" y="65"/>
                      <a:pt x="149" y="65"/>
                    </a:cubicBezTo>
                    <a:cubicBezTo>
                      <a:pt x="154" y="64"/>
                      <a:pt x="158" y="62"/>
                      <a:pt x="161" y="61"/>
                    </a:cubicBezTo>
                    <a:cubicBezTo>
                      <a:pt x="164" y="59"/>
                      <a:pt x="167" y="58"/>
                      <a:pt x="168" y="56"/>
                    </a:cubicBezTo>
                    <a:cubicBezTo>
                      <a:pt x="169" y="54"/>
                      <a:pt x="170" y="52"/>
                      <a:pt x="170" y="50"/>
                    </a:cubicBezTo>
                    <a:cubicBezTo>
                      <a:pt x="170" y="47"/>
                      <a:pt x="170" y="44"/>
                      <a:pt x="169" y="40"/>
                    </a:cubicBezTo>
                    <a:cubicBezTo>
                      <a:pt x="169" y="38"/>
                      <a:pt x="168" y="36"/>
                      <a:pt x="168" y="34"/>
                    </a:cubicBezTo>
                    <a:cubicBezTo>
                      <a:pt x="167" y="32"/>
                      <a:pt x="166" y="30"/>
                      <a:pt x="166" y="29"/>
                    </a:cubicBezTo>
                    <a:cubicBezTo>
                      <a:pt x="165" y="27"/>
                      <a:pt x="164" y="25"/>
                      <a:pt x="163" y="24"/>
                    </a:cubicBezTo>
                    <a:cubicBezTo>
                      <a:pt x="161" y="23"/>
                      <a:pt x="160" y="22"/>
                      <a:pt x="159" y="22"/>
                    </a:cubicBezTo>
                    <a:cubicBezTo>
                      <a:pt x="154" y="21"/>
                      <a:pt x="148" y="21"/>
                      <a:pt x="140" y="20"/>
                    </a:cubicBezTo>
                    <a:cubicBezTo>
                      <a:pt x="131" y="20"/>
                      <a:pt x="124" y="20"/>
                      <a:pt x="119" y="21"/>
                    </a:cubicBezTo>
                    <a:lnTo>
                      <a:pt x="118" y="15"/>
                    </a:lnTo>
                    <a:close/>
                  </a:path>
                </a:pathLst>
              </a:custGeom>
              <a:solidFill>
                <a:srgbClr val="898989"/>
              </a:solidFill>
              <a:ln>
                <a:noFill/>
              </a:ln>
            </p:spPr>
            <p:txBody>
              <a:bodyPr anchor="ctr"/>
              <a:lstStyle/>
              <a:p>
                <a:pPr algn="ctr"/>
                <a:endParaRPr/>
              </a:p>
            </p:txBody>
          </p:sp>
          <p:sp>
            <p:nvSpPr>
              <p:cNvPr id="58" name="ïṥḻíḑè">
                <a:extLst>
                  <a:ext uri="{FF2B5EF4-FFF2-40B4-BE49-F238E27FC236}">
                    <a16:creationId xmlns:a16="http://schemas.microsoft.com/office/drawing/2014/main" id="{F99C67CB-1EE8-4624-B844-EB2DDF0799E6}"/>
                  </a:ext>
                </a:extLst>
              </p:cNvPr>
              <p:cNvSpPr/>
              <p:nvPr/>
            </p:nvSpPr>
            <p:spPr bwMode="auto">
              <a:xfrm>
                <a:off x="3744913" y="3141663"/>
                <a:ext cx="144463" cy="112713"/>
              </a:xfrm>
              <a:custGeom>
                <a:avLst/>
                <a:gdLst>
                  <a:gd name="T0" fmla="*/ 15 w 183"/>
                  <a:gd name="T1" fmla="*/ 72 h 142"/>
                  <a:gd name="T2" fmla="*/ 40 w 183"/>
                  <a:gd name="T3" fmla="*/ 46 h 142"/>
                  <a:gd name="T4" fmla="*/ 76 w 183"/>
                  <a:gd name="T5" fmla="*/ 21 h 142"/>
                  <a:gd name="T6" fmla="*/ 114 w 183"/>
                  <a:gd name="T7" fmla="*/ 5 h 142"/>
                  <a:gd name="T8" fmla="*/ 146 w 183"/>
                  <a:gd name="T9" fmla="*/ 0 h 142"/>
                  <a:gd name="T10" fmla="*/ 169 w 183"/>
                  <a:gd name="T11" fmla="*/ 6 h 142"/>
                  <a:gd name="T12" fmla="*/ 181 w 183"/>
                  <a:gd name="T13" fmla="*/ 22 h 142"/>
                  <a:gd name="T14" fmla="*/ 181 w 183"/>
                  <a:gd name="T15" fmla="*/ 46 h 142"/>
                  <a:gd name="T16" fmla="*/ 167 w 183"/>
                  <a:gd name="T17" fmla="*/ 72 h 142"/>
                  <a:gd name="T18" fmla="*/ 142 w 183"/>
                  <a:gd name="T19" fmla="*/ 98 h 142"/>
                  <a:gd name="T20" fmla="*/ 108 w 183"/>
                  <a:gd name="T21" fmla="*/ 121 h 142"/>
                  <a:gd name="T22" fmla="*/ 69 w 183"/>
                  <a:gd name="T23" fmla="*/ 137 h 142"/>
                  <a:gd name="T24" fmla="*/ 38 w 183"/>
                  <a:gd name="T25" fmla="*/ 142 h 142"/>
                  <a:gd name="T26" fmla="*/ 15 w 183"/>
                  <a:gd name="T27" fmla="*/ 136 h 142"/>
                  <a:gd name="T28" fmla="*/ 2 w 183"/>
                  <a:gd name="T29" fmla="*/ 120 h 142"/>
                  <a:gd name="T30" fmla="*/ 3 w 183"/>
                  <a:gd name="T31" fmla="*/ 98 h 142"/>
                  <a:gd name="T32" fmla="*/ 15 w 183"/>
                  <a:gd name="T33" fmla="*/ 72 h 142"/>
                  <a:gd name="T34" fmla="*/ 140 w 183"/>
                  <a:gd name="T35" fmla="*/ 16 h 142"/>
                  <a:gd name="T36" fmla="*/ 113 w 183"/>
                  <a:gd name="T37" fmla="*/ 24 h 142"/>
                  <a:gd name="T38" fmla="*/ 82 w 183"/>
                  <a:gd name="T39" fmla="*/ 39 h 142"/>
                  <a:gd name="T40" fmla="*/ 50 w 183"/>
                  <a:gd name="T41" fmla="*/ 59 h 142"/>
                  <a:gd name="T42" fmla="*/ 27 w 183"/>
                  <a:gd name="T43" fmla="*/ 79 h 142"/>
                  <a:gd name="T44" fmla="*/ 14 w 183"/>
                  <a:gd name="T45" fmla="*/ 98 h 142"/>
                  <a:gd name="T46" fmla="*/ 13 w 183"/>
                  <a:gd name="T47" fmla="*/ 115 h 142"/>
                  <a:gd name="T48" fmla="*/ 24 w 183"/>
                  <a:gd name="T49" fmla="*/ 126 h 142"/>
                  <a:gd name="T50" fmla="*/ 45 w 183"/>
                  <a:gd name="T51" fmla="*/ 126 h 142"/>
                  <a:gd name="T52" fmla="*/ 72 w 183"/>
                  <a:gd name="T53" fmla="*/ 118 h 142"/>
                  <a:gd name="T54" fmla="*/ 102 w 183"/>
                  <a:gd name="T55" fmla="*/ 103 h 142"/>
                  <a:gd name="T56" fmla="*/ 133 w 183"/>
                  <a:gd name="T57" fmla="*/ 84 h 142"/>
                  <a:gd name="T58" fmla="*/ 155 w 183"/>
                  <a:gd name="T59" fmla="*/ 65 h 142"/>
                  <a:gd name="T60" fmla="*/ 169 w 183"/>
                  <a:gd name="T61" fmla="*/ 46 h 142"/>
                  <a:gd name="T62" fmla="*/ 170 w 183"/>
                  <a:gd name="T63" fmla="*/ 28 h 142"/>
                  <a:gd name="T64" fmla="*/ 160 w 183"/>
                  <a:gd name="T65" fmla="*/ 17 h 142"/>
                  <a:gd name="T66" fmla="*/ 140 w 183"/>
                  <a:gd name="T67" fmla="*/ 16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3" h="142">
                    <a:moveTo>
                      <a:pt x="15" y="72"/>
                    </a:moveTo>
                    <a:cubicBezTo>
                      <a:pt x="22" y="63"/>
                      <a:pt x="30" y="54"/>
                      <a:pt x="40" y="46"/>
                    </a:cubicBezTo>
                    <a:cubicBezTo>
                      <a:pt x="51" y="37"/>
                      <a:pt x="63" y="29"/>
                      <a:pt x="76" y="21"/>
                    </a:cubicBezTo>
                    <a:cubicBezTo>
                      <a:pt x="90" y="14"/>
                      <a:pt x="102" y="9"/>
                      <a:pt x="114" y="5"/>
                    </a:cubicBezTo>
                    <a:cubicBezTo>
                      <a:pt x="126" y="2"/>
                      <a:pt x="137" y="0"/>
                      <a:pt x="146" y="0"/>
                    </a:cubicBezTo>
                    <a:cubicBezTo>
                      <a:pt x="155" y="1"/>
                      <a:pt x="163" y="3"/>
                      <a:pt x="169" y="6"/>
                    </a:cubicBezTo>
                    <a:cubicBezTo>
                      <a:pt x="175" y="10"/>
                      <a:pt x="179" y="15"/>
                      <a:pt x="181" y="22"/>
                    </a:cubicBezTo>
                    <a:cubicBezTo>
                      <a:pt x="183" y="29"/>
                      <a:pt x="183" y="37"/>
                      <a:pt x="181" y="46"/>
                    </a:cubicBezTo>
                    <a:cubicBezTo>
                      <a:pt x="178" y="54"/>
                      <a:pt x="174" y="63"/>
                      <a:pt x="167" y="72"/>
                    </a:cubicBezTo>
                    <a:cubicBezTo>
                      <a:pt x="161" y="80"/>
                      <a:pt x="152" y="89"/>
                      <a:pt x="142" y="98"/>
                    </a:cubicBezTo>
                    <a:cubicBezTo>
                      <a:pt x="132" y="106"/>
                      <a:pt x="120" y="114"/>
                      <a:pt x="108" y="121"/>
                    </a:cubicBezTo>
                    <a:cubicBezTo>
                      <a:pt x="94" y="129"/>
                      <a:pt x="81" y="134"/>
                      <a:pt x="69" y="137"/>
                    </a:cubicBezTo>
                    <a:cubicBezTo>
                      <a:pt x="58" y="141"/>
                      <a:pt x="47" y="142"/>
                      <a:pt x="38" y="142"/>
                    </a:cubicBezTo>
                    <a:cubicBezTo>
                      <a:pt x="28" y="142"/>
                      <a:pt x="21" y="140"/>
                      <a:pt x="15" y="136"/>
                    </a:cubicBezTo>
                    <a:cubicBezTo>
                      <a:pt x="9" y="132"/>
                      <a:pt x="4" y="127"/>
                      <a:pt x="2" y="120"/>
                    </a:cubicBezTo>
                    <a:cubicBezTo>
                      <a:pt x="0" y="114"/>
                      <a:pt x="0" y="106"/>
                      <a:pt x="3" y="98"/>
                    </a:cubicBezTo>
                    <a:cubicBezTo>
                      <a:pt x="5" y="89"/>
                      <a:pt x="9" y="81"/>
                      <a:pt x="15" y="72"/>
                    </a:cubicBezTo>
                    <a:close/>
                    <a:moveTo>
                      <a:pt x="140" y="16"/>
                    </a:moveTo>
                    <a:cubicBezTo>
                      <a:pt x="132" y="18"/>
                      <a:pt x="123" y="20"/>
                      <a:pt x="113" y="24"/>
                    </a:cubicBezTo>
                    <a:cubicBezTo>
                      <a:pt x="103" y="28"/>
                      <a:pt x="93" y="33"/>
                      <a:pt x="82" y="39"/>
                    </a:cubicBezTo>
                    <a:cubicBezTo>
                      <a:pt x="70" y="46"/>
                      <a:pt x="59" y="52"/>
                      <a:pt x="50" y="59"/>
                    </a:cubicBezTo>
                    <a:cubicBezTo>
                      <a:pt x="41" y="66"/>
                      <a:pt x="33" y="72"/>
                      <a:pt x="27" y="79"/>
                    </a:cubicBezTo>
                    <a:cubicBezTo>
                      <a:pt x="21" y="85"/>
                      <a:pt x="17" y="91"/>
                      <a:pt x="14" y="98"/>
                    </a:cubicBezTo>
                    <a:cubicBezTo>
                      <a:pt x="12" y="104"/>
                      <a:pt x="11" y="109"/>
                      <a:pt x="13" y="115"/>
                    </a:cubicBezTo>
                    <a:cubicBezTo>
                      <a:pt x="15" y="120"/>
                      <a:pt x="19" y="124"/>
                      <a:pt x="24" y="126"/>
                    </a:cubicBezTo>
                    <a:cubicBezTo>
                      <a:pt x="30" y="127"/>
                      <a:pt x="37" y="128"/>
                      <a:pt x="45" y="126"/>
                    </a:cubicBezTo>
                    <a:cubicBezTo>
                      <a:pt x="53" y="125"/>
                      <a:pt x="62" y="122"/>
                      <a:pt x="72" y="118"/>
                    </a:cubicBezTo>
                    <a:cubicBezTo>
                      <a:pt x="82" y="114"/>
                      <a:pt x="92" y="109"/>
                      <a:pt x="102" y="103"/>
                    </a:cubicBezTo>
                    <a:cubicBezTo>
                      <a:pt x="114" y="97"/>
                      <a:pt x="124" y="91"/>
                      <a:pt x="133" y="84"/>
                    </a:cubicBezTo>
                    <a:cubicBezTo>
                      <a:pt x="142" y="78"/>
                      <a:pt x="149" y="71"/>
                      <a:pt x="155" y="65"/>
                    </a:cubicBezTo>
                    <a:cubicBezTo>
                      <a:pt x="162" y="58"/>
                      <a:pt x="166" y="52"/>
                      <a:pt x="169" y="46"/>
                    </a:cubicBezTo>
                    <a:cubicBezTo>
                      <a:pt x="172" y="39"/>
                      <a:pt x="172" y="34"/>
                      <a:pt x="170" y="28"/>
                    </a:cubicBezTo>
                    <a:cubicBezTo>
                      <a:pt x="169" y="23"/>
                      <a:pt x="165" y="19"/>
                      <a:pt x="160" y="17"/>
                    </a:cubicBezTo>
                    <a:cubicBezTo>
                      <a:pt x="154" y="15"/>
                      <a:pt x="148" y="15"/>
                      <a:pt x="140" y="16"/>
                    </a:cubicBezTo>
                    <a:close/>
                  </a:path>
                </a:pathLst>
              </a:custGeom>
              <a:solidFill>
                <a:srgbClr val="898989"/>
              </a:solidFill>
              <a:ln>
                <a:noFill/>
              </a:ln>
            </p:spPr>
            <p:txBody>
              <a:bodyPr anchor="ctr"/>
              <a:lstStyle/>
              <a:p>
                <a:pPr algn="ctr"/>
                <a:endParaRPr/>
              </a:p>
            </p:txBody>
          </p:sp>
          <p:sp>
            <p:nvSpPr>
              <p:cNvPr id="59" name="ïṩľiḓê">
                <a:extLst>
                  <a:ext uri="{FF2B5EF4-FFF2-40B4-BE49-F238E27FC236}">
                    <a16:creationId xmlns:a16="http://schemas.microsoft.com/office/drawing/2014/main" id="{8A38E0D2-C9D5-4DE1-AE73-7E51FCBF13F6}"/>
                  </a:ext>
                </a:extLst>
              </p:cNvPr>
              <p:cNvSpPr/>
              <p:nvPr/>
            </p:nvSpPr>
            <p:spPr bwMode="auto">
              <a:xfrm>
                <a:off x="3713163" y="3041651"/>
                <a:ext cx="139700" cy="138113"/>
              </a:xfrm>
              <a:custGeom>
                <a:avLst/>
                <a:gdLst>
                  <a:gd name="T0" fmla="*/ 87 w 179"/>
                  <a:gd name="T1" fmla="*/ 32 h 175"/>
                  <a:gd name="T2" fmla="*/ 90 w 179"/>
                  <a:gd name="T3" fmla="*/ 35 h 175"/>
                  <a:gd name="T4" fmla="*/ 94 w 179"/>
                  <a:gd name="T5" fmla="*/ 38 h 175"/>
                  <a:gd name="T6" fmla="*/ 100 w 179"/>
                  <a:gd name="T7" fmla="*/ 37 h 175"/>
                  <a:gd name="T8" fmla="*/ 107 w 179"/>
                  <a:gd name="T9" fmla="*/ 32 h 175"/>
                  <a:gd name="T10" fmla="*/ 119 w 179"/>
                  <a:gd name="T11" fmla="*/ 22 h 175"/>
                  <a:gd name="T12" fmla="*/ 137 w 179"/>
                  <a:gd name="T13" fmla="*/ 6 h 175"/>
                  <a:gd name="T14" fmla="*/ 145 w 179"/>
                  <a:gd name="T15" fmla="*/ 0 h 175"/>
                  <a:gd name="T16" fmla="*/ 163 w 179"/>
                  <a:gd name="T17" fmla="*/ 9 h 175"/>
                  <a:gd name="T18" fmla="*/ 175 w 179"/>
                  <a:gd name="T19" fmla="*/ 23 h 175"/>
                  <a:gd name="T20" fmla="*/ 178 w 179"/>
                  <a:gd name="T21" fmla="*/ 45 h 175"/>
                  <a:gd name="T22" fmla="*/ 169 w 179"/>
                  <a:gd name="T23" fmla="*/ 73 h 175"/>
                  <a:gd name="T24" fmla="*/ 149 w 179"/>
                  <a:gd name="T25" fmla="*/ 105 h 175"/>
                  <a:gd name="T26" fmla="*/ 118 w 179"/>
                  <a:gd name="T27" fmla="*/ 137 h 175"/>
                  <a:gd name="T28" fmla="*/ 83 w 179"/>
                  <a:gd name="T29" fmla="*/ 161 h 175"/>
                  <a:gd name="T30" fmla="*/ 52 w 179"/>
                  <a:gd name="T31" fmla="*/ 173 h 175"/>
                  <a:gd name="T32" fmla="*/ 27 w 179"/>
                  <a:gd name="T33" fmla="*/ 173 h 175"/>
                  <a:gd name="T34" fmla="*/ 12 w 179"/>
                  <a:gd name="T35" fmla="*/ 159 h 175"/>
                  <a:gd name="T36" fmla="*/ 9 w 179"/>
                  <a:gd name="T37" fmla="*/ 143 h 175"/>
                  <a:gd name="T38" fmla="*/ 11 w 179"/>
                  <a:gd name="T39" fmla="*/ 126 h 175"/>
                  <a:gd name="T40" fmla="*/ 2 w 179"/>
                  <a:gd name="T41" fmla="*/ 129 h 175"/>
                  <a:gd name="T42" fmla="*/ 0 w 179"/>
                  <a:gd name="T43" fmla="*/ 124 h 175"/>
                  <a:gd name="T44" fmla="*/ 54 w 179"/>
                  <a:gd name="T45" fmla="*/ 77 h 175"/>
                  <a:gd name="T46" fmla="*/ 56 w 179"/>
                  <a:gd name="T47" fmla="*/ 83 h 175"/>
                  <a:gd name="T48" fmla="*/ 40 w 179"/>
                  <a:gd name="T49" fmla="*/ 101 h 175"/>
                  <a:gd name="T50" fmla="*/ 27 w 179"/>
                  <a:gd name="T51" fmla="*/ 120 h 175"/>
                  <a:gd name="T52" fmla="*/ 20 w 179"/>
                  <a:gd name="T53" fmla="*/ 137 h 175"/>
                  <a:gd name="T54" fmla="*/ 22 w 179"/>
                  <a:gd name="T55" fmla="*/ 152 h 175"/>
                  <a:gd name="T56" fmla="*/ 33 w 179"/>
                  <a:gd name="T57" fmla="*/ 160 h 175"/>
                  <a:gd name="T58" fmla="*/ 52 w 179"/>
                  <a:gd name="T59" fmla="*/ 158 h 175"/>
                  <a:gd name="T60" fmla="*/ 77 w 179"/>
                  <a:gd name="T61" fmla="*/ 145 h 175"/>
                  <a:gd name="T62" fmla="*/ 109 w 179"/>
                  <a:gd name="T63" fmla="*/ 122 h 175"/>
                  <a:gd name="T64" fmla="*/ 135 w 179"/>
                  <a:gd name="T65" fmla="*/ 96 h 175"/>
                  <a:gd name="T66" fmla="*/ 155 w 179"/>
                  <a:gd name="T67" fmla="*/ 70 h 175"/>
                  <a:gd name="T68" fmla="*/ 165 w 179"/>
                  <a:gd name="T69" fmla="*/ 47 h 175"/>
                  <a:gd name="T70" fmla="*/ 164 w 179"/>
                  <a:gd name="T71" fmla="*/ 28 h 175"/>
                  <a:gd name="T72" fmla="*/ 156 w 179"/>
                  <a:gd name="T73" fmla="*/ 20 h 175"/>
                  <a:gd name="T74" fmla="*/ 146 w 179"/>
                  <a:gd name="T75" fmla="*/ 19 h 175"/>
                  <a:gd name="T76" fmla="*/ 134 w 179"/>
                  <a:gd name="T77" fmla="*/ 28 h 175"/>
                  <a:gd name="T78" fmla="*/ 125 w 179"/>
                  <a:gd name="T79" fmla="*/ 36 h 175"/>
                  <a:gd name="T80" fmla="*/ 116 w 179"/>
                  <a:gd name="T81" fmla="*/ 43 h 175"/>
                  <a:gd name="T82" fmla="*/ 108 w 179"/>
                  <a:gd name="T83" fmla="*/ 51 h 175"/>
                  <a:gd name="T84" fmla="*/ 105 w 179"/>
                  <a:gd name="T85" fmla="*/ 59 h 175"/>
                  <a:gd name="T86" fmla="*/ 105 w 179"/>
                  <a:gd name="T87" fmla="*/ 67 h 175"/>
                  <a:gd name="T88" fmla="*/ 107 w 179"/>
                  <a:gd name="T89" fmla="*/ 73 h 175"/>
                  <a:gd name="T90" fmla="*/ 99 w 179"/>
                  <a:gd name="T91" fmla="*/ 80 h 175"/>
                  <a:gd name="T92" fmla="*/ 79 w 179"/>
                  <a:gd name="T93" fmla="*/ 39 h 175"/>
                  <a:gd name="T94" fmla="*/ 87 w 179"/>
                  <a:gd name="T95" fmla="*/ 3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9" h="175">
                    <a:moveTo>
                      <a:pt x="87" y="32"/>
                    </a:moveTo>
                    <a:cubicBezTo>
                      <a:pt x="87" y="33"/>
                      <a:pt x="88" y="34"/>
                      <a:pt x="90" y="35"/>
                    </a:cubicBezTo>
                    <a:cubicBezTo>
                      <a:pt x="91" y="37"/>
                      <a:pt x="92" y="38"/>
                      <a:pt x="94" y="38"/>
                    </a:cubicBezTo>
                    <a:cubicBezTo>
                      <a:pt x="96" y="38"/>
                      <a:pt x="98" y="38"/>
                      <a:pt x="100" y="37"/>
                    </a:cubicBezTo>
                    <a:cubicBezTo>
                      <a:pt x="102" y="36"/>
                      <a:pt x="105" y="34"/>
                      <a:pt x="107" y="32"/>
                    </a:cubicBezTo>
                    <a:cubicBezTo>
                      <a:pt x="119" y="22"/>
                      <a:pt x="119" y="22"/>
                      <a:pt x="119" y="22"/>
                    </a:cubicBezTo>
                    <a:cubicBezTo>
                      <a:pt x="128" y="14"/>
                      <a:pt x="134" y="9"/>
                      <a:pt x="137" y="6"/>
                    </a:cubicBezTo>
                    <a:cubicBezTo>
                      <a:pt x="140" y="4"/>
                      <a:pt x="143" y="2"/>
                      <a:pt x="145" y="0"/>
                    </a:cubicBezTo>
                    <a:cubicBezTo>
                      <a:pt x="152" y="2"/>
                      <a:pt x="158" y="5"/>
                      <a:pt x="163" y="9"/>
                    </a:cubicBezTo>
                    <a:cubicBezTo>
                      <a:pt x="168" y="13"/>
                      <a:pt x="172" y="17"/>
                      <a:pt x="175" y="23"/>
                    </a:cubicBezTo>
                    <a:cubicBezTo>
                      <a:pt x="178" y="29"/>
                      <a:pt x="179" y="36"/>
                      <a:pt x="178" y="45"/>
                    </a:cubicBezTo>
                    <a:cubicBezTo>
                      <a:pt x="177" y="54"/>
                      <a:pt x="174" y="63"/>
                      <a:pt x="169" y="73"/>
                    </a:cubicBezTo>
                    <a:cubicBezTo>
                      <a:pt x="165" y="83"/>
                      <a:pt x="158" y="94"/>
                      <a:pt x="149" y="105"/>
                    </a:cubicBezTo>
                    <a:cubicBezTo>
                      <a:pt x="140" y="116"/>
                      <a:pt x="130" y="126"/>
                      <a:pt x="118" y="137"/>
                    </a:cubicBezTo>
                    <a:cubicBezTo>
                      <a:pt x="106" y="147"/>
                      <a:pt x="94" y="155"/>
                      <a:pt x="83" y="161"/>
                    </a:cubicBezTo>
                    <a:cubicBezTo>
                      <a:pt x="72" y="167"/>
                      <a:pt x="61" y="171"/>
                      <a:pt x="52" y="173"/>
                    </a:cubicBezTo>
                    <a:cubicBezTo>
                      <a:pt x="43" y="175"/>
                      <a:pt x="34" y="175"/>
                      <a:pt x="27" y="173"/>
                    </a:cubicBezTo>
                    <a:cubicBezTo>
                      <a:pt x="21" y="170"/>
                      <a:pt x="15" y="166"/>
                      <a:pt x="12" y="159"/>
                    </a:cubicBezTo>
                    <a:cubicBezTo>
                      <a:pt x="10" y="154"/>
                      <a:pt x="8" y="148"/>
                      <a:pt x="9" y="143"/>
                    </a:cubicBezTo>
                    <a:cubicBezTo>
                      <a:pt x="9" y="137"/>
                      <a:pt x="10" y="131"/>
                      <a:pt x="11" y="126"/>
                    </a:cubicBezTo>
                    <a:cubicBezTo>
                      <a:pt x="2" y="129"/>
                      <a:pt x="2" y="129"/>
                      <a:pt x="2" y="129"/>
                    </a:cubicBezTo>
                    <a:cubicBezTo>
                      <a:pt x="0" y="124"/>
                      <a:pt x="0" y="124"/>
                      <a:pt x="0" y="124"/>
                    </a:cubicBezTo>
                    <a:cubicBezTo>
                      <a:pt x="54" y="77"/>
                      <a:pt x="54" y="77"/>
                      <a:pt x="54" y="77"/>
                    </a:cubicBezTo>
                    <a:cubicBezTo>
                      <a:pt x="56" y="83"/>
                      <a:pt x="56" y="83"/>
                      <a:pt x="56" y="83"/>
                    </a:cubicBezTo>
                    <a:cubicBezTo>
                      <a:pt x="51" y="89"/>
                      <a:pt x="46" y="95"/>
                      <a:pt x="40" y="101"/>
                    </a:cubicBezTo>
                    <a:cubicBezTo>
                      <a:pt x="35" y="108"/>
                      <a:pt x="31" y="114"/>
                      <a:pt x="27" y="120"/>
                    </a:cubicBezTo>
                    <a:cubicBezTo>
                      <a:pt x="24" y="126"/>
                      <a:pt x="22" y="132"/>
                      <a:pt x="20" y="137"/>
                    </a:cubicBezTo>
                    <a:cubicBezTo>
                      <a:pt x="19" y="142"/>
                      <a:pt x="20" y="147"/>
                      <a:pt x="22" y="152"/>
                    </a:cubicBezTo>
                    <a:cubicBezTo>
                      <a:pt x="24" y="156"/>
                      <a:pt x="28" y="159"/>
                      <a:pt x="33" y="160"/>
                    </a:cubicBezTo>
                    <a:cubicBezTo>
                      <a:pt x="38" y="161"/>
                      <a:pt x="44" y="161"/>
                      <a:pt x="52" y="158"/>
                    </a:cubicBezTo>
                    <a:cubicBezTo>
                      <a:pt x="59" y="156"/>
                      <a:pt x="68" y="151"/>
                      <a:pt x="77" y="145"/>
                    </a:cubicBezTo>
                    <a:cubicBezTo>
                      <a:pt x="87" y="139"/>
                      <a:pt x="98" y="131"/>
                      <a:pt x="109" y="122"/>
                    </a:cubicBezTo>
                    <a:cubicBezTo>
                      <a:pt x="119" y="113"/>
                      <a:pt x="127" y="105"/>
                      <a:pt x="135" y="96"/>
                    </a:cubicBezTo>
                    <a:cubicBezTo>
                      <a:pt x="143" y="87"/>
                      <a:pt x="150" y="78"/>
                      <a:pt x="155" y="70"/>
                    </a:cubicBezTo>
                    <a:cubicBezTo>
                      <a:pt x="160" y="62"/>
                      <a:pt x="164" y="54"/>
                      <a:pt x="165" y="47"/>
                    </a:cubicBezTo>
                    <a:cubicBezTo>
                      <a:pt x="167" y="40"/>
                      <a:pt x="166" y="33"/>
                      <a:pt x="164" y="28"/>
                    </a:cubicBezTo>
                    <a:cubicBezTo>
                      <a:pt x="162" y="24"/>
                      <a:pt x="159" y="22"/>
                      <a:pt x="156" y="20"/>
                    </a:cubicBezTo>
                    <a:cubicBezTo>
                      <a:pt x="152" y="18"/>
                      <a:pt x="149" y="18"/>
                      <a:pt x="146" y="19"/>
                    </a:cubicBezTo>
                    <a:cubicBezTo>
                      <a:pt x="142" y="21"/>
                      <a:pt x="138" y="24"/>
                      <a:pt x="134" y="28"/>
                    </a:cubicBezTo>
                    <a:cubicBezTo>
                      <a:pt x="131" y="31"/>
                      <a:pt x="127" y="34"/>
                      <a:pt x="125" y="36"/>
                    </a:cubicBezTo>
                    <a:cubicBezTo>
                      <a:pt x="116" y="43"/>
                      <a:pt x="116" y="43"/>
                      <a:pt x="116" y="43"/>
                    </a:cubicBezTo>
                    <a:cubicBezTo>
                      <a:pt x="113" y="46"/>
                      <a:pt x="110" y="48"/>
                      <a:pt x="108" y="51"/>
                    </a:cubicBezTo>
                    <a:cubicBezTo>
                      <a:pt x="106" y="54"/>
                      <a:pt x="105" y="56"/>
                      <a:pt x="105" y="59"/>
                    </a:cubicBezTo>
                    <a:cubicBezTo>
                      <a:pt x="104" y="61"/>
                      <a:pt x="104" y="64"/>
                      <a:pt x="105" y="67"/>
                    </a:cubicBezTo>
                    <a:cubicBezTo>
                      <a:pt x="106" y="70"/>
                      <a:pt x="106" y="72"/>
                      <a:pt x="107" y="73"/>
                    </a:cubicBezTo>
                    <a:cubicBezTo>
                      <a:pt x="99" y="80"/>
                      <a:pt x="99" y="80"/>
                      <a:pt x="99" y="80"/>
                    </a:cubicBezTo>
                    <a:cubicBezTo>
                      <a:pt x="79" y="39"/>
                      <a:pt x="79" y="39"/>
                      <a:pt x="79" y="39"/>
                    </a:cubicBezTo>
                    <a:lnTo>
                      <a:pt x="87" y="32"/>
                    </a:lnTo>
                    <a:close/>
                  </a:path>
                </a:pathLst>
              </a:custGeom>
              <a:solidFill>
                <a:srgbClr val="898989"/>
              </a:solidFill>
              <a:ln>
                <a:noFill/>
              </a:ln>
            </p:spPr>
            <p:txBody>
              <a:bodyPr anchor="ctr"/>
              <a:lstStyle/>
              <a:p>
                <a:pPr algn="ctr"/>
                <a:endParaRPr/>
              </a:p>
            </p:txBody>
          </p:sp>
          <p:sp>
            <p:nvSpPr>
              <p:cNvPr id="60" name="íşlîḓê">
                <a:extLst>
                  <a:ext uri="{FF2B5EF4-FFF2-40B4-BE49-F238E27FC236}">
                    <a16:creationId xmlns:a16="http://schemas.microsoft.com/office/drawing/2014/main" id="{190AE5E5-83B1-4888-B025-F475A7F9EAA9}"/>
                  </a:ext>
                </a:extLst>
              </p:cNvPr>
              <p:cNvSpPr/>
              <p:nvPr/>
            </p:nvSpPr>
            <p:spPr bwMode="auto">
              <a:xfrm>
                <a:off x="3665538" y="2970213"/>
                <a:ext cx="142875" cy="166688"/>
              </a:xfrm>
              <a:custGeom>
                <a:avLst/>
                <a:gdLst>
                  <a:gd name="T0" fmla="*/ 7 w 182"/>
                  <a:gd name="T1" fmla="*/ 122 h 213"/>
                  <a:gd name="T2" fmla="*/ 10 w 182"/>
                  <a:gd name="T3" fmla="*/ 124 h 213"/>
                  <a:gd name="T4" fmla="*/ 15 w 182"/>
                  <a:gd name="T5" fmla="*/ 124 h 213"/>
                  <a:gd name="T6" fmla="*/ 20 w 182"/>
                  <a:gd name="T7" fmla="*/ 124 h 213"/>
                  <a:gd name="T8" fmla="*/ 29 w 182"/>
                  <a:gd name="T9" fmla="*/ 120 h 213"/>
                  <a:gd name="T10" fmla="*/ 57 w 182"/>
                  <a:gd name="T11" fmla="*/ 105 h 213"/>
                  <a:gd name="T12" fmla="*/ 93 w 182"/>
                  <a:gd name="T13" fmla="*/ 84 h 213"/>
                  <a:gd name="T14" fmla="*/ 105 w 182"/>
                  <a:gd name="T15" fmla="*/ 76 h 213"/>
                  <a:gd name="T16" fmla="*/ 117 w 182"/>
                  <a:gd name="T17" fmla="*/ 65 h 213"/>
                  <a:gd name="T18" fmla="*/ 145 w 182"/>
                  <a:gd name="T19" fmla="*/ 36 h 213"/>
                  <a:gd name="T20" fmla="*/ 150 w 182"/>
                  <a:gd name="T21" fmla="*/ 28 h 213"/>
                  <a:gd name="T22" fmla="*/ 153 w 182"/>
                  <a:gd name="T23" fmla="*/ 21 h 213"/>
                  <a:gd name="T24" fmla="*/ 152 w 182"/>
                  <a:gd name="T25" fmla="*/ 14 h 213"/>
                  <a:gd name="T26" fmla="*/ 150 w 182"/>
                  <a:gd name="T27" fmla="*/ 7 h 213"/>
                  <a:gd name="T28" fmla="*/ 157 w 182"/>
                  <a:gd name="T29" fmla="*/ 0 h 213"/>
                  <a:gd name="T30" fmla="*/ 182 w 182"/>
                  <a:gd name="T31" fmla="*/ 41 h 213"/>
                  <a:gd name="T32" fmla="*/ 175 w 182"/>
                  <a:gd name="T33" fmla="*/ 48 h 213"/>
                  <a:gd name="T34" fmla="*/ 171 w 182"/>
                  <a:gd name="T35" fmla="*/ 44 h 213"/>
                  <a:gd name="T36" fmla="*/ 167 w 182"/>
                  <a:gd name="T37" fmla="*/ 41 h 213"/>
                  <a:gd name="T38" fmla="*/ 161 w 182"/>
                  <a:gd name="T39" fmla="*/ 42 h 213"/>
                  <a:gd name="T40" fmla="*/ 154 w 182"/>
                  <a:gd name="T41" fmla="*/ 48 h 213"/>
                  <a:gd name="T42" fmla="*/ 119 w 182"/>
                  <a:gd name="T43" fmla="*/ 85 h 213"/>
                  <a:gd name="T44" fmla="*/ 113 w 182"/>
                  <a:gd name="T45" fmla="*/ 92 h 213"/>
                  <a:gd name="T46" fmla="*/ 105 w 182"/>
                  <a:gd name="T47" fmla="*/ 105 h 213"/>
                  <a:gd name="T48" fmla="*/ 85 w 182"/>
                  <a:gd name="T49" fmla="*/ 140 h 213"/>
                  <a:gd name="T50" fmla="*/ 66 w 182"/>
                  <a:gd name="T51" fmla="*/ 173 h 213"/>
                  <a:gd name="T52" fmla="*/ 60 w 182"/>
                  <a:gd name="T53" fmla="*/ 186 h 213"/>
                  <a:gd name="T54" fmla="*/ 57 w 182"/>
                  <a:gd name="T55" fmla="*/ 195 h 213"/>
                  <a:gd name="T56" fmla="*/ 57 w 182"/>
                  <a:gd name="T57" fmla="*/ 201 h 213"/>
                  <a:gd name="T58" fmla="*/ 58 w 182"/>
                  <a:gd name="T59" fmla="*/ 206 h 213"/>
                  <a:gd name="T60" fmla="*/ 51 w 182"/>
                  <a:gd name="T61" fmla="*/ 213 h 213"/>
                  <a:gd name="T62" fmla="*/ 28 w 182"/>
                  <a:gd name="T63" fmla="*/ 176 h 213"/>
                  <a:gd name="T64" fmla="*/ 35 w 182"/>
                  <a:gd name="T65" fmla="*/ 168 h 213"/>
                  <a:gd name="T66" fmla="*/ 42 w 182"/>
                  <a:gd name="T67" fmla="*/ 176 h 213"/>
                  <a:gd name="T68" fmla="*/ 47 w 182"/>
                  <a:gd name="T69" fmla="*/ 175 h 213"/>
                  <a:gd name="T70" fmla="*/ 49 w 182"/>
                  <a:gd name="T71" fmla="*/ 172 h 213"/>
                  <a:gd name="T72" fmla="*/ 52 w 182"/>
                  <a:gd name="T73" fmla="*/ 167 h 213"/>
                  <a:gd name="T74" fmla="*/ 57 w 182"/>
                  <a:gd name="T75" fmla="*/ 159 h 213"/>
                  <a:gd name="T76" fmla="*/ 62 w 182"/>
                  <a:gd name="T77" fmla="*/ 150 h 213"/>
                  <a:gd name="T78" fmla="*/ 77 w 182"/>
                  <a:gd name="T79" fmla="*/ 125 h 213"/>
                  <a:gd name="T80" fmla="*/ 95 w 182"/>
                  <a:gd name="T81" fmla="*/ 92 h 213"/>
                  <a:gd name="T82" fmla="*/ 46 w 182"/>
                  <a:gd name="T83" fmla="*/ 120 h 213"/>
                  <a:gd name="T84" fmla="*/ 26 w 182"/>
                  <a:gd name="T85" fmla="*/ 133 h 213"/>
                  <a:gd name="T86" fmla="*/ 23 w 182"/>
                  <a:gd name="T87" fmla="*/ 138 h 213"/>
                  <a:gd name="T88" fmla="*/ 22 w 182"/>
                  <a:gd name="T89" fmla="*/ 143 h 213"/>
                  <a:gd name="T90" fmla="*/ 24 w 182"/>
                  <a:gd name="T91" fmla="*/ 148 h 213"/>
                  <a:gd name="T92" fmla="*/ 25 w 182"/>
                  <a:gd name="T93" fmla="*/ 152 h 213"/>
                  <a:gd name="T94" fmla="*/ 18 w 182"/>
                  <a:gd name="T95" fmla="*/ 160 h 213"/>
                  <a:gd name="T96" fmla="*/ 0 w 182"/>
                  <a:gd name="T97" fmla="*/ 129 h 213"/>
                  <a:gd name="T98" fmla="*/ 7 w 182"/>
                  <a:gd name="T99" fmla="*/ 12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2" h="213">
                    <a:moveTo>
                      <a:pt x="7" y="122"/>
                    </a:moveTo>
                    <a:cubicBezTo>
                      <a:pt x="7" y="123"/>
                      <a:pt x="8" y="123"/>
                      <a:pt x="10" y="124"/>
                    </a:cubicBezTo>
                    <a:cubicBezTo>
                      <a:pt x="12" y="124"/>
                      <a:pt x="13" y="125"/>
                      <a:pt x="15" y="124"/>
                    </a:cubicBezTo>
                    <a:cubicBezTo>
                      <a:pt x="17" y="124"/>
                      <a:pt x="19" y="124"/>
                      <a:pt x="20" y="124"/>
                    </a:cubicBezTo>
                    <a:cubicBezTo>
                      <a:pt x="22" y="123"/>
                      <a:pt x="25" y="122"/>
                      <a:pt x="29" y="120"/>
                    </a:cubicBezTo>
                    <a:cubicBezTo>
                      <a:pt x="39" y="115"/>
                      <a:pt x="48" y="110"/>
                      <a:pt x="57" y="105"/>
                    </a:cubicBezTo>
                    <a:cubicBezTo>
                      <a:pt x="67" y="99"/>
                      <a:pt x="79" y="93"/>
                      <a:pt x="93" y="84"/>
                    </a:cubicBezTo>
                    <a:cubicBezTo>
                      <a:pt x="98" y="81"/>
                      <a:pt x="102" y="79"/>
                      <a:pt x="105" y="76"/>
                    </a:cubicBezTo>
                    <a:cubicBezTo>
                      <a:pt x="108" y="74"/>
                      <a:pt x="112" y="70"/>
                      <a:pt x="117" y="65"/>
                    </a:cubicBezTo>
                    <a:cubicBezTo>
                      <a:pt x="145" y="36"/>
                      <a:pt x="145" y="36"/>
                      <a:pt x="145" y="36"/>
                    </a:cubicBezTo>
                    <a:cubicBezTo>
                      <a:pt x="147" y="33"/>
                      <a:pt x="149" y="31"/>
                      <a:pt x="150" y="28"/>
                    </a:cubicBezTo>
                    <a:cubicBezTo>
                      <a:pt x="152" y="26"/>
                      <a:pt x="153" y="23"/>
                      <a:pt x="153" y="21"/>
                    </a:cubicBezTo>
                    <a:cubicBezTo>
                      <a:pt x="153" y="19"/>
                      <a:pt x="153" y="17"/>
                      <a:pt x="152" y="14"/>
                    </a:cubicBezTo>
                    <a:cubicBezTo>
                      <a:pt x="151" y="11"/>
                      <a:pt x="151" y="9"/>
                      <a:pt x="150" y="7"/>
                    </a:cubicBezTo>
                    <a:cubicBezTo>
                      <a:pt x="157" y="0"/>
                      <a:pt x="157" y="0"/>
                      <a:pt x="157" y="0"/>
                    </a:cubicBezTo>
                    <a:cubicBezTo>
                      <a:pt x="182" y="41"/>
                      <a:pt x="182" y="41"/>
                      <a:pt x="182" y="41"/>
                    </a:cubicBezTo>
                    <a:cubicBezTo>
                      <a:pt x="175" y="48"/>
                      <a:pt x="175" y="48"/>
                      <a:pt x="175" y="48"/>
                    </a:cubicBezTo>
                    <a:cubicBezTo>
                      <a:pt x="174" y="47"/>
                      <a:pt x="173" y="46"/>
                      <a:pt x="171" y="44"/>
                    </a:cubicBezTo>
                    <a:cubicBezTo>
                      <a:pt x="169" y="42"/>
                      <a:pt x="168" y="41"/>
                      <a:pt x="167" y="41"/>
                    </a:cubicBezTo>
                    <a:cubicBezTo>
                      <a:pt x="165" y="40"/>
                      <a:pt x="163" y="41"/>
                      <a:pt x="161" y="42"/>
                    </a:cubicBezTo>
                    <a:cubicBezTo>
                      <a:pt x="159" y="43"/>
                      <a:pt x="156" y="45"/>
                      <a:pt x="154" y="48"/>
                    </a:cubicBezTo>
                    <a:cubicBezTo>
                      <a:pt x="119" y="85"/>
                      <a:pt x="119" y="85"/>
                      <a:pt x="119" y="85"/>
                    </a:cubicBezTo>
                    <a:cubicBezTo>
                      <a:pt x="117" y="86"/>
                      <a:pt x="116" y="89"/>
                      <a:pt x="113" y="92"/>
                    </a:cubicBezTo>
                    <a:cubicBezTo>
                      <a:pt x="111" y="96"/>
                      <a:pt x="108" y="101"/>
                      <a:pt x="105" y="105"/>
                    </a:cubicBezTo>
                    <a:cubicBezTo>
                      <a:pt x="99" y="116"/>
                      <a:pt x="92" y="128"/>
                      <a:pt x="85" y="140"/>
                    </a:cubicBezTo>
                    <a:cubicBezTo>
                      <a:pt x="78" y="153"/>
                      <a:pt x="71" y="164"/>
                      <a:pt x="66" y="173"/>
                    </a:cubicBezTo>
                    <a:cubicBezTo>
                      <a:pt x="63" y="178"/>
                      <a:pt x="61" y="183"/>
                      <a:pt x="60" y="186"/>
                    </a:cubicBezTo>
                    <a:cubicBezTo>
                      <a:pt x="58" y="189"/>
                      <a:pt x="57" y="192"/>
                      <a:pt x="57" y="195"/>
                    </a:cubicBezTo>
                    <a:cubicBezTo>
                      <a:pt x="56" y="197"/>
                      <a:pt x="56" y="199"/>
                      <a:pt x="57" y="201"/>
                    </a:cubicBezTo>
                    <a:cubicBezTo>
                      <a:pt x="57" y="203"/>
                      <a:pt x="57" y="204"/>
                      <a:pt x="58" y="206"/>
                    </a:cubicBezTo>
                    <a:cubicBezTo>
                      <a:pt x="51" y="213"/>
                      <a:pt x="51" y="213"/>
                      <a:pt x="51" y="213"/>
                    </a:cubicBezTo>
                    <a:cubicBezTo>
                      <a:pt x="28" y="176"/>
                      <a:pt x="28" y="176"/>
                      <a:pt x="28" y="176"/>
                    </a:cubicBezTo>
                    <a:cubicBezTo>
                      <a:pt x="35" y="168"/>
                      <a:pt x="35" y="168"/>
                      <a:pt x="35" y="168"/>
                    </a:cubicBezTo>
                    <a:cubicBezTo>
                      <a:pt x="38" y="172"/>
                      <a:pt x="40" y="175"/>
                      <a:pt x="42" y="176"/>
                    </a:cubicBezTo>
                    <a:cubicBezTo>
                      <a:pt x="44" y="177"/>
                      <a:pt x="45" y="176"/>
                      <a:pt x="47" y="175"/>
                    </a:cubicBezTo>
                    <a:cubicBezTo>
                      <a:pt x="47" y="174"/>
                      <a:pt x="48" y="173"/>
                      <a:pt x="49" y="172"/>
                    </a:cubicBezTo>
                    <a:cubicBezTo>
                      <a:pt x="50" y="171"/>
                      <a:pt x="51" y="169"/>
                      <a:pt x="52" y="167"/>
                    </a:cubicBezTo>
                    <a:cubicBezTo>
                      <a:pt x="54" y="165"/>
                      <a:pt x="55" y="162"/>
                      <a:pt x="57" y="159"/>
                    </a:cubicBezTo>
                    <a:cubicBezTo>
                      <a:pt x="59" y="156"/>
                      <a:pt x="61" y="153"/>
                      <a:pt x="62" y="150"/>
                    </a:cubicBezTo>
                    <a:cubicBezTo>
                      <a:pt x="67" y="141"/>
                      <a:pt x="72" y="133"/>
                      <a:pt x="77" y="125"/>
                    </a:cubicBezTo>
                    <a:cubicBezTo>
                      <a:pt x="81" y="116"/>
                      <a:pt x="88" y="106"/>
                      <a:pt x="95" y="92"/>
                    </a:cubicBezTo>
                    <a:cubicBezTo>
                      <a:pt x="74" y="104"/>
                      <a:pt x="58" y="113"/>
                      <a:pt x="46" y="120"/>
                    </a:cubicBezTo>
                    <a:cubicBezTo>
                      <a:pt x="35" y="126"/>
                      <a:pt x="28" y="131"/>
                      <a:pt x="26" y="133"/>
                    </a:cubicBezTo>
                    <a:cubicBezTo>
                      <a:pt x="24" y="134"/>
                      <a:pt x="23" y="136"/>
                      <a:pt x="23" y="138"/>
                    </a:cubicBezTo>
                    <a:cubicBezTo>
                      <a:pt x="22" y="139"/>
                      <a:pt x="22" y="141"/>
                      <a:pt x="22" y="143"/>
                    </a:cubicBezTo>
                    <a:cubicBezTo>
                      <a:pt x="22" y="145"/>
                      <a:pt x="23" y="146"/>
                      <a:pt x="24" y="148"/>
                    </a:cubicBezTo>
                    <a:cubicBezTo>
                      <a:pt x="24" y="149"/>
                      <a:pt x="25" y="151"/>
                      <a:pt x="25" y="152"/>
                    </a:cubicBezTo>
                    <a:cubicBezTo>
                      <a:pt x="18" y="160"/>
                      <a:pt x="18" y="160"/>
                      <a:pt x="18" y="160"/>
                    </a:cubicBezTo>
                    <a:cubicBezTo>
                      <a:pt x="0" y="129"/>
                      <a:pt x="0" y="129"/>
                      <a:pt x="0" y="129"/>
                    </a:cubicBezTo>
                    <a:lnTo>
                      <a:pt x="7" y="122"/>
                    </a:lnTo>
                    <a:close/>
                  </a:path>
                </a:pathLst>
              </a:custGeom>
              <a:solidFill>
                <a:srgbClr val="898989"/>
              </a:solidFill>
              <a:ln>
                <a:noFill/>
              </a:ln>
            </p:spPr>
            <p:txBody>
              <a:bodyPr anchor="ctr"/>
              <a:lstStyle/>
              <a:p>
                <a:pPr algn="ctr"/>
                <a:endParaRPr/>
              </a:p>
            </p:txBody>
          </p:sp>
          <p:sp>
            <p:nvSpPr>
              <p:cNvPr id="61" name="íşlîḍè">
                <a:extLst>
                  <a:ext uri="{FF2B5EF4-FFF2-40B4-BE49-F238E27FC236}">
                    <a16:creationId xmlns:a16="http://schemas.microsoft.com/office/drawing/2014/main" id="{1D314AFA-24F0-4418-B57F-7984EE2C1E5D}"/>
                  </a:ext>
                </a:extLst>
              </p:cNvPr>
              <p:cNvSpPr/>
              <p:nvPr/>
            </p:nvSpPr>
            <p:spPr bwMode="auto">
              <a:xfrm>
                <a:off x="2770188" y="3314701"/>
                <a:ext cx="93663" cy="185738"/>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62" name="îšļîďê">
                <a:extLst>
                  <a:ext uri="{FF2B5EF4-FFF2-40B4-BE49-F238E27FC236}">
                    <a16:creationId xmlns:a16="http://schemas.microsoft.com/office/drawing/2014/main" id="{95964BC1-EDD8-4C6B-A8A4-BCD51549F4AD}"/>
                  </a:ext>
                </a:extLst>
              </p:cNvPr>
              <p:cNvSpPr/>
              <p:nvPr/>
            </p:nvSpPr>
            <p:spPr bwMode="auto">
              <a:xfrm>
                <a:off x="2841626" y="3314701"/>
                <a:ext cx="100013" cy="185738"/>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63" name="ïSľïḑé">
                <a:extLst>
                  <a:ext uri="{FF2B5EF4-FFF2-40B4-BE49-F238E27FC236}">
                    <a16:creationId xmlns:a16="http://schemas.microsoft.com/office/drawing/2014/main" id="{D7F49286-CBF8-41C3-B569-45BE31D90595}"/>
                  </a:ext>
                </a:extLst>
              </p:cNvPr>
              <p:cNvSpPr/>
              <p:nvPr/>
            </p:nvSpPr>
            <p:spPr bwMode="auto">
              <a:xfrm>
                <a:off x="2825751" y="3427413"/>
                <a:ext cx="39688" cy="23813"/>
              </a:xfrm>
              <a:prstGeom prst="rect">
                <a:avLst/>
              </a:prstGeom>
              <a:grpFill/>
              <a:ln>
                <a:noFill/>
              </a:ln>
            </p:spPr>
            <p:txBody>
              <a:bodyPr anchor="ctr"/>
              <a:lstStyle/>
              <a:p>
                <a:pPr algn="ctr"/>
                <a:endParaRPr/>
              </a:p>
            </p:txBody>
          </p:sp>
          <p:sp>
            <p:nvSpPr>
              <p:cNvPr id="64" name="í$ḻïḍê">
                <a:extLst>
                  <a:ext uri="{FF2B5EF4-FFF2-40B4-BE49-F238E27FC236}">
                    <a16:creationId xmlns:a16="http://schemas.microsoft.com/office/drawing/2014/main" id="{D74B1558-E4C2-4A51-961C-B0B2050D01E1}"/>
                  </a:ext>
                </a:extLst>
              </p:cNvPr>
              <p:cNvSpPr/>
              <p:nvPr/>
            </p:nvSpPr>
            <p:spPr bwMode="auto">
              <a:xfrm>
                <a:off x="2916238" y="3314701"/>
                <a:ext cx="95250" cy="185738"/>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65" name="is1íḋe">
                <a:extLst>
                  <a:ext uri="{FF2B5EF4-FFF2-40B4-BE49-F238E27FC236}">
                    <a16:creationId xmlns:a16="http://schemas.microsoft.com/office/drawing/2014/main" id="{F531C9B4-9F6F-4D2F-A2BB-37B78A40E143}"/>
                  </a:ext>
                </a:extLst>
              </p:cNvPr>
              <p:cNvSpPr/>
              <p:nvPr/>
            </p:nvSpPr>
            <p:spPr bwMode="auto">
              <a:xfrm>
                <a:off x="2987676" y="3314701"/>
                <a:ext cx="93663" cy="185738"/>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66" name="iṩlîḓé">
                <a:extLst>
                  <a:ext uri="{FF2B5EF4-FFF2-40B4-BE49-F238E27FC236}">
                    <a16:creationId xmlns:a16="http://schemas.microsoft.com/office/drawing/2014/main" id="{16B03EE1-7118-4778-B690-5809D06C083F}"/>
                  </a:ext>
                </a:extLst>
              </p:cNvPr>
              <p:cNvSpPr/>
              <p:nvPr/>
            </p:nvSpPr>
            <p:spPr bwMode="auto">
              <a:xfrm>
                <a:off x="2965451" y="3475038"/>
                <a:ext cx="39688" cy="25400"/>
              </a:xfrm>
              <a:prstGeom prst="rect">
                <a:avLst/>
              </a:prstGeom>
              <a:grpFill/>
              <a:ln>
                <a:noFill/>
              </a:ln>
            </p:spPr>
            <p:txBody>
              <a:bodyPr anchor="ctr"/>
              <a:lstStyle/>
              <a:p>
                <a:pPr algn="ctr"/>
                <a:endParaRPr/>
              </a:p>
            </p:txBody>
          </p:sp>
          <p:sp>
            <p:nvSpPr>
              <p:cNvPr id="67" name="ïṩ1îḑê">
                <a:extLst>
                  <a:ext uri="{FF2B5EF4-FFF2-40B4-BE49-F238E27FC236}">
                    <a16:creationId xmlns:a16="http://schemas.microsoft.com/office/drawing/2014/main" id="{8002943E-DC56-40A4-99FC-AA3A901F76B1}"/>
                  </a:ext>
                </a:extLst>
              </p:cNvPr>
              <p:cNvSpPr/>
              <p:nvPr/>
            </p:nvSpPr>
            <p:spPr bwMode="auto">
              <a:xfrm>
                <a:off x="2700338" y="3032126"/>
                <a:ext cx="776288" cy="519113"/>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68" name="ïṡľîdé">
                <a:extLst>
                  <a:ext uri="{FF2B5EF4-FFF2-40B4-BE49-F238E27FC236}">
                    <a16:creationId xmlns:a16="http://schemas.microsoft.com/office/drawing/2014/main" id="{BA82DD9C-7DFD-48DC-9A24-BA46B82FD344}"/>
                  </a:ext>
                </a:extLst>
              </p:cNvPr>
              <p:cNvSpPr/>
              <p:nvPr/>
            </p:nvSpPr>
            <p:spPr bwMode="auto">
              <a:xfrm>
                <a:off x="3200401" y="3295651"/>
                <a:ext cx="111125" cy="250825"/>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sp>
            <p:nvSpPr>
              <p:cNvPr id="69" name="îśľîdé">
                <a:extLst>
                  <a:ext uri="{FF2B5EF4-FFF2-40B4-BE49-F238E27FC236}">
                    <a16:creationId xmlns:a16="http://schemas.microsoft.com/office/drawing/2014/main" id="{68A04A8A-2388-4CCF-B455-617ABCDF986E}"/>
                  </a:ext>
                </a:extLst>
              </p:cNvPr>
              <p:cNvSpPr/>
              <p:nvPr/>
            </p:nvSpPr>
            <p:spPr bwMode="auto">
              <a:xfrm>
                <a:off x="3097213" y="2620963"/>
                <a:ext cx="166688" cy="196850"/>
              </a:xfrm>
              <a:custGeom>
                <a:avLst/>
                <a:gdLst>
                  <a:gd name="T0" fmla="*/ 55 w 212"/>
                  <a:gd name="T1" fmla="*/ 251 h 251"/>
                  <a:gd name="T2" fmla="*/ 38 w 212"/>
                  <a:gd name="T3" fmla="*/ 231 h 251"/>
                  <a:gd name="T4" fmla="*/ 23 w 212"/>
                  <a:gd name="T5" fmla="*/ 219 h 251"/>
                  <a:gd name="T6" fmla="*/ 50 w 212"/>
                  <a:gd name="T7" fmla="*/ 216 h 251"/>
                  <a:gd name="T8" fmla="*/ 58 w 212"/>
                  <a:gd name="T9" fmla="*/ 153 h 251"/>
                  <a:gd name="T10" fmla="*/ 61 w 212"/>
                  <a:gd name="T11" fmla="*/ 136 h 251"/>
                  <a:gd name="T12" fmla="*/ 59 w 212"/>
                  <a:gd name="T13" fmla="*/ 133 h 251"/>
                  <a:gd name="T14" fmla="*/ 13 w 212"/>
                  <a:gd name="T15" fmla="*/ 197 h 251"/>
                  <a:gd name="T16" fmla="*/ 13 w 212"/>
                  <a:gd name="T17" fmla="*/ 195 h 251"/>
                  <a:gd name="T18" fmla="*/ 0 w 212"/>
                  <a:gd name="T19" fmla="*/ 178 h 251"/>
                  <a:gd name="T20" fmla="*/ 26 w 212"/>
                  <a:gd name="T21" fmla="*/ 154 h 251"/>
                  <a:gd name="T22" fmla="*/ 61 w 212"/>
                  <a:gd name="T23" fmla="*/ 114 h 251"/>
                  <a:gd name="T24" fmla="*/ 68 w 212"/>
                  <a:gd name="T25" fmla="*/ 80 h 251"/>
                  <a:gd name="T26" fmla="*/ 67 w 212"/>
                  <a:gd name="T27" fmla="*/ 79 h 251"/>
                  <a:gd name="T28" fmla="*/ 64 w 212"/>
                  <a:gd name="T29" fmla="*/ 84 h 251"/>
                  <a:gd name="T30" fmla="*/ 48 w 212"/>
                  <a:gd name="T31" fmla="*/ 60 h 251"/>
                  <a:gd name="T32" fmla="*/ 66 w 212"/>
                  <a:gd name="T33" fmla="*/ 54 h 251"/>
                  <a:gd name="T34" fmla="*/ 76 w 212"/>
                  <a:gd name="T35" fmla="*/ 45 h 251"/>
                  <a:gd name="T36" fmla="*/ 84 w 212"/>
                  <a:gd name="T37" fmla="*/ 6 h 251"/>
                  <a:gd name="T38" fmla="*/ 101 w 212"/>
                  <a:gd name="T39" fmla="*/ 11 h 251"/>
                  <a:gd name="T40" fmla="*/ 109 w 212"/>
                  <a:gd name="T41" fmla="*/ 24 h 251"/>
                  <a:gd name="T42" fmla="*/ 107 w 212"/>
                  <a:gd name="T43" fmla="*/ 31 h 251"/>
                  <a:gd name="T44" fmla="*/ 116 w 212"/>
                  <a:gd name="T45" fmla="*/ 46 h 251"/>
                  <a:gd name="T46" fmla="*/ 86 w 212"/>
                  <a:gd name="T47" fmla="*/ 97 h 251"/>
                  <a:gd name="T48" fmla="*/ 71 w 212"/>
                  <a:gd name="T49" fmla="*/ 216 h 251"/>
                  <a:gd name="T50" fmla="*/ 108 w 212"/>
                  <a:gd name="T51" fmla="*/ 198 h 251"/>
                  <a:gd name="T52" fmla="*/ 120 w 212"/>
                  <a:gd name="T53" fmla="*/ 172 h 251"/>
                  <a:gd name="T54" fmla="*/ 109 w 212"/>
                  <a:gd name="T55" fmla="*/ 138 h 251"/>
                  <a:gd name="T56" fmla="*/ 128 w 212"/>
                  <a:gd name="T57" fmla="*/ 153 h 251"/>
                  <a:gd name="T58" fmla="*/ 133 w 212"/>
                  <a:gd name="T59" fmla="*/ 154 h 251"/>
                  <a:gd name="T60" fmla="*/ 142 w 212"/>
                  <a:gd name="T61" fmla="*/ 130 h 251"/>
                  <a:gd name="T62" fmla="*/ 126 w 212"/>
                  <a:gd name="T63" fmla="*/ 131 h 251"/>
                  <a:gd name="T64" fmla="*/ 123 w 212"/>
                  <a:gd name="T65" fmla="*/ 118 h 251"/>
                  <a:gd name="T66" fmla="*/ 137 w 212"/>
                  <a:gd name="T67" fmla="*/ 76 h 251"/>
                  <a:gd name="T68" fmla="*/ 108 w 212"/>
                  <a:gd name="T69" fmla="*/ 92 h 251"/>
                  <a:gd name="T70" fmla="*/ 100 w 212"/>
                  <a:gd name="T71" fmla="*/ 89 h 251"/>
                  <a:gd name="T72" fmla="*/ 100 w 212"/>
                  <a:gd name="T73" fmla="*/ 86 h 251"/>
                  <a:gd name="T74" fmla="*/ 96 w 212"/>
                  <a:gd name="T75" fmla="*/ 83 h 251"/>
                  <a:gd name="T76" fmla="*/ 96 w 212"/>
                  <a:gd name="T77" fmla="*/ 80 h 251"/>
                  <a:gd name="T78" fmla="*/ 139 w 212"/>
                  <a:gd name="T79" fmla="*/ 51 h 251"/>
                  <a:gd name="T80" fmla="*/ 157 w 212"/>
                  <a:gd name="T81" fmla="*/ 0 h 251"/>
                  <a:gd name="T82" fmla="*/ 179 w 212"/>
                  <a:gd name="T83" fmla="*/ 16 h 251"/>
                  <a:gd name="T84" fmla="*/ 180 w 212"/>
                  <a:gd name="T85" fmla="*/ 27 h 251"/>
                  <a:gd name="T86" fmla="*/ 186 w 212"/>
                  <a:gd name="T87" fmla="*/ 34 h 251"/>
                  <a:gd name="T88" fmla="*/ 189 w 212"/>
                  <a:gd name="T89" fmla="*/ 35 h 251"/>
                  <a:gd name="T90" fmla="*/ 190 w 212"/>
                  <a:gd name="T91" fmla="*/ 43 h 251"/>
                  <a:gd name="T92" fmla="*/ 176 w 212"/>
                  <a:gd name="T93" fmla="*/ 51 h 251"/>
                  <a:gd name="T94" fmla="*/ 176 w 212"/>
                  <a:gd name="T95" fmla="*/ 54 h 251"/>
                  <a:gd name="T96" fmla="*/ 170 w 212"/>
                  <a:gd name="T97" fmla="*/ 56 h 251"/>
                  <a:gd name="T98" fmla="*/ 148 w 212"/>
                  <a:gd name="T99" fmla="*/ 113 h 251"/>
                  <a:gd name="T100" fmla="*/ 165 w 212"/>
                  <a:gd name="T101" fmla="*/ 138 h 251"/>
                  <a:gd name="T102" fmla="*/ 147 w 212"/>
                  <a:gd name="T103" fmla="*/ 174 h 251"/>
                  <a:gd name="T104" fmla="*/ 169 w 212"/>
                  <a:gd name="T105" fmla="*/ 200 h 251"/>
                  <a:gd name="T106" fmla="*/ 211 w 212"/>
                  <a:gd name="T107" fmla="*/ 211 h 251"/>
                  <a:gd name="T108" fmla="*/ 212 w 212"/>
                  <a:gd name="T109" fmla="*/ 215 h 251"/>
                  <a:gd name="T110" fmla="*/ 151 w 212"/>
                  <a:gd name="T111" fmla="*/ 234 h 251"/>
                  <a:gd name="T112" fmla="*/ 131 w 212"/>
                  <a:gd name="T113" fmla="*/ 196 h 251"/>
                  <a:gd name="T114" fmla="*/ 78 w 212"/>
                  <a:gd name="T115" fmla="*/ 241 h 251"/>
                  <a:gd name="T116" fmla="*/ 70 w 212"/>
                  <a:gd name="T117" fmla="*/ 231 h 251"/>
                  <a:gd name="T118" fmla="*/ 55 w 212"/>
                  <a:gd name="T119" fmla="*/ 251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1">
                    <a:moveTo>
                      <a:pt x="55" y="251"/>
                    </a:moveTo>
                    <a:cubicBezTo>
                      <a:pt x="49" y="241"/>
                      <a:pt x="45" y="236"/>
                      <a:pt x="38" y="231"/>
                    </a:cubicBezTo>
                    <a:cubicBezTo>
                      <a:pt x="35" y="221"/>
                      <a:pt x="26" y="223"/>
                      <a:pt x="23" y="219"/>
                    </a:cubicBezTo>
                    <a:cubicBezTo>
                      <a:pt x="23" y="210"/>
                      <a:pt x="40" y="220"/>
                      <a:pt x="50" y="216"/>
                    </a:cubicBezTo>
                    <a:cubicBezTo>
                      <a:pt x="51" y="212"/>
                      <a:pt x="51" y="212"/>
                      <a:pt x="58" y="153"/>
                    </a:cubicBezTo>
                    <a:cubicBezTo>
                      <a:pt x="59" y="147"/>
                      <a:pt x="60" y="141"/>
                      <a:pt x="61" y="136"/>
                    </a:cubicBezTo>
                    <a:cubicBezTo>
                      <a:pt x="60" y="135"/>
                      <a:pt x="60" y="134"/>
                      <a:pt x="59" y="133"/>
                    </a:cubicBezTo>
                    <a:cubicBezTo>
                      <a:pt x="53" y="145"/>
                      <a:pt x="26" y="199"/>
                      <a:pt x="13" y="197"/>
                    </a:cubicBezTo>
                    <a:cubicBezTo>
                      <a:pt x="13" y="196"/>
                      <a:pt x="13" y="195"/>
                      <a:pt x="13" y="195"/>
                    </a:cubicBezTo>
                    <a:cubicBezTo>
                      <a:pt x="5" y="192"/>
                      <a:pt x="0" y="184"/>
                      <a:pt x="0" y="178"/>
                    </a:cubicBezTo>
                    <a:cubicBezTo>
                      <a:pt x="6" y="171"/>
                      <a:pt x="23" y="166"/>
                      <a:pt x="26" y="154"/>
                    </a:cubicBezTo>
                    <a:cubicBezTo>
                      <a:pt x="37" y="143"/>
                      <a:pt x="49" y="120"/>
                      <a:pt x="61" y="114"/>
                    </a:cubicBezTo>
                    <a:cubicBezTo>
                      <a:pt x="65" y="101"/>
                      <a:pt x="66" y="92"/>
                      <a:pt x="68" y="80"/>
                    </a:cubicBezTo>
                    <a:cubicBezTo>
                      <a:pt x="68" y="80"/>
                      <a:pt x="67" y="79"/>
                      <a:pt x="67" y="79"/>
                    </a:cubicBezTo>
                    <a:cubicBezTo>
                      <a:pt x="65" y="81"/>
                      <a:pt x="65" y="81"/>
                      <a:pt x="64" y="84"/>
                    </a:cubicBezTo>
                    <a:cubicBezTo>
                      <a:pt x="57" y="82"/>
                      <a:pt x="46" y="67"/>
                      <a:pt x="48" y="60"/>
                    </a:cubicBezTo>
                    <a:cubicBezTo>
                      <a:pt x="63" y="54"/>
                      <a:pt x="63" y="54"/>
                      <a:pt x="66" y="54"/>
                    </a:cubicBezTo>
                    <a:cubicBezTo>
                      <a:pt x="69" y="48"/>
                      <a:pt x="73" y="50"/>
                      <a:pt x="76" y="45"/>
                    </a:cubicBezTo>
                    <a:cubicBezTo>
                      <a:pt x="79" y="32"/>
                      <a:pt x="82" y="19"/>
                      <a:pt x="84" y="6"/>
                    </a:cubicBezTo>
                    <a:cubicBezTo>
                      <a:pt x="91" y="0"/>
                      <a:pt x="92" y="2"/>
                      <a:pt x="101" y="11"/>
                    </a:cubicBezTo>
                    <a:cubicBezTo>
                      <a:pt x="102" y="14"/>
                      <a:pt x="104" y="21"/>
                      <a:pt x="109" y="24"/>
                    </a:cubicBezTo>
                    <a:cubicBezTo>
                      <a:pt x="109" y="26"/>
                      <a:pt x="108" y="29"/>
                      <a:pt x="107" y="31"/>
                    </a:cubicBezTo>
                    <a:cubicBezTo>
                      <a:pt x="114" y="33"/>
                      <a:pt x="115" y="32"/>
                      <a:pt x="116" y="46"/>
                    </a:cubicBezTo>
                    <a:cubicBezTo>
                      <a:pt x="93" y="68"/>
                      <a:pt x="95" y="61"/>
                      <a:pt x="86" y="97"/>
                    </a:cubicBezTo>
                    <a:cubicBezTo>
                      <a:pt x="80" y="134"/>
                      <a:pt x="75" y="175"/>
                      <a:pt x="71" y="216"/>
                    </a:cubicBezTo>
                    <a:cubicBezTo>
                      <a:pt x="78" y="233"/>
                      <a:pt x="102" y="203"/>
                      <a:pt x="108" y="198"/>
                    </a:cubicBezTo>
                    <a:cubicBezTo>
                      <a:pt x="114" y="189"/>
                      <a:pt x="119" y="182"/>
                      <a:pt x="120" y="172"/>
                    </a:cubicBezTo>
                    <a:cubicBezTo>
                      <a:pt x="114" y="160"/>
                      <a:pt x="109" y="149"/>
                      <a:pt x="109" y="138"/>
                    </a:cubicBezTo>
                    <a:cubicBezTo>
                      <a:pt x="115" y="140"/>
                      <a:pt x="124" y="142"/>
                      <a:pt x="128" y="153"/>
                    </a:cubicBezTo>
                    <a:cubicBezTo>
                      <a:pt x="130" y="153"/>
                      <a:pt x="131" y="154"/>
                      <a:pt x="133" y="154"/>
                    </a:cubicBezTo>
                    <a:cubicBezTo>
                      <a:pt x="141" y="135"/>
                      <a:pt x="141" y="135"/>
                      <a:pt x="142" y="130"/>
                    </a:cubicBezTo>
                    <a:cubicBezTo>
                      <a:pt x="136" y="129"/>
                      <a:pt x="130" y="132"/>
                      <a:pt x="126" y="131"/>
                    </a:cubicBezTo>
                    <a:cubicBezTo>
                      <a:pt x="124" y="124"/>
                      <a:pt x="122" y="123"/>
                      <a:pt x="123" y="118"/>
                    </a:cubicBezTo>
                    <a:cubicBezTo>
                      <a:pt x="128" y="115"/>
                      <a:pt x="136" y="79"/>
                      <a:pt x="137" y="76"/>
                    </a:cubicBezTo>
                    <a:cubicBezTo>
                      <a:pt x="128" y="75"/>
                      <a:pt x="121" y="94"/>
                      <a:pt x="108" y="92"/>
                    </a:cubicBezTo>
                    <a:cubicBezTo>
                      <a:pt x="108" y="91"/>
                      <a:pt x="108" y="91"/>
                      <a:pt x="100" y="89"/>
                    </a:cubicBezTo>
                    <a:cubicBezTo>
                      <a:pt x="100" y="88"/>
                      <a:pt x="100" y="87"/>
                      <a:pt x="100" y="86"/>
                    </a:cubicBezTo>
                    <a:cubicBezTo>
                      <a:pt x="99" y="85"/>
                      <a:pt x="97" y="84"/>
                      <a:pt x="96" y="83"/>
                    </a:cubicBezTo>
                    <a:cubicBezTo>
                      <a:pt x="96" y="82"/>
                      <a:pt x="96" y="81"/>
                      <a:pt x="96" y="80"/>
                    </a:cubicBezTo>
                    <a:cubicBezTo>
                      <a:pt x="109" y="71"/>
                      <a:pt x="127" y="63"/>
                      <a:pt x="139" y="51"/>
                    </a:cubicBezTo>
                    <a:cubicBezTo>
                      <a:pt x="151" y="49"/>
                      <a:pt x="156" y="12"/>
                      <a:pt x="157" y="0"/>
                    </a:cubicBezTo>
                    <a:cubicBezTo>
                      <a:pt x="166" y="2"/>
                      <a:pt x="169" y="10"/>
                      <a:pt x="179" y="16"/>
                    </a:cubicBezTo>
                    <a:cubicBezTo>
                      <a:pt x="179" y="20"/>
                      <a:pt x="180" y="23"/>
                      <a:pt x="180" y="27"/>
                    </a:cubicBezTo>
                    <a:cubicBezTo>
                      <a:pt x="183" y="28"/>
                      <a:pt x="185" y="28"/>
                      <a:pt x="186" y="34"/>
                    </a:cubicBezTo>
                    <a:cubicBezTo>
                      <a:pt x="187" y="35"/>
                      <a:pt x="188" y="35"/>
                      <a:pt x="189" y="35"/>
                    </a:cubicBezTo>
                    <a:cubicBezTo>
                      <a:pt x="189" y="38"/>
                      <a:pt x="189" y="40"/>
                      <a:pt x="190" y="43"/>
                    </a:cubicBezTo>
                    <a:cubicBezTo>
                      <a:pt x="185" y="46"/>
                      <a:pt x="182" y="49"/>
                      <a:pt x="176" y="51"/>
                    </a:cubicBezTo>
                    <a:cubicBezTo>
                      <a:pt x="176" y="52"/>
                      <a:pt x="176" y="53"/>
                      <a:pt x="176" y="54"/>
                    </a:cubicBezTo>
                    <a:cubicBezTo>
                      <a:pt x="174" y="55"/>
                      <a:pt x="172" y="55"/>
                      <a:pt x="170" y="56"/>
                    </a:cubicBezTo>
                    <a:cubicBezTo>
                      <a:pt x="159" y="75"/>
                      <a:pt x="152" y="88"/>
                      <a:pt x="148" y="113"/>
                    </a:cubicBezTo>
                    <a:cubicBezTo>
                      <a:pt x="163" y="117"/>
                      <a:pt x="167" y="115"/>
                      <a:pt x="165" y="138"/>
                    </a:cubicBezTo>
                    <a:cubicBezTo>
                      <a:pt x="158" y="146"/>
                      <a:pt x="149" y="161"/>
                      <a:pt x="147" y="174"/>
                    </a:cubicBezTo>
                    <a:cubicBezTo>
                      <a:pt x="155" y="182"/>
                      <a:pt x="162" y="191"/>
                      <a:pt x="169" y="200"/>
                    </a:cubicBezTo>
                    <a:cubicBezTo>
                      <a:pt x="181" y="208"/>
                      <a:pt x="197" y="209"/>
                      <a:pt x="211" y="211"/>
                    </a:cubicBezTo>
                    <a:cubicBezTo>
                      <a:pt x="212" y="213"/>
                      <a:pt x="212" y="213"/>
                      <a:pt x="212" y="215"/>
                    </a:cubicBezTo>
                    <a:cubicBezTo>
                      <a:pt x="195" y="228"/>
                      <a:pt x="170" y="236"/>
                      <a:pt x="151" y="234"/>
                    </a:cubicBezTo>
                    <a:cubicBezTo>
                      <a:pt x="143" y="220"/>
                      <a:pt x="139" y="207"/>
                      <a:pt x="131" y="196"/>
                    </a:cubicBezTo>
                    <a:cubicBezTo>
                      <a:pt x="120" y="211"/>
                      <a:pt x="95" y="241"/>
                      <a:pt x="78" y="241"/>
                    </a:cubicBezTo>
                    <a:cubicBezTo>
                      <a:pt x="75" y="235"/>
                      <a:pt x="72" y="232"/>
                      <a:pt x="70" y="231"/>
                    </a:cubicBezTo>
                    <a:cubicBezTo>
                      <a:pt x="68" y="241"/>
                      <a:pt x="64" y="248"/>
                      <a:pt x="55" y="251"/>
                    </a:cubicBezTo>
                    <a:close/>
                  </a:path>
                </a:pathLst>
              </a:custGeom>
              <a:solidFill>
                <a:srgbClr val="E60012"/>
              </a:solidFill>
              <a:ln>
                <a:noFill/>
              </a:ln>
            </p:spPr>
            <p:txBody>
              <a:bodyPr anchor="ctr"/>
              <a:lstStyle/>
              <a:p>
                <a:pPr algn="ctr"/>
                <a:endParaRPr/>
              </a:p>
            </p:txBody>
          </p:sp>
          <p:sp>
            <p:nvSpPr>
              <p:cNvPr id="70" name="ïṩļíḑè">
                <a:extLst>
                  <a:ext uri="{FF2B5EF4-FFF2-40B4-BE49-F238E27FC236}">
                    <a16:creationId xmlns:a16="http://schemas.microsoft.com/office/drawing/2014/main" id="{49924D84-489C-4463-9732-8D29E6D53278}"/>
                  </a:ext>
                </a:extLst>
              </p:cNvPr>
              <p:cNvSpPr/>
              <p:nvPr/>
            </p:nvSpPr>
            <p:spPr bwMode="auto">
              <a:xfrm>
                <a:off x="3298826" y="2668588"/>
                <a:ext cx="149225" cy="203200"/>
              </a:xfrm>
              <a:custGeom>
                <a:avLst/>
                <a:gdLst>
                  <a:gd name="T0" fmla="*/ 2 w 190"/>
                  <a:gd name="T1" fmla="*/ 167 h 259"/>
                  <a:gd name="T2" fmla="*/ 86 w 190"/>
                  <a:gd name="T3" fmla="*/ 136 h 259"/>
                  <a:gd name="T4" fmla="*/ 44 w 190"/>
                  <a:gd name="T5" fmla="*/ 140 h 259"/>
                  <a:gd name="T6" fmla="*/ 55 w 190"/>
                  <a:gd name="T7" fmla="*/ 107 h 259"/>
                  <a:gd name="T8" fmla="*/ 132 w 190"/>
                  <a:gd name="T9" fmla="*/ 66 h 259"/>
                  <a:gd name="T10" fmla="*/ 164 w 190"/>
                  <a:gd name="T11" fmla="*/ 3 h 259"/>
                  <a:gd name="T12" fmla="*/ 143 w 190"/>
                  <a:gd name="T13" fmla="*/ 105 h 259"/>
                  <a:gd name="T14" fmla="*/ 149 w 190"/>
                  <a:gd name="T15" fmla="*/ 129 h 259"/>
                  <a:gd name="T16" fmla="*/ 110 w 190"/>
                  <a:gd name="T17" fmla="*/ 151 h 259"/>
                  <a:gd name="T18" fmla="*/ 43 w 190"/>
                  <a:gd name="T19" fmla="*/ 191 h 259"/>
                  <a:gd name="T20" fmla="*/ 22 w 190"/>
                  <a:gd name="T21" fmla="*/ 185 h 259"/>
                  <a:gd name="T22" fmla="*/ 121 w 190"/>
                  <a:gd name="T23" fmla="*/ 249 h 259"/>
                  <a:gd name="T24" fmla="*/ 133 w 190"/>
                  <a:gd name="T25" fmla="*/ 251 h 259"/>
                  <a:gd name="T26" fmla="*/ 163 w 190"/>
                  <a:gd name="T27" fmla="*/ 256 h 259"/>
                  <a:gd name="T28" fmla="*/ 168 w 190"/>
                  <a:gd name="T29" fmla="*/ 257 h 259"/>
                  <a:gd name="T30" fmla="*/ 155 w 190"/>
                  <a:gd name="T31" fmla="*/ 237 h 259"/>
                  <a:gd name="T32" fmla="*/ 139 w 190"/>
                  <a:gd name="T33" fmla="*/ 206 h 259"/>
                  <a:gd name="T34" fmla="*/ 139 w 190"/>
                  <a:gd name="T35" fmla="*/ 203 h 259"/>
                  <a:gd name="T36" fmla="*/ 137 w 190"/>
                  <a:gd name="T37" fmla="*/ 200 h 259"/>
                  <a:gd name="T38" fmla="*/ 136 w 190"/>
                  <a:gd name="T39" fmla="*/ 197 h 259"/>
                  <a:gd name="T40" fmla="*/ 136 w 190"/>
                  <a:gd name="T41" fmla="*/ 193 h 259"/>
                  <a:gd name="T42" fmla="*/ 135 w 190"/>
                  <a:gd name="T43" fmla="*/ 189 h 259"/>
                  <a:gd name="T44" fmla="*/ 132 w 190"/>
                  <a:gd name="T45" fmla="*/ 167 h 259"/>
                  <a:gd name="T46" fmla="*/ 131 w 190"/>
                  <a:gd name="T47" fmla="*/ 158 h 259"/>
                  <a:gd name="T48" fmla="*/ 130 w 190"/>
                  <a:gd name="T49" fmla="*/ 150 h 259"/>
                  <a:gd name="T50" fmla="*/ 129 w 190"/>
                  <a:gd name="T51" fmla="*/ 148 h 259"/>
                  <a:gd name="T52" fmla="*/ 125 w 190"/>
                  <a:gd name="T53" fmla="*/ 147 h 259"/>
                  <a:gd name="T54" fmla="*/ 121 w 190"/>
                  <a:gd name="T55" fmla="*/ 153 h 259"/>
                  <a:gd name="T56" fmla="*/ 116 w 190"/>
                  <a:gd name="T57" fmla="*/ 221 h 259"/>
                  <a:gd name="T58" fmla="*/ 114 w 190"/>
                  <a:gd name="T59" fmla="*/ 229 h 259"/>
                  <a:gd name="T60" fmla="*/ 119 w 190"/>
                  <a:gd name="T61" fmla="*/ 243 h 259"/>
                  <a:gd name="T62" fmla="*/ 121 w 190"/>
                  <a:gd name="T63" fmla="*/ 24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90" h="259">
                    <a:moveTo>
                      <a:pt x="0" y="171"/>
                    </a:moveTo>
                    <a:cubicBezTo>
                      <a:pt x="1" y="169"/>
                      <a:pt x="1" y="168"/>
                      <a:pt x="2" y="167"/>
                    </a:cubicBezTo>
                    <a:cubicBezTo>
                      <a:pt x="7" y="167"/>
                      <a:pt x="7" y="167"/>
                      <a:pt x="9" y="166"/>
                    </a:cubicBezTo>
                    <a:cubicBezTo>
                      <a:pt x="28" y="173"/>
                      <a:pt x="81" y="166"/>
                      <a:pt x="86" y="136"/>
                    </a:cubicBezTo>
                    <a:cubicBezTo>
                      <a:pt x="72" y="139"/>
                      <a:pt x="58" y="142"/>
                      <a:pt x="45" y="143"/>
                    </a:cubicBezTo>
                    <a:cubicBezTo>
                      <a:pt x="45" y="142"/>
                      <a:pt x="45" y="141"/>
                      <a:pt x="44" y="140"/>
                    </a:cubicBezTo>
                    <a:cubicBezTo>
                      <a:pt x="37" y="130"/>
                      <a:pt x="28" y="108"/>
                      <a:pt x="31" y="98"/>
                    </a:cubicBezTo>
                    <a:cubicBezTo>
                      <a:pt x="36" y="96"/>
                      <a:pt x="48" y="103"/>
                      <a:pt x="55" y="107"/>
                    </a:cubicBezTo>
                    <a:cubicBezTo>
                      <a:pt x="66" y="109"/>
                      <a:pt x="100" y="112"/>
                      <a:pt x="110" y="105"/>
                    </a:cubicBezTo>
                    <a:cubicBezTo>
                      <a:pt x="125" y="80"/>
                      <a:pt x="131" y="66"/>
                      <a:pt x="132" y="66"/>
                    </a:cubicBezTo>
                    <a:cubicBezTo>
                      <a:pt x="142" y="44"/>
                      <a:pt x="148" y="21"/>
                      <a:pt x="156" y="2"/>
                    </a:cubicBezTo>
                    <a:cubicBezTo>
                      <a:pt x="160" y="0"/>
                      <a:pt x="159" y="1"/>
                      <a:pt x="164" y="3"/>
                    </a:cubicBezTo>
                    <a:cubicBezTo>
                      <a:pt x="161" y="9"/>
                      <a:pt x="182" y="37"/>
                      <a:pt x="173" y="57"/>
                    </a:cubicBezTo>
                    <a:cubicBezTo>
                      <a:pt x="167" y="59"/>
                      <a:pt x="148" y="93"/>
                      <a:pt x="143" y="105"/>
                    </a:cubicBezTo>
                    <a:cubicBezTo>
                      <a:pt x="154" y="120"/>
                      <a:pt x="179" y="85"/>
                      <a:pt x="190" y="124"/>
                    </a:cubicBezTo>
                    <a:cubicBezTo>
                      <a:pt x="185" y="135"/>
                      <a:pt x="159" y="125"/>
                      <a:pt x="149" y="129"/>
                    </a:cubicBezTo>
                    <a:cubicBezTo>
                      <a:pt x="143" y="127"/>
                      <a:pt x="132" y="132"/>
                      <a:pt x="128" y="129"/>
                    </a:cubicBezTo>
                    <a:cubicBezTo>
                      <a:pt x="120" y="136"/>
                      <a:pt x="117" y="140"/>
                      <a:pt x="110" y="151"/>
                    </a:cubicBezTo>
                    <a:cubicBezTo>
                      <a:pt x="110" y="150"/>
                      <a:pt x="109" y="150"/>
                      <a:pt x="108" y="150"/>
                    </a:cubicBezTo>
                    <a:cubicBezTo>
                      <a:pt x="93" y="175"/>
                      <a:pt x="67" y="188"/>
                      <a:pt x="43" y="191"/>
                    </a:cubicBezTo>
                    <a:cubicBezTo>
                      <a:pt x="43" y="192"/>
                      <a:pt x="42" y="192"/>
                      <a:pt x="42" y="194"/>
                    </a:cubicBezTo>
                    <a:cubicBezTo>
                      <a:pt x="37" y="190"/>
                      <a:pt x="36" y="191"/>
                      <a:pt x="22" y="185"/>
                    </a:cubicBezTo>
                    <a:cubicBezTo>
                      <a:pt x="15" y="180"/>
                      <a:pt x="8" y="176"/>
                      <a:pt x="0" y="171"/>
                    </a:cubicBezTo>
                    <a:close/>
                    <a:moveTo>
                      <a:pt x="121" y="249"/>
                    </a:moveTo>
                    <a:cubicBezTo>
                      <a:pt x="125" y="250"/>
                      <a:pt x="129" y="252"/>
                      <a:pt x="132" y="253"/>
                    </a:cubicBezTo>
                    <a:cubicBezTo>
                      <a:pt x="133" y="252"/>
                      <a:pt x="133" y="252"/>
                      <a:pt x="133" y="251"/>
                    </a:cubicBezTo>
                    <a:cubicBezTo>
                      <a:pt x="138" y="253"/>
                      <a:pt x="151" y="255"/>
                      <a:pt x="163" y="258"/>
                    </a:cubicBezTo>
                    <a:cubicBezTo>
                      <a:pt x="163" y="257"/>
                      <a:pt x="163" y="257"/>
                      <a:pt x="163" y="256"/>
                    </a:cubicBezTo>
                    <a:cubicBezTo>
                      <a:pt x="164" y="257"/>
                      <a:pt x="166" y="258"/>
                      <a:pt x="167" y="259"/>
                    </a:cubicBezTo>
                    <a:cubicBezTo>
                      <a:pt x="168" y="258"/>
                      <a:pt x="168" y="257"/>
                      <a:pt x="168" y="257"/>
                    </a:cubicBezTo>
                    <a:cubicBezTo>
                      <a:pt x="169" y="257"/>
                      <a:pt x="169" y="258"/>
                      <a:pt x="170" y="258"/>
                    </a:cubicBezTo>
                    <a:cubicBezTo>
                      <a:pt x="174" y="246"/>
                      <a:pt x="160" y="241"/>
                      <a:pt x="155" y="237"/>
                    </a:cubicBezTo>
                    <a:cubicBezTo>
                      <a:pt x="144" y="221"/>
                      <a:pt x="144" y="221"/>
                      <a:pt x="138" y="208"/>
                    </a:cubicBezTo>
                    <a:cubicBezTo>
                      <a:pt x="139" y="208"/>
                      <a:pt x="139" y="207"/>
                      <a:pt x="139" y="206"/>
                    </a:cubicBezTo>
                    <a:cubicBezTo>
                      <a:pt x="139" y="206"/>
                      <a:pt x="138" y="206"/>
                      <a:pt x="138" y="205"/>
                    </a:cubicBezTo>
                    <a:cubicBezTo>
                      <a:pt x="138" y="205"/>
                      <a:pt x="138" y="204"/>
                      <a:pt x="139" y="203"/>
                    </a:cubicBezTo>
                    <a:cubicBezTo>
                      <a:pt x="138" y="203"/>
                      <a:pt x="137" y="202"/>
                      <a:pt x="136" y="202"/>
                    </a:cubicBezTo>
                    <a:cubicBezTo>
                      <a:pt x="137" y="201"/>
                      <a:pt x="137" y="200"/>
                      <a:pt x="137" y="200"/>
                    </a:cubicBezTo>
                    <a:cubicBezTo>
                      <a:pt x="136" y="199"/>
                      <a:pt x="136" y="199"/>
                      <a:pt x="136" y="198"/>
                    </a:cubicBezTo>
                    <a:cubicBezTo>
                      <a:pt x="136" y="198"/>
                      <a:pt x="136" y="197"/>
                      <a:pt x="136" y="197"/>
                    </a:cubicBezTo>
                    <a:cubicBezTo>
                      <a:pt x="136" y="196"/>
                      <a:pt x="135" y="196"/>
                      <a:pt x="135" y="195"/>
                    </a:cubicBezTo>
                    <a:cubicBezTo>
                      <a:pt x="135" y="194"/>
                      <a:pt x="135" y="194"/>
                      <a:pt x="136" y="193"/>
                    </a:cubicBezTo>
                    <a:cubicBezTo>
                      <a:pt x="135" y="193"/>
                      <a:pt x="135" y="193"/>
                      <a:pt x="134" y="192"/>
                    </a:cubicBezTo>
                    <a:cubicBezTo>
                      <a:pt x="135" y="191"/>
                      <a:pt x="135" y="190"/>
                      <a:pt x="135" y="189"/>
                    </a:cubicBezTo>
                    <a:cubicBezTo>
                      <a:pt x="133" y="184"/>
                      <a:pt x="133" y="179"/>
                      <a:pt x="131" y="178"/>
                    </a:cubicBezTo>
                    <a:cubicBezTo>
                      <a:pt x="131" y="174"/>
                      <a:pt x="131" y="170"/>
                      <a:pt x="132" y="167"/>
                    </a:cubicBezTo>
                    <a:cubicBezTo>
                      <a:pt x="131" y="166"/>
                      <a:pt x="131" y="166"/>
                      <a:pt x="130" y="166"/>
                    </a:cubicBezTo>
                    <a:cubicBezTo>
                      <a:pt x="131" y="163"/>
                      <a:pt x="131" y="161"/>
                      <a:pt x="131" y="158"/>
                    </a:cubicBezTo>
                    <a:cubicBezTo>
                      <a:pt x="130" y="158"/>
                      <a:pt x="130" y="157"/>
                      <a:pt x="129" y="157"/>
                    </a:cubicBezTo>
                    <a:cubicBezTo>
                      <a:pt x="129" y="154"/>
                      <a:pt x="129" y="152"/>
                      <a:pt x="130" y="150"/>
                    </a:cubicBezTo>
                    <a:cubicBezTo>
                      <a:pt x="129" y="150"/>
                      <a:pt x="129" y="150"/>
                      <a:pt x="128" y="149"/>
                    </a:cubicBezTo>
                    <a:cubicBezTo>
                      <a:pt x="128" y="149"/>
                      <a:pt x="129" y="148"/>
                      <a:pt x="129" y="148"/>
                    </a:cubicBezTo>
                    <a:cubicBezTo>
                      <a:pt x="128" y="147"/>
                      <a:pt x="127" y="146"/>
                      <a:pt x="126" y="145"/>
                    </a:cubicBezTo>
                    <a:cubicBezTo>
                      <a:pt x="126" y="146"/>
                      <a:pt x="125" y="146"/>
                      <a:pt x="125" y="147"/>
                    </a:cubicBezTo>
                    <a:cubicBezTo>
                      <a:pt x="125" y="147"/>
                      <a:pt x="124" y="146"/>
                      <a:pt x="124" y="146"/>
                    </a:cubicBezTo>
                    <a:cubicBezTo>
                      <a:pt x="123" y="148"/>
                      <a:pt x="122" y="151"/>
                      <a:pt x="121" y="153"/>
                    </a:cubicBezTo>
                    <a:cubicBezTo>
                      <a:pt x="121" y="154"/>
                      <a:pt x="121" y="154"/>
                      <a:pt x="122" y="154"/>
                    </a:cubicBezTo>
                    <a:cubicBezTo>
                      <a:pt x="119" y="174"/>
                      <a:pt x="118" y="198"/>
                      <a:pt x="116" y="221"/>
                    </a:cubicBezTo>
                    <a:cubicBezTo>
                      <a:pt x="116" y="222"/>
                      <a:pt x="117" y="222"/>
                      <a:pt x="117" y="222"/>
                    </a:cubicBezTo>
                    <a:cubicBezTo>
                      <a:pt x="116" y="224"/>
                      <a:pt x="115" y="227"/>
                      <a:pt x="114" y="229"/>
                    </a:cubicBezTo>
                    <a:cubicBezTo>
                      <a:pt x="115" y="230"/>
                      <a:pt x="115" y="230"/>
                      <a:pt x="116" y="230"/>
                    </a:cubicBezTo>
                    <a:cubicBezTo>
                      <a:pt x="114" y="235"/>
                      <a:pt x="114" y="237"/>
                      <a:pt x="119" y="243"/>
                    </a:cubicBezTo>
                    <a:cubicBezTo>
                      <a:pt x="118" y="244"/>
                      <a:pt x="118" y="244"/>
                      <a:pt x="118" y="245"/>
                    </a:cubicBezTo>
                    <a:cubicBezTo>
                      <a:pt x="119" y="246"/>
                      <a:pt x="120" y="248"/>
                      <a:pt x="121" y="249"/>
                    </a:cubicBezTo>
                    <a:close/>
                  </a:path>
                </a:pathLst>
              </a:custGeom>
              <a:solidFill>
                <a:srgbClr val="E60012"/>
              </a:solidFill>
              <a:ln>
                <a:noFill/>
              </a:ln>
            </p:spPr>
            <p:txBody>
              <a:bodyPr anchor="ctr"/>
              <a:lstStyle/>
              <a:p>
                <a:pPr algn="ctr"/>
                <a:endParaRPr/>
              </a:p>
            </p:txBody>
          </p:sp>
          <p:sp>
            <p:nvSpPr>
              <p:cNvPr id="71" name="i$ļíḍé">
                <a:extLst>
                  <a:ext uri="{FF2B5EF4-FFF2-40B4-BE49-F238E27FC236}">
                    <a16:creationId xmlns:a16="http://schemas.microsoft.com/office/drawing/2014/main" id="{A59A6242-8228-4E8C-9B15-66218668DAED}"/>
                  </a:ext>
                </a:extLst>
              </p:cNvPr>
              <p:cNvSpPr/>
              <p:nvPr/>
            </p:nvSpPr>
            <p:spPr bwMode="auto">
              <a:xfrm>
                <a:off x="2711451" y="2667001"/>
                <a:ext cx="95250" cy="222250"/>
              </a:xfrm>
              <a:custGeom>
                <a:avLst/>
                <a:gdLst>
                  <a:gd name="T0" fmla="*/ 111 w 121"/>
                  <a:gd name="T1" fmla="*/ 283 h 283"/>
                  <a:gd name="T2" fmla="*/ 94 w 121"/>
                  <a:gd name="T3" fmla="*/ 268 h 283"/>
                  <a:gd name="T4" fmla="*/ 82 w 121"/>
                  <a:gd name="T5" fmla="*/ 222 h 283"/>
                  <a:gd name="T6" fmla="*/ 55 w 121"/>
                  <a:gd name="T7" fmla="*/ 124 h 283"/>
                  <a:gd name="T8" fmla="*/ 39 w 121"/>
                  <a:gd name="T9" fmla="*/ 173 h 283"/>
                  <a:gd name="T10" fmla="*/ 6 w 121"/>
                  <a:gd name="T11" fmla="*/ 177 h 283"/>
                  <a:gd name="T12" fmla="*/ 2 w 121"/>
                  <a:gd name="T13" fmla="*/ 108 h 283"/>
                  <a:gd name="T14" fmla="*/ 6 w 121"/>
                  <a:gd name="T15" fmla="*/ 106 h 283"/>
                  <a:gd name="T16" fmla="*/ 16 w 121"/>
                  <a:gd name="T17" fmla="*/ 116 h 283"/>
                  <a:gd name="T18" fmla="*/ 29 w 121"/>
                  <a:gd name="T19" fmla="*/ 139 h 283"/>
                  <a:gd name="T20" fmla="*/ 49 w 121"/>
                  <a:gd name="T21" fmla="*/ 102 h 283"/>
                  <a:gd name="T22" fmla="*/ 21 w 121"/>
                  <a:gd name="T23" fmla="*/ 39 h 283"/>
                  <a:gd name="T24" fmla="*/ 17 w 121"/>
                  <a:gd name="T25" fmla="*/ 28 h 283"/>
                  <a:gd name="T26" fmla="*/ 49 w 121"/>
                  <a:gd name="T27" fmla="*/ 12 h 283"/>
                  <a:gd name="T28" fmla="*/ 63 w 121"/>
                  <a:gd name="T29" fmla="*/ 63 h 283"/>
                  <a:gd name="T30" fmla="*/ 87 w 121"/>
                  <a:gd name="T31" fmla="*/ 24 h 283"/>
                  <a:gd name="T32" fmla="*/ 117 w 121"/>
                  <a:gd name="T33" fmla="*/ 8 h 283"/>
                  <a:gd name="T34" fmla="*/ 121 w 121"/>
                  <a:gd name="T35" fmla="*/ 20 h 283"/>
                  <a:gd name="T36" fmla="*/ 119 w 121"/>
                  <a:gd name="T37" fmla="*/ 21 h 283"/>
                  <a:gd name="T38" fmla="*/ 120 w 121"/>
                  <a:gd name="T39" fmla="*/ 26 h 283"/>
                  <a:gd name="T40" fmla="*/ 99 w 121"/>
                  <a:gd name="T41" fmla="*/ 87 h 283"/>
                  <a:gd name="T42" fmla="*/ 108 w 121"/>
                  <a:gd name="T43" fmla="*/ 88 h 283"/>
                  <a:gd name="T44" fmla="*/ 112 w 121"/>
                  <a:gd name="T45" fmla="*/ 92 h 283"/>
                  <a:gd name="T46" fmla="*/ 82 w 121"/>
                  <a:gd name="T47" fmla="*/ 137 h 283"/>
                  <a:gd name="T48" fmla="*/ 98 w 121"/>
                  <a:gd name="T49" fmla="*/ 195 h 283"/>
                  <a:gd name="T50" fmla="*/ 120 w 121"/>
                  <a:gd name="T51" fmla="*/ 266 h 283"/>
                  <a:gd name="T52" fmla="*/ 118 w 121"/>
                  <a:gd name="T53" fmla="*/ 278 h 283"/>
                  <a:gd name="T54" fmla="*/ 111 w 121"/>
                  <a:gd name="T55" fmla="*/ 283 h 283"/>
                  <a:gd name="T56" fmla="*/ 77 w 121"/>
                  <a:gd name="T57" fmla="*/ 119 h 283"/>
                  <a:gd name="T58" fmla="*/ 88 w 121"/>
                  <a:gd name="T59" fmla="*/ 93 h 283"/>
                  <a:gd name="T60" fmla="*/ 85 w 121"/>
                  <a:gd name="T61" fmla="*/ 74 h 283"/>
                  <a:gd name="T62" fmla="*/ 87 w 121"/>
                  <a:gd name="T63" fmla="*/ 72 h 283"/>
                  <a:gd name="T64" fmla="*/ 84 w 121"/>
                  <a:gd name="T65" fmla="*/ 59 h 283"/>
                  <a:gd name="T66" fmla="*/ 71 w 121"/>
                  <a:gd name="T67" fmla="*/ 80 h 283"/>
                  <a:gd name="T68" fmla="*/ 77 w 121"/>
                  <a:gd name="T69" fmla="*/ 119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1" h="283">
                    <a:moveTo>
                      <a:pt x="111" y="283"/>
                    </a:moveTo>
                    <a:cubicBezTo>
                      <a:pt x="108" y="277"/>
                      <a:pt x="94" y="268"/>
                      <a:pt x="94" y="268"/>
                    </a:cubicBezTo>
                    <a:cubicBezTo>
                      <a:pt x="89" y="256"/>
                      <a:pt x="81" y="234"/>
                      <a:pt x="82" y="222"/>
                    </a:cubicBezTo>
                    <a:cubicBezTo>
                      <a:pt x="74" y="188"/>
                      <a:pt x="64" y="156"/>
                      <a:pt x="55" y="124"/>
                    </a:cubicBezTo>
                    <a:cubicBezTo>
                      <a:pt x="48" y="127"/>
                      <a:pt x="41" y="164"/>
                      <a:pt x="39" y="173"/>
                    </a:cubicBezTo>
                    <a:cubicBezTo>
                      <a:pt x="38" y="194"/>
                      <a:pt x="12" y="185"/>
                      <a:pt x="6" y="177"/>
                    </a:cubicBezTo>
                    <a:cubicBezTo>
                      <a:pt x="0" y="157"/>
                      <a:pt x="1" y="126"/>
                      <a:pt x="2" y="108"/>
                    </a:cubicBezTo>
                    <a:cubicBezTo>
                      <a:pt x="3" y="107"/>
                      <a:pt x="4" y="107"/>
                      <a:pt x="6" y="106"/>
                    </a:cubicBezTo>
                    <a:cubicBezTo>
                      <a:pt x="7" y="109"/>
                      <a:pt x="12" y="111"/>
                      <a:pt x="16" y="116"/>
                    </a:cubicBezTo>
                    <a:cubicBezTo>
                      <a:pt x="20" y="124"/>
                      <a:pt x="25" y="131"/>
                      <a:pt x="29" y="139"/>
                    </a:cubicBezTo>
                    <a:cubicBezTo>
                      <a:pt x="42" y="132"/>
                      <a:pt x="38" y="112"/>
                      <a:pt x="49" y="102"/>
                    </a:cubicBezTo>
                    <a:cubicBezTo>
                      <a:pt x="46" y="77"/>
                      <a:pt x="33" y="54"/>
                      <a:pt x="21" y="39"/>
                    </a:cubicBezTo>
                    <a:cubicBezTo>
                      <a:pt x="20" y="35"/>
                      <a:pt x="18" y="31"/>
                      <a:pt x="17" y="28"/>
                    </a:cubicBezTo>
                    <a:cubicBezTo>
                      <a:pt x="23" y="5"/>
                      <a:pt x="28" y="0"/>
                      <a:pt x="49" y="12"/>
                    </a:cubicBezTo>
                    <a:cubicBezTo>
                      <a:pt x="54" y="28"/>
                      <a:pt x="57" y="45"/>
                      <a:pt x="63" y="63"/>
                    </a:cubicBezTo>
                    <a:cubicBezTo>
                      <a:pt x="70" y="59"/>
                      <a:pt x="78" y="31"/>
                      <a:pt x="87" y="24"/>
                    </a:cubicBezTo>
                    <a:cubicBezTo>
                      <a:pt x="89" y="11"/>
                      <a:pt x="106" y="3"/>
                      <a:pt x="117" y="8"/>
                    </a:cubicBezTo>
                    <a:cubicBezTo>
                      <a:pt x="118" y="12"/>
                      <a:pt x="119" y="16"/>
                      <a:pt x="121" y="20"/>
                    </a:cubicBezTo>
                    <a:cubicBezTo>
                      <a:pt x="120" y="21"/>
                      <a:pt x="119" y="21"/>
                      <a:pt x="119" y="21"/>
                    </a:cubicBezTo>
                    <a:cubicBezTo>
                      <a:pt x="119" y="23"/>
                      <a:pt x="119" y="24"/>
                      <a:pt x="120" y="26"/>
                    </a:cubicBezTo>
                    <a:cubicBezTo>
                      <a:pt x="106" y="43"/>
                      <a:pt x="93" y="60"/>
                      <a:pt x="99" y="87"/>
                    </a:cubicBezTo>
                    <a:cubicBezTo>
                      <a:pt x="105" y="88"/>
                      <a:pt x="105" y="88"/>
                      <a:pt x="108" y="88"/>
                    </a:cubicBezTo>
                    <a:cubicBezTo>
                      <a:pt x="108" y="90"/>
                      <a:pt x="108" y="90"/>
                      <a:pt x="112" y="92"/>
                    </a:cubicBezTo>
                    <a:cubicBezTo>
                      <a:pt x="116" y="105"/>
                      <a:pt x="92" y="132"/>
                      <a:pt x="82" y="137"/>
                    </a:cubicBezTo>
                    <a:cubicBezTo>
                      <a:pt x="79" y="147"/>
                      <a:pt x="92" y="179"/>
                      <a:pt x="98" y="195"/>
                    </a:cubicBezTo>
                    <a:cubicBezTo>
                      <a:pt x="99" y="196"/>
                      <a:pt x="99" y="196"/>
                      <a:pt x="120" y="266"/>
                    </a:cubicBezTo>
                    <a:cubicBezTo>
                      <a:pt x="119" y="269"/>
                      <a:pt x="119" y="273"/>
                      <a:pt x="118" y="278"/>
                    </a:cubicBezTo>
                    <a:cubicBezTo>
                      <a:pt x="116" y="280"/>
                      <a:pt x="113" y="282"/>
                      <a:pt x="111" y="283"/>
                    </a:cubicBezTo>
                    <a:close/>
                    <a:moveTo>
                      <a:pt x="77" y="119"/>
                    </a:moveTo>
                    <a:cubicBezTo>
                      <a:pt x="83" y="111"/>
                      <a:pt x="88" y="105"/>
                      <a:pt x="88" y="93"/>
                    </a:cubicBezTo>
                    <a:cubicBezTo>
                      <a:pt x="86" y="85"/>
                      <a:pt x="86" y="78"/>
                      <a:pt x="85" y="74"/>
                    </a:cubicBezTo>
                    <a:cubicBezTo>
                      <a:pt x="86" y="73"/>
                      <a:pt x="86" y="73"/>
                      <a:pt x="87" y="72"/>
                    </a:cubicBezTo>
                    <a:cubicBezTo>
                      <a:pt x="86" y="68"/>
                      <a:pt x="85" y="64"/>
                      <a:pt x="84" y="59"/>
                    </a:cubicBezTo>
                    <a:cubicBezTo>
                      <a:pt x="77" y="61"/>
                      <a:pt x="70" y="73"/>
                      <a:pt x="71" y="80"/>
                    </a:cubicBezTo>
                    <a:cubicBezTo>
                      <a:pt x="64" y="87"/>
                      <a:pt x="70" y="111"/>
                      <a:pt x="77" y="119"/>
                    </a:cubicBezTo>
                    <a:close/>
                  </a:path>
                </a:pathLst>
              </a:custGeom>
              <a:solidFill>
                <a:srgbClr val="E60012"/>
              </a:solidFill>
              <a:ln>
                <a:noFill/>
              </a:ln>
            </p:spPr>
            <p:txBody>
              <a:bodyPr anchor="ctr"/>
              <a:lstStyle/>
              <a:p>
                <a:pPr algn="ctr"/>
                <a:endParaRPr/>
              </a:p>
            </p:txBody>
          </p:sp>
          <p:sp>
            <p:nvSpPr>
              <p:cNvPr id="72" name="î$lîde">
                <a:extLst>
                  <a:ext uri="{FF2B5EF4-FFF2-40B4-BE49-F238E27FC236}">
                    <a16:creationId xmlns:a16="http://schemas.microsoft.com/office/drawing/2014/main" id="{6849EFBD-777C-4105-B662-848D6BF47BEC}"/>
                  </a:ext>
                </a:extLst>
              </p:cNvPr>
              <p:cNvSpPr/>
              <p:nvPr/>
            </p:nvSpPr>
            <p:spPr bwMode="auto">
              <a:xfrm>
                <a:off x="3482976" y="2732088"/>
                <a:ext cx="207963" cy="249238"/>
              </a:xfrm>
              <a:custGeom>
                <a:avLst/>
                <a:gdLst>
                  <a:gd name="T0" fmla="*/ 28 w 264"/>
                  <a:gd name="T1" fmla="*/ 281 h 318"/>
                  <a:gd name="T2" fmla="*/ 19 w 264"/>
                  <a:gd name="T3" fmla="*/ 256 h 318"/>
                  <a:gd name="T4" fmla="*/ 52 w 264"/>
                  <a:gd name="T5" fmla="*/ 278 h 318"/>
                  <a:gd name="T6" fmla="*/ 65 w 264"/>
                  <a:gd name="T7" fmla="*/ 263 h 318"/>
                  <a:gd name="T8" fmla="*/ 98 w 264"/>
                  <a:gd name="T9" fmla="*/ 206 h 318"/>
                  <a:gd name="T10" fmla="*/ 43 w 264"/>
                  <a:gd name="T11" fmla="*/ 204 h 318"/>
                  <a:gd name="T12" fmla="*/ 5 w 264"/>
                  <a:gd name="T13" fmla="*/ 157 h 318"/>
                  <a:gd name="T14" fmla="*/ 76 w 264"/>
                  <a:gd name="T15" fmla="*/ 181 h 318"/>
                  <a:gd name="T16" fmla="*/ 147 w 264"/>
                  <a:gd name="T17" fmla="*/ 171 h 318"/>
                  <a:gd name="T18" fmla="*/ 130 w 264"/>
                  <a:gd name="T19" fmla="*/ 162 h 318"/>
                  <a:gd name="T20" fmla="*/ 89 w 264"/>
                  <a:gd name="T21" fmla="*/ 132 h 318"/>
                  <a:gd name="T22" fmla="*/ 221 w 264"/>
                  <a:gd name="T23" fmla="*/ 130 h 318"/>
                  <a:gd name="T24" fmla="*/ 169 w 264"/>
                  <a:gd name="T25" fmla="*/ 147 h 318"/>
                  <a:gd name="T26" fmla="*/ 151 w 264"/>
                  <a:gd name="T27" fmla="*/ 99 h 318"/>
                  <a:gd name="T28" fmla="*/ 141 w 264"/>
                  <a:gd name="T29" fmla="*/ 82 h 318"/>
                  <a:gd name="T30" fmla="*/ 113 w 264"/>
                  <a:gd name="T31" fmla="*/ 100 h 318"/>
                  <a:gd name="T32" fmla="*/ 96 w 264"/>
                  <a:gd name="T33" fmla="*/ 114 h 318"/>
                  <a:gd name="T34" fmla="*/ 105 w 264"/>
                  <a:gd name="T35" fmla="*/ 48 h 318"/>
                  <a:gd name="T36" fmla="*/ 116 w 264"/>
                  <a:gd name="T37" fmla="*/ 67 h 318"/>
                  <a:gd name="T38" fmla="*/ 126 w 264"/>
                  <a:gd name="T39" fmla="*/ 3 h 318"/>
                  <a:gd name="T40" fmla="*/ 131 w 264"/>
                  <a:gd name="T41" fmla="*/ 0 h 318"/>
                  <a:gd name="T42" fmla="*/ 143 w 264"/>
                  <a:gd name="T43" fmla="*/ 73 h 318"/>
                  <a:gd name="T44" fmla="*/ 162 w 264"/>
                  <a:gd name="T45" fmla="*/ 41 h 318"/>
                  <a:gd name="T46" fmla="*/ 184 w 264"/>
                  <a:gd name="T47" fmla="*/ 63 h 318"/>
                  <a:gd name="T48" fmla="*/ 207 w 264"/>
                  <a:gd name="T49" fmla="*/ 88 h 318"/>
                  <a:gd name="T50" fmla="*/ 188 w 264"/>
                  <a:gd name="T51" fmla="*/ 95 h 318"/>
                  <a:gd name="T52" fmla="*/ 253 w 264"/>
                  <a:gd name="T53" fmla="*/ 154 h 318"/>
                  <a:gd name="T54" fmla="*/ 181 w 264"/>
                  <a:gd name="T55" fmla="*/ 165 h 318"/>
                  <a:gd name="T56" fmla="*/ 164 w 264"/>
                  <a:gd name="T57" fmla="*/ 196 h 318"/>
                  <a:gd name="T58" fmla="*/ 143 w 264"/>
                  <a:gd name="T59" fmla="*/ 198 h 318"/>
                  <a:gd name="T60" fmla="*/ 159 w 264"/>
                  <a:gd name="T61" fmla="*/ 248 h 318"/>
                  <a:gd name="T62" fmla="*/ 124 w 264"/>
                  <a:gd name="T63" fmla="*/ 238 h 318"/>
                  <a:gd name="T64" fmla="*/ 121 w 264"/>
                  <a:gd name="T65" fmla="*/ 212 h 318"/>
                  <a:gd name="T66" fmla="*/ 50 w 264"/>
                  <a:gd name="T67" fmla="*/ 318 h 318"/>
                  <a:gd name="T68" fmla="*/ 158 w 264"/>
                  <a:gd name="T69" fmla="*/ 127 h 318"/>
                  <a:gd name="T70" fmla="*/ 173 w 264"/>
                  <a:gd name="T71" fmla="*/ 116 h 318"/>
                  <a:gd name="T72" fmla="*/ 158 w 264"/>
                  <a:gd name="T73" fmla="*/ 127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318">
                    <a:moveTo>
                      <a:pt x="42" y="316"/>
                    </a:moveTo>
                    <a:cubicBezTo>
                      <a:pt x="41" y="304"/>
                      <a:pt x="27" y="292"/>
                      <a:pt x="28" y="281"/>
                    </a:cubicBezTo>
                    <a:cubicBezTo>
                      <a:pt x="23" y="275"/>
                      <a:pt x="20" y="263"/>
                      <a:pt x="16" y="258"/>
                    </a:cubicBezTo>
                    <a:cubicBezTo>
                      <a:pt x="17" y="258"/>
                      <a:pt x="18" y="257"/>
                      <a:pt x="19" y="256"/>
                    </a:cubicBezTo>
                    <a:cubicBezTo>
                      <a:pt x="25" y="262"/>
                      <a:pt x="30" y="267"/>
                      <a:pt x="36" y="273"/>
                    </a:cubicBezTo>
                    <a:cubicBezTo>
                      <a:pt x="39" y="272"/>
                      <a:pt x="44" y="282"/>
                      <a:pt x="52" y="278"/>
                    </a:cubicBezTo>
                    <a:cubicBezTo>
                      <a:pt x="56" y="273"/>
                      <a:pt x="59" y="268"/>
                      <a:pt x="63" y="263"/>
                    </a:cubicBezTo>
                    <a:cubicBezTo>
                      <a:pt x="64" y="262"/>
                      <a:pt x="64" y="263"/>
                      <a:pt x="65" y="263"/>
                    </a:cubicBezTo>
                    <a:cubicBezTo>
                      <a:pt x="65" y="262"/>
                      <a:pt x="65" y="261"/>
                      <a:pt x="65" y="261"/>
                    </a:cubicBezTo>
                    <a:cubicBezTo>
                      <a:pt x="74" y="246"/>
                      <a:pt x="94" y="221"/>
                      <a:pt x="98" y="206"/>
                    </a:cubicBezTo>
                    <a:cubicBezTo>
                      <a:pt x="90" y="197"/>
                      <a:pt x="51" y="201"/>
                      <a:pt x="45" y="206"/>
                    </a:cubicBezTo>
                    <a:cubicBezTo>
                      <a:pt x="45" y="205"/>
                      <a:pt x="44" y="205"/>
                      <a:pt x="43" y="204"/>
                    </a:cubicBezTo>
                    <a:cubicBezTo>
                      <a:pt x="28" y="208"/>
                      <a:pt x="28" y="208"/>
                      <a:pt x="22" y="208"/>
                    </a:cubicBezTo>
                    <a:cubicBezTo>
                      <a:pt x="7" y="201"/>
                      <a:pt x="0" y="168"/>
                      <a:pt x="5" y="157"/>
                    </a:cubicBezTo>
                    <a:cubicBezTo>
                      <a:pt x="8" y="156"/>
                      <a:pt x="8" y="156"/>
                      <a:pt x="23" y="165"/>
                    </a:cubicBezTo>
                    <a:cubicBezTo>
                      <a:pt x="35" y="168"/>
                      <a:pt x="64" y="172"/>
                      <a:pt x="76" y="181"/>
                    </a:cubicBezTo>
                    <a:cubicBezTo>
                      <a:pt x="79" y="177"/>
                      <a:pt x="111" y="191"/>
                      <a:pt x="120" y="189"/>
                    </a:cubicBezTo>
                    <a:cubicBezTo>
                      <a:pt x="129" y="184"/>
                      <a:pt x="142" y="178"/>
                      <a:pt x="147" y="171"/>
                    </a:cubicBezTo>
                    <a:cubicBezTo>
                      <a:pt x="146" y="163"/>
                      <a:pt x="134" y="162"/>
                      <a:pt x="131" y="160"/>
                    </a:cubicBezTo>
                    <a:cubicBezTo>
                      <a:pt x="131" y="161"/>
                      <a:pt x="130" y="162"/>
                      <a:pt x="130" y="162"/>
                    </a:cubicBezTo>
                    <a:cubicBezTo>
                      <a:pt x="117" y="155"/>
                      <a:pt x="89" y="159"/>
                      <a:pt x="86" y="136"/>
                    </a:cubicBezTo>
                    <a:cubicBezTo>
                      <a:pt x="87" y="135"/>
                      <a:pt x="88" y="133"/>
                      <a:pt x="89" y="132"/>
                    </a:cubicBezTo>
                    <a:cubicBezTo>
                      <a:pt x="138" y="150"/>
                      <a:pt x="143" y="151"/>
                      <a:pt x="162" y="158"/>
                    </a:cubicBezTo>
                    <a:cubicBezTo>
                      <a:pt x="181" y="156"/>
                      <a:pt x="208" y="145"/>
                      <a:pt x="221" y="130"/>
                    </a:cubicBezTo>
                    <a:cubicBezTo>
                      <a:pt x="220" y="117"/>
                      <a:pt x="192" y="104"/>
                      <a:pt x="186" y="112"/>
                    </a:cubicBezTo>
                    <a:cubicBezTo>
                      <a:pt x="187" y="128"/>
                      <a:pt x="178" y="137"/>
                      <a:pt x="169" y="147"/>
                    </a:cubicBezTo>
                    <a:cubicBezTo>
                      <a:pt x="150" y="149"/>
                      <a:pt x="144" y="140"/>
                      <a:pt x="137" y="120"/>
                    </a:cubicBezTo>
                    <a:cubicBezTo>
                      <a:pt x="141" y="113"/>
                      <a:pt x="146" y="106"/>
                      <a:pt x="151" y="99"/>
                    </a:cubicBezTo>
                    <a:cubicBezTo>
                      <a:pt x="163" y="93"/>
                      <a:pt x="163" y="93"/>
                      <a:pt x="164" y="90"/>
                    </a:cubicBezTo>
                    <a:cubicBezTo>
                      <a:pt x="157" y="80"/>
                      <a:pt x="149" y="83"/>
                      <a:pt x="141" y="82"/>
                    </a:cubicBezTo>
                    <a:cubicBezTo>
                      <a:pt x="133" y="90"/>
                      <a:pt x="134" y="109"/>
                      <a:pt x="124" y="123"/>
                    </a:cubicBezTo>
                    <a:cubicBezTo>
                      <a:pt x="113" y="127"/>
                      <a:pt x="111" y="106"/>
                      <a:pt x="113" y="100"/>
                    </a:cubicBezTo>
                    <a:cubicBezTo>
                      <a:pt x="112" y="98"/>
                      <a:pt x="110" y="97"/>
                      <a:pt x="109" y="95"/>
                    </a:cubicBezTo>
                    <a:cubicBezTo>
                      <a:pt x="105" y="101"/>
                      <a:pt x="102" y="108"/>
                      <a:pt x="96" y="114"/>
                    </a:cubicBezTo>
                    <a:cubicBezTo>
                      <a:pt x="93" y="110"/>
                      <a:pt x="92" y="107"/>
                      <a:pt x="92" y="104"/>
                    </a:cubicBezTo>
                    <a:cubicBezTo>
                      <a:pt x="96" y="85"/>
                      <a:pt x="101" y="66"/>
                      <a:pt x="105" y="48"/>
                    </a:cubicBezTo>
                    <a:cubicBezTo>
                      <a:pt x="102" y="38"/>
                      <a:pt x="104" y="33"/>
                      <a:pt x="107" y="28"/>
                    </a:cubicBezTo>
                    <a:cubicBezTo>
                      <a:pt x="115" y="37"/>
                      <a:pt x="118" y="50"/>
                      <a:pt x="116" y="67"/>
                    </a:cubicBezTo>
                    <a:cubicBezTo>
                      <a:pt x="117" y="68"/>
                      <a:pt x="118" y="70"/>
                      <a:pt x="119" y="71"/>
                    </a:cubicBezTo>
                    <a:cubicBezTo>
                      <a:pt x="129" y="50"/>
                      <a:pt x="128" y="23"/>
                      <a:pt x="126" y="3"/>
                    </a:cubicBezTo>
                    <a:cubicBezTo>
                      <a:pt x="126" y="2"/>
                      <a:pt x="127" y="1"/>
                      <a:pt x="128" y="0"/>
                    </a:cubicBezTo>
                    <a:cubicBezTo>
                      <a:pt x="129" y="0"/>
                      <a:pt x="130" y="0"/>
                      <a:pt x="131" y="0"/>
                    </a:cubicBezTo>
                    <a:cubicBezTo>
                      <a:pt x="140" y="10"/>
                      <a:pt x="143" y="37"/>
                      <a:pt x="140" y="57"/>
                    </a:cubicBezTo>
                    <a:cubicBezTo>
                      <a:pt x="140" y="65"/>
                      <a:pt x="137" y="64"/>
                      <a:pt x="143" y="73"/>
                    </a:cubicBezTo>
                    <a:cubicBezTo>
                      <a:pt x="150" y="75"/>
                      <a:pt x="156" y="75"/>
                      <a:pt x="161" y="68"/>
                    </a:cubicBezTo>
                    <a:cubicBezTo>
                      <a:pt x="161" y="55"/>
                      <a:pt x="156" y="49"/>
                      <a:pt x="162" y="41"/>
                    </a:cubicBezTo>
                    <a:cubicBezTo>
                      <a:pt x="166" y="45"/>
                      <a:pt x="169" y="49"/>
                      <a:pt x="173" y="53"/>
                    </a:cubicBezTo>
                    <a:cubicBezTo>
                      <a:pt x="173" y="57"/>
                      <a:pt x="180" y="63"/>
                      <a:pt x="184" y="63"/>
                    </a:cubicBezTo>
                    <a:cubicBezTo>
                      <a:pt x="193" y="57"/>
                      <a:pt x="196" y="52"/>
                      <a:pt x="204" y="49"/>
                    </a:cubicBezTo>
                    <a:cubicBezTo>
                      <a:pt x="210" y="59"/>
                      <a:pt x="216" y="74"/>
                      <a:pt x="207" y="88"/>
                    </a:cubicBezTo>
                    <a:cubicBezTo>
                      <a:pt x="200" y="90"/>
                      <a:pt x="192" y="90"/>
                      <a:pt x="189" y="91"/>
                    </a:cubicBezTo>
                    <a:cubicBezTo>
                      <a:pt x="189" y="92"/>
                      <a:pt x="189" y="94"/>
                      <a:pt x="188" y="95"/>
                    </a:cubicBezTo>
                    <a:cubicBezTo>
                      <a:pt x="192" y="99"/>
                      <a:pt x="195" y="98"/>
                      <a:pt x="199" y="97"/>
                    </a:cubicBezTo>
                    <a:cubicBezTo>
                      <a:pt x="221" y="104"/>
                      <a:pt x="264" y="104"/>
                      <a:pt x="253" y="154"/>
                    </a:cubicBezTo>
                    <a:cubicBezTo>
                      <a:pt x="249" y="162"/>
                      <a:pt x="249" y="169"/>
                      <a:pt x="238" y="171"/>
                    </a:cubicBezTo>
                    <a:cubicBezTo>
                      <a:pt x="221" y="166"/>
                      <a:pt x="197" y="154"/>
                      <a:pt x="181" y="165"/>
                    </a:cubicBezTo>
                    <a:cubicBezTo>
                      <a:pt x="181" y="176"/>
                      <a:pt x="191" y="196"/>
                      <a:pt x="175" y="198"/>
                    </a:cubicBezTo>
                    <a:cubicBezTo>
                      <a:pt x="171" y="197"/>
                      <a:pt x="168" y="196"/>
                      <a:pt x="164" y="196"/>
                    </a:cubicBezTo>
                    <a:cubicBezTo>
                      <a:pt x="163" y="197"/>
                      <a:pt x="163" y="198"/>
                      <a:pt x="162" y="198"/>
                    </a:cubicBezTo>
                    <a:cubicBezTo>
                      <a:pt x="157" y="193"/>
                      <a:pt x="149" y="195"/>
                      <a:pt x="143" y="198"/>
                    </a:cubicBezTo>
                    <a:cubicBezTo>
                      <a:pt x="143" y="199"/>
                      <a:pt x="143" y="201"/>
                      <a:pt x="143" y="202"/>
                    </a:cubicBezTo>
                    <a:cubicBezTo>
                      <a:pt x="153" y="211"/>
                      <a:pt x="168" y="230"/>
                      <a:pt x="159" y="248"/>
                    </a:cubicBezTo>
                    <a:cubicBezTo>
                      <a:pt x="149" y="248"/>
                      <a:pt x="142" y="244"/>
                      <a:pt x="133" y="240"/>
                    </a:cubicBezTo>
                    <a:cubicBezTo>
                      <a:pt x="130" y="242"/>
                      <a:pt x="125" y="240"/>
                      <a:pt x="124" y="238"/>
                    </a:cubicBezTo>
                    <a:cubicBezTo>
                      <a:pt x="129" y="231"/>
                      <a:pt x="132" y="223"/>
                      <a:pt x="134" y="218"/>
                    </a:cubicBezTo>
                    <a:cubicBezTo>
                      <a:pt x="127" y="211"/>
                      <a:pt x="127" y="212"/>
                      <a:pt x="121" y="212"/>
                    </a:cubicBezTo>
                    <a:cubicBezTo>
                      <a:pt x="109" y="231"/>
                      <a:pt x="97" y="250"/>
                      <a:pt x="84" y="269"/>
                    </a:cubicBezTo>
                    <a:cubicBezTo>
                      <a:pt x="78" y="281"/>
                      <a:pt x="64" y="314"/>
                      <a:pt x="50" y="318"/>
                    </a:cubicBezTo>
                    <a:cubicBezTo>
                      <a:pt x="44" y="315"/>
                      <a:pt x="44" y="315"/>
                      <a:pt x="42" y="316"/>
                    </a:cubicBezTo>
                    <a:close/>
                    <a:moveTo>
                      <a:pt x="158" y="127"/>
                    </a:moveTo>
                    <a:cubicBezTo>
                      <a:pt x="164" y="133"/>
                      <a:pt x="164" y="133"/>
                      <a:pt x="165" y="133"/>
                    </a:cubicBezTo>
                    <a:cubicBezTo>
                      <a:pt x="169" y="126"/>
                      <a:pt x="171" y="120"/>
                      <a:pt x="173" y="116"/>
                    </a:cubicBezTo>
                    <a:cubicBezTo>
                      <a:pt x="164" y="104"/>
                      <a:pt x="164" y="108"/>
                      <a:pt x="156" y="119"/>
                    </a:cubicBezTo>
                    <a:cubicBezTo>
                      <a:pt x="157" y="122"/>
                      <a:pt x="157" y="124"/>
                      <a:pt x="158" y="127"/>
                    </a:cubicBezTo>
                    <a:close/>
                  </a:path>
                </a:pathLst>
              </a:custGeom>
              <a:solidFill>
                <a:srgbClr val="E60012"/>
              </a:solidFill>
              <a:ln>
                <a:noFill/>
              </a:ln>
            </p:spPr>
            <p:txBody>
              <a:bodyPr anchor="ctr"/>
              <a:lstStyle/>
              <a:p>
                <a:pPr algn="ctr"/>
                <a:endParaRPr/>
              </a:p>
            </p:txBody>
          </p:sp>
          <p:sp>
            <p:nvSpPr>
              <p:cNvPr id="73" name="íṧļide">
                <a:extLst>
                  <a:ext uri="{FF2B5EF4-FFF2-40B4-BE49-F238E27FC236}">
                    <a16:creationId xmlns:a16="http://schemas.microsoft.com/office/drawing/2014/main" id="{AE656C30-9641-4271-B496-C46C6F95199B}"/>
                  </a:ext>
                </a:extLst>
              </p:cNvPr>
              <p:cNvSpPr/>
              <p:nvPr/>
            </p:nvSpPr>
            <p:spPr bwMode="auto">
              <a:xfrm>
                <a:off x="2887663" y="2605088"/>
                <a:ext cx="152400" cy="233363"/>
              </a:xfrm>
              <a:custGeom>
                <a:avLst/>
                <a:gdLst>
                  <a:gd name="T0" fmla="*/ 148 w 194"/>
                  <a:gd name="T1" fmla="*/ 226 h 299"/>
                  <a:gd name="T2" fmla="*/ 145 w 194"/>
                  <a:gd name="T3" fmla="*/ 175 h 299"/>
                  <a:gd name="T4" fmla="*/ 127 w 194"/>
                  <a:gd name="T5" fmla="*/ 196 h 299"/>
                  <a:gd name="T6" fmla="*/ 116 w 194"/>
                  <a:gd name="T7" fmla="*/ 175 h 299"/>
                  <a:gd name="T8" fmla="*/ 87 w 194"/>
                  <a:gd name="T9" fmla="*/ 56 h 299"/>
                  <a:gd name="T10" fmla="*/ 116 w 194"/>
                  <a:gd name="T11" fmla="*/ 122 h 299"/>
                  <a:gd name="T12" fmla="*/ 126 w 194"/>
                  <a:gd name="T13" fmla="*/ 164 h 299"/>
                  <a:gd name="T14" fmla="*/ 129 w 194"/>
                  <a:gd name="T15" fmla="*/ 43 h 299"/>
                  <a:gd name="T16" fmla="*/ 157 w 194"/>
                  <a:gd name="T17" fmla="*/ 43 h 299"/>
                  <a:gd name="T18" fmla="*/ 170 w 194"/>
                  <a:gd name="T19" fmla="*/ 77 h 299"/>
                  <a:gd name="T20" fmla="*/ 177 w 194"/>
                  <a:gd name="T21" fmla="*/ 95 h 299"/>
                  <a:gd name="T22" fmla="*/ 173 w 194"/>
                  <a:gd name="T23" fmla="*/ 274 h 299"/>
                  <a:gd name="T24" fmla="*/ 78 w 194"/>
                  <a:gd name="T25" fmla="*/ 242 h 299"/>
                  <a:gd name="T26" fmla="*/ 80 w 194"/>
                  <a:gd name="T27" fmla="*/ 196 h 299"/>
                  <a:gd name="T28" fmla="*/ 96 w 194"/>
                  <a:gd name="T29" fmla="*/ 156 h 299"/>
                  <a:gd name="T30" fmla="*/ 78 w 194"/>
                  <a:gd name="T31" fmla="*/ 164 h 299"/>
                  <a:gd name="T32" fmla="*/ 85 w 194"/>
                  <a:gd name="T33" fmla="*/ 100 h 299"/>
                  <a:gd name="T34" fmla="*/ 58 w 194"/>
                  <a:gd name="T35" fmla="*/ 90 h 299"/>
                  <a:gd name="T36" fmla="*/ 3 w 194"/>
                  <a:gd name="T37" fmla="*/ 174 h 299"/>
                  <a:gd name="T38" fmla="*/ 25 w 194"/>
                  <a:gd name="T39" fmla="*/ 185 h 299"/>
                  <a:gd name="T40" fmla="*/ 62 w 194"/>
                  <a:gd name="T41" fmla="*/ 197 h 299"/>
                  <a:gd name="T42" fmla="*/ 54 w 194"/>
                  <a:gd name="T43" fmla="*/ 185 h 299"/>
                  <a:gd name="T44" fmla="*/ 37 w 194"/>
                  <a:gd name="T45" fmla="*/ 216 h 299"/>
                  <a:gd name="T46" fmla="*/ 48 w 194"/>
                  <a:gd name="T47" fmla="*/ 245 h 299"/>
                  <a:gd name="T48" fmla="*/ 68 w 194"/>
                  <a:gd name="T49" fmla="*/ 238 h 299"/>
                  <a:gd name="T50" fmla="*/ 17 w 194"/>
                  <a:gd name="T51" fmla="*/ 96 h 299"/>
                  <a:gd name="T52" fmla="*/ 61 w 194"/>
                  <a:gd name="T53" fmla="*/ 59 h 299"/>
                  <a:gd name="T54" fmla="*/ 79 w 194"/>
                  <a:gd name="T55" fmla="*/ 14 h 299"/>
                  <a:gd name="T56" fmla="*/ 31 w 194"/>
                  <a:gd name="T57" fmla="*/ 70 h 299"/>
                  <a:gd name="T58" fmla="*/ 24 w 194"/>
                  <a:gd name="T59" fmla="*/ 84 h 299"/>
                  <a:gd name="T60" fmla="*/ 21 w 194"/>
                  <a:gd name="T61" fmla="*/ 90 h 299"/>
                  <a:gd name="T62" fmla="*/ 20 w 194"/>
                  <a:gd name="T63" fmla="*/ 93 h 299"/>
                  <a:gd name="T64" fmla="*/ 17 w 194"/>
                  <a:gd name="T65" fmla="*/ 9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4" h="299">
                    <a:moveTo>
                      <a:pt x="161" y="299"/>
                    </a:moveTo>
                    <a:cubicBezTo>
                      <a:pt x="152" y="275"/>
                      <a:pt x="152" y="251"/>
                      <a:pt x="148" y="226"/>
                    </a:cubicBezTo>
                    <a:cubicBezTo>
                      <a:pt x="149" y="225"/>
                      <a:pt x="150" y="225"/>
                      <a:pt x="151" y="225"/>
                    </a:cubicBezTo>
                    <a:cubicBezTo>
                      <a:pt x="149" y="208"/>
                      <a:pt x="147" y="192"/>
                      <a:pt x="145" y="175"/>
                    </a:cubicBezTo>
                    <a:cubicBezTo>
                      <a:pt x="144" y="175"/>
                      <a:pt x="143" y="175"/>
                      <a:pt x="143" y="175"/>
                    </a:cubicBezTo>
                    <a:cubicBezTo>
                      <a:pt x="137" y="180"/>
                      <a:pt x="132" y="190"/>
                      <a:pt x="127" y="196"/>
                    </a:cubicBezTo>
                    <a:cubicBezTo>
                      <a:pt x="122" y="197"/>
                      <a:pt x="118" y="198"/>
                      <a:pt x="115" y="199"/>
                    </a:cubicBezTo>
                    <a:cubicBezTo>
                      <a:pt x="110" y="194"/>
                      <a:pt x="115" y="178"/>
                      <a:pt x="116" y="175"/>
                    </a:cubicBezTo>
                    <a:cubicBezTo>
                      <a:pt x="117" y="148"/>
                      <a:pt x="106" y="130"/>
                      <a:pt x="108" y="106"/>
                    </a:cubicBezTo>
                    <a:cubicBezTo>
                      <a:pt x="105" y="83"/>
                      <a:pt x="85" y="80"/>
                      <a:pt x="87" y="56"/>
                    </a:cubicBezTo>
                    <a:cubicBezTo>
                      <a:pt x="96" y="50"/>
                      <a:pt x="102" y="60"/>
                      <a:pt x="112" y="69"/>
                    </a:cubicBezTo>
                    <a:cubicBezTo>
                      <a:pt x="118" y="85"/>
                      <a:pt x="114" y="104"/>
                      <a:pt x="116" y="122"/>
                    </a:cubicBezTo>
                    <a:cubicBezTo>
                      <a:pt x="121" y="129"/>
                      <a:pt x="127" y="138"/>
                      <a:pt x="128" y="153"/>
                    </a:cubicBezTo>
                    <a:cubicBezTo>
                      <a:pt x="126" y="158"/>
                      <a:pt x="126" y="158"/>
                      <a:pt x="126" y="164"/>
                    </a:cubicBezTo>
                    <a:cubicBezTo>
                      <a:pt x="132" y="163"/>
                      <a:pt x="137" y="154"/>
                      <a:pt x="141" y="148"/>
                    </a:cubicBezTo>
                    <a:cubicBezTo>
                      <a:pt x="138" y="112"/>
                      <a:pt x="134" y="75"/>
                      <a:pt x="129" y="43"/>
                    </a:cubicBezTo>
                    <a:cubicBezTo>
                      <a:pt x="123" y="40"/>
                      <a:pt x="122" y="15"/>
                      <a:pt x="125" y="11"/>
                    </a:cubicBezTo>
                    <a:cubicBezTo>
                      <a:pt x="146" y="7"/>
                      <a:pt x="151" y="16"/>
                      <a:pt x="157" y="43"/>
                    </a:cubicBezTo>
                    <a:cubicBezTo>
                      <a:pt x="157" y="60"/>
                      <a:pt x="152" y="101"/>
                      <a:pt x="159" y="114"/>
                    </a:cubicBezTo>
                    <a:cubicBezTo>
                      <a:pt x="166" y="113"/>
                      <a:pt x="169" y="84"/>
                      <a:pt x="170" y="77"/>
                    </a:cubicBezTo>
                    <a:cubicBezTo>
                      <a:pt x="170" y="77"/>
                      <a:pt x="171" y="77"/>
                      <a:pt x="172" y="77"/>
                    </a:cubicBezTo>
                    <a:cubicBezTo>
                      <a:pt x="173" y="87"/>
                      <a:pt x="174" y="86"/>
                      <a:pt x="177" y="95"/>
                    </a:cubicBezTo>
                    <a:cubicBezTo>
                      <a:pt x="194" y="102"/>
                      <a:pt x="170" y="135"/>
                      <a:pt x="164" y="142"/>
                    </a:cubicBezTo>
                    <a:cubicBezTo>
                      <a:pt x="162" y="183"/>
                      <a:pt x="172" y="229"/>
                      <a:pt x="173" y="274"/>
                    </a:cubicBezTo>
                    <a:cubicBezTo>
                      <a:pt x="172" y="286"/>
                      <a:pt x="169" y="295"/>
                      <a:pt x="161" y="299"/>
                    </a:cubicBezTo>
                    <a:close/>
                    <a:moveTo>
                      <a:pt x="78" y="242"/>
                    </a:moveTo>
                    <a:cubicBezTo>
                      <a:pt x="81" y="240"/>
                      <a:pt x="83" y="238"/>
                      <a:pt x="86" y="236"/>
                    </a:cubicBezTo>
                    <a:cubicBezTo>
                      <a:pt x="84" y="222"/>
                      <a:pt x="82" y="209"/>
                      <a:pt x="80" y="196"/>
                    </a:cubicBezTo>
                    <a:cubicBezTo>
                      <a:pt x="82" y="182"/>
                      <a:pt x="90" y="168"/>
                      <a:pt x="94" y="156"/>
                    </a:cubicBezTo>
                    <a:cubicBezTo>
                      <a:pt x="95" y="156"/>
                      <a:pt x="96" y="156"/>
                      <a:pt x="96" y="156"/>
                    </a:cubicBezTo>
                    <a:cubicBezTo>
                      <a:pt x="96" y="147"/>
                      <a:pt x="101" y="138"/>
                      <a:pt x="100" y="129"/>
                    </a:cubicBezTo>
                    <a:cubicBezTo>
                      <a:pt x="93" y="133"/>
                      <a:pt x="86" y="164"/>
                      <a:pt x="78" y="164"/>
                    </a:cubicBezTo>
                    <a:cubicBezTo>
                      <a:pt x="75" y="138"/>
                      <a:pt x="79" y="129"/>
                      <a:pt x="85" y="107"/>
                    </a:cubicBezTo>
                    <a:cubicBezTo>
                      <a:pt x="85" y="105"/>
                      <a:pt x="85" y="103"/>
                      <a:pt x="85" y="100"/>
                    </a:cubicBezTo>
                    <a:cubicBezTo>
                      <a:pt x="74" y="90"/>
                      <a:pt x="75" y="82"/>
                      <a:pt x="61" y="85"/>
                    </a:cubicBezTo>
                    <a:cubicBezTo>
                      <a:pt x="60" y="87"/>
                      <a:pt x="59" y="89"/>
                      <a:pt x="58" y="90"/>
                    </a:cubicBezTo>
                    <a:cubicBezTo>
                      <a:pt x="57" y="120"/>
                      <a:pt x="39" y="129"/>
                      <a:pt x="26" y="149"/>
                    </a:cubicBezTo>
                    <a:cubicBezTo>
                      <a:pt x="23" y="153"/>
                      <a:pt x="5" y="169"/>
                      <a:pt x="3" y="174"/>
                    </a:cubicBezTo>
                    <a:cubicBezTo>
                      <a:pt x="2" y="175"/>
                      <a:pt x="1" y="175"/>
                      <a:pt x="0" y="175"/>
                    </a:cubicBezTo>
                    <a:cubicBezTo>
                      <a:pt x="2" y="185"/>
                      <a:pt x="14" y="187"/>
                      <a:pt x="25" y="185"/>
                    </a:cubicBezTo>
                    <a:cubicBezTo>
                      <a:pt x="36" y="172"/>
                      <a:pt x="44" y="151"/>
                      <a:pt x="56" y="137"/>
                    </a:cubicBezTo>
                    <a:cubicBezTo>
                      <a:pt x="59" y="155"/>
                      <a:pt x="60" y="176"/>
                      <a:pt x="62" y="197"/>
                    </a:cubicBezTo>
                    <a:cubicBezTo>
                      <a:pt x="60" y="199"/>
                      <a:pt x="58" y="200"/>
                      <a:pt x="56" y="201"/>
                    </a:cubicBezTo>
                    <a:cubicBezTo>
                      <a:pt x="55" y="196"/>
                      <a:pt x="54" y="191"/>
                      <a:pt x="54" y="185"/>
                    </a:cubicBezTo>
                    <a:cubicBezTo>
                      <a:pt x="52" y="185"/>
                      <a:pt x="51" y="185"/>
                      <a:pt x="50" y="186"/>
                    </a:cubicBezTo>
                    <a:cubicBezTo>
                      <a:pt x="45" y="196"/>
                      <a:pt x="41" y="206"/>
                      <a:pt x="37" y="216"/>
                    </a:cubicBezTo>
                    <a:cubicBezTo>
                      <a:pt x="37" y="223"/>
                      <a:pt x="37" y="240"/>
                      <a:pt x="43" y="247"/>
                    </a:cubicBezTo>
                    <a:cubicBezTo>
                      <a:pt x="44" y="246"/>
                      <a:pt x="46" y="245"/>
                      <a:pt x="48" y="245"/>
                    </a:cubicBezTo>
                    <a:cubicBezTo>
                      <a:pt x="54" y="239"/>
                      <a:pt x="57" y="221"/>
                      <a:pt x="65" y="223"/>
                    </a:cubicBezTo>
                    <a:cubicBezTo>
                      <a:pt x="66" y="228"/>
                      <a:pt x="67" y="233"/>
                      <a:pt x="68" y="238"/>
                    </a:cubicBezTo>
                    <a:cubicBezTo>
                      <a:pt x="72" y="239"/>
                      <a:pt x="75" y="241"/>
                      <a:pt x="78" y="242"/>
                    </a:cubicBezTo>
                    <a:close/>
                    <a:moveTo>
                      <a:pt x="17" y="96"/>
                    </a:moveTo>
                    <a:cubicBezTo>
                      <a:pt x="20" y="95"/>
                      <a:pt x="31" y="90"/>
                      <a:pt x="32" y="85"/>
                    </a:cubicBezTo>
                    <a:cubicBezTo>
                      <a:pt x="42" y="76"/>
                      <a:pt x="51" y="67"/>
                      <a:pt x="61" y="59"/>
                    </a:cubicBezTo>
                    <a:cubicBezTo>
                      <a:pt x="79" y="52"/>
                      <a:pt x="79" y="51"/>
                      <a:pt x="83" y="49"/>
                    </a:cubicBezTo>
                    <a:cubicBezTo>
                      <a:pt x="87" y="35"/>
                      <a:pt x="84" y="23"/>
                      <a:pt x="79" y="14"/>
                    </a:cubicBezTo>
                    <a:cubicBezTo>
                      <a:pt x="71" y="12"/>
                      <a:pt x="68" y="0"/>
                      <a:pt x="68" y="19"/>
                    </a:cubicBezTo>
                    <a:cubicBezTo>
                      <a:pt x="55" y="34"/>
                      <a:pt x="42" y="52"/>
                      <a:pt x="31" y="70"/>
                    </a:cubicBezTo>
                    <a:cubicBezTo>
                      <a:pt x="30" y="74"/>
                      <a:pt x="27" y="78"/>
                      <a:pt x="24" y="82"/>
                    </a:cubicBezTo>
                    <a:cubicBezTo>
                      <a:pt x="24" y="82"/>
                      <a:pt x="24" y="83"/>
                      <a:pt x="24" y="84"/>
                    </a:cubicBezTo>
                    <a:cubicBezTo>
                      <a:pt x="23" y="84"/>
                      <a:pt x="23" y="84"/>
                      <a:pt x="22" y="84"/>
                    </a:cubicBezTo>
                    <a:cubicBezTo>
                      <a:pt x="22" y="86"/>
                      <a:pt x="21" y="88"/>
                      <a:pt x="21" y="90"/>
                    </a:cubicBezTo>
                    <a:cubicBezTo>
                      <a:pt x="20" y="91"/>
                      <a:pt x="20" y="91"/>
                      <a:pt x="19" y="91"/>
                    </a:cubicBezTo>
                    <a:cubicBezTo>
                      <a:pt x="19" y="91"/>
                      <a:pt x="19" y="92"/>
                      <a:pt x="20" y="93"/>
                    </a:cubicBezTo>
                    <a:cubicBezTo>
                      <a:pt x="19" y="93"/>
                      <a:pt x="18" y="93"/>
                      <a:pt x="17" y="93"/>
                    </a:cubicBezTo>
                    <a:cubicBezTo>
                      <a:pt x="17" y="94"/>
                      <a:pt x="17" y="95"/>
                      <a:pt x="17" y="96"/>
                    </a:cubicBezTo>
                    <a:close/>
                  </a:path>
                </a:pathLst>
              </a:custGeom>
              <a:solidFill>
                <a:srgbClr val="E60012"/>
              </a:solidFill>
              <a:ln>
                <a:noFill/>
              </a:ln>
            </p:spPr>
            <p:txBody>
              <a:bodyPr anchor="ctr"/>
              <a:lstStyle/>
              <a:p>
                <a:pPr algn="ctr"/>
                <a:endParaRPr/>
              </a:p>
            </p:txBody>
          </p:sp>
          <p:sp>
            <p:nvSpPr>
              <p:cNvPr id="74" name="íṩḻíḓe">
                <a:extLst>
                  <a:ext uri="{FF2B5EF4-FFF2-40B4-BE49-F238E27FC236}">
                    <a16:creationId xmlns:a16="http://schemas.microsoft.com/office/drawing/2014/main" id="{8BAED339-58FD-40F4-95A0-128CA78CF52C}"/>
                  </a:ext>
                </a:extLst>
              </p:cNvPr>
              <p:cNvSpPr/>
              <p:nvPr/>
            </p:nvSpPr>
            <p:spPr bwMode="auto">
              <a:xfrm>
                <a:off x="2519363" y="2747963"/>
                <a:ext cx="141288" cy="239713"/>
              </a:xfrm>
              <a:custGeom>
                <a:avLst/>
                <a:gdLst>
                  <a:gd name="T0" fmla="*/ 160 w 179"/>
                  <a:gd name="T1" fmla="*/ 305 h 307"/>
                  <a:gd name="T2" fmla="*/ 144 w 179"/>
                  <a:gd name="T3" fmla="*/ 283 h 307"/>
                  <a:gd name="T4" fmla="*/ 126 w 179"/>
                  <a:gd name="T5" fmla="*/ 244 h 307"/>
                  <a:gd name="T6" fmla="*/ 122 w 179"/>
                  <a:gd name="T7" fmla="*/ 242 h 307"/>
                  <a:gd name="T8" fmla="*/ 121 w 179"/>
                  <a:gd name="T9" fmla="*/ 235 h 307"/>
                  <a:gd name="T10" fmla="*/ 97 w 179"/>
                  <a:gd name="T11" fmla="*/ 281 h 307"/>
                  <a:gd name="T12" fmla="*/ 72 w 179"/>
                  <a:gd name="T13" fmla="*/ 294 h 307"/>
                  <a:gd name="T14" fmla="*/ 93 w 179"/>
                  <a:gd name="T15" fmla="*/ 185 h 307"/>
                  <a:gd name="T16" fmla="*/ 45 w 179"/>
                  <a:gd name="T17" fmla="*/ 279 h 307"/>
                  <a:gd name="T18" fmla="*/ 34 w 179"/>
                  <a:gd name="T19" fmla="*/ 281 h 307"/>
                  <a:gd name="T20" fmla="*/ 17 w 179"/>
                  <a:gd name="T21" fmla="*/ 275 h 307"/>
                  <a:gd name="T22" fmla="*/ 46 w 179"/>
                  <a:gd name="T23" fmla="*/ 232 h 307"/>
                  <a:gd name="T24" fmla="*/ 74 w 179"/>
                  <a:gd name="T25" fmla="*/ 155 h 307"/>
                  <a:gd name="T26" fmla="*/ 49 w 179"/>
                  <a:gd name="T27" fmla="*/ 197 h 307"/>
                  <a:gd name="T28" fmla="*/ 35 w 179"/>
                  <a:gd name="T29" fmla="*/ 194 h 307"/>
                  <a:gd name="T30" fmla="*/ 19 w 179"/>
                  <a:gd name="T31" fmla="*/ 158 h 307"/>
                  <a:gd name="T32" fmla="*/ 54 w 179"/>
                  <a:gd name="T33" fmla="*/ 153 h 307"/>
                  <a:gd name="T34" fmla="*/ 57 w 179"/>
                  <a:gd name="T35" fmla="*/ 143 h 307"/>
                  <a:gd name="T36" fmla="*/ 53 w 179"/>
                  <a:gd name="T37" fmla="*/ 118 h 307"/>
                  <a:gd name="T38" fmla="*/ 64 w 179"/>
                  <a:gd name="T39" fmla="*/ 90 h 307"/>
                  <a:gd name="T40" fmla="*/ 0 w 179"/>
                  <a:gd name="T41" fmla="*/ 131 h 307"/>
                  <a:gd name="T42" fmla="*/ 24 w 179"/>
                  <a:gd name="T43" fmla="*/ 66 h 307"/>
                  <a:gd name="T44" fmla="*/ 36 w 179"/>
                  <a:gd name="T45" fmla="*/ 43 h 307"/>
                  <a:gd name="T46" fmla="*/ 57 w 179"/>
                  <a:gd name="T47" fmla="*/ 40 h 307"/>
                  <a:gd name="T48" fmla="*/ 93 w 179"/>
                  <a:gd name="T49" fmla="*/ 34 h 307"/>
                  <a:gd name="T50" fmla="*/ 73 w 179"/>
                  <a:gd name="T51" fmla="*/ 107 h 307"/>
                  <a:gd name="T52" fmla="*/ 88 w 179"/>
                  <a:gd name="T53" fmla="*/ 59 h 307"/>
                  <a:gd name="T54" fmla="*/ 119 w 179"/>
                  <a:gd name="T55" fmla="*/ 61 h 307"/>
                  <a:gd name="T56" fmla="*/ 111 w 179"/>
                  <a:gd name="T57" fmla="*/ 115 h 307"/>
                  <a:gd name="T58" fmla="*/ 154 w 179"/>
                  <a:gd name="T59" fmla="*/ 87 h 307"/>
                  <a:gd name="T60" fmla="*/ 155 w 179"/>
                  <a:gd name="T61" fmla="*/ 158 h 307"/>
                  <a:gd name="T62" fmla="*/ 146 w 179"/>
                  <a:gd name="T63" fmla="*/ 228 h 307"/>
                  <a:gd name="T64" fmla="*/ 89 w 179"/>
                  <a:gd name="T65" fmla="*/ 260 h 307"/>
                  <a:gd name="T66" fmla="*/ 105 w 179"/>
                  <a:gd name="T67" fmla="*/ 205 h 307"/>
                  <a:gd name="T68" fmla="*/ 88 w 179"/>
                  <a:gd name="T69" fmla="*/ 252 h 307"/>
                  <a:gd name="T70" fmla="*/ 89 w 179"/>
                  <a:gd name="T71" fmla="*/ 260 h 307"/>
                  <a:gd name="T72" fmla="*/ 133 w 179"/>
                  <a:gd name="T73" fmla="*/ 179 h 307"/>
                  <a:gd name="T74" fmla="*/ 118 w 179"/>
                  <a:gd name="T75" fmla="*/ 173 h 307"/>
                  <a:gd name="T76" fmla="*/ 115 w 179"/>
                  <a:gd name="T77" fmla="*/ 159 h 307"/>
                  <a:gd name="T78" fmla="*/ 106 w 179"/>
                  <a:gd name="T79" fmla="*/ 155 h 307"/>
                  <a:gd name="T80" fmla="*/ 102 w 179"/>
                  <a:gd name="T81" fmla="*/ 143 h 307"/>
                  <a:gd name="T82" fmla="*/ 87 w 179"/>
                  <a:gd name="T83" fmla="*/ 112 h 307"/>
                  <a:gd name="T84" fmla="*/ 74 w 179"/>
                  <a:gd name="T85" fmla="*/ 47 h 307"/>
                  <a:gd name="T86" fmla="*/ 78 w 179"/>
                  <a:gd name="T87" fmla="*/ 36 h 307"/>
                  <a:gd name="T88" fmla="*/ 73 w 179"/>
                  <a:gd name="T89" fmla="*/ 23 h 307"/>
                  <a:gd name="T90" fmla="*/ 71 w 179"/>
                  <a:gd name="T91" fmla="*/ 47 h 307"/>
                  <a:gd name="T92" fmla="*/ 74 w 179"/>
                  <a:gd name="T93" fmla="*/ 47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9" h="307">
                    <a:moveTo>
                      <a:pt x="168" y="307"/>
                    </a:moveTo>
                    <a:cubicBezTo>
                      <a:pt x="165" y="306"/>
                      <a:pt x="165" y="306"/>
                      <a:pt x="160" y="305"/>
                    </a:cubicBezTo>
                    <a:cubicBezTo>
                      <a:pt x="155" y="297"/>
                      <a:pt x="150" y="289"/>
                      <a:pt x="146" y="281"/>
                    </a:cubicBezTo>
                    <a:cubicBezTo>
                      <a:pt x="145" y="282"/>
                      <a:pt x="144" y="282"/>
                      <a:pt x="144" y="283"/>
                    </a:cubicBezTo>
                    <a:cubicBezTo>
                      <a:pt x="138" y="268"/>
                      <a:pt x="133" y="261"/>
                      <a:pt x="127" y="250"/>
                    </a:cubicBezTo>
                    <a:cubicBezTo>
                      <a:pt x="128" y="248"/>
                      <a:pt x="126" y="245"/>
                      <a:pt x="126" y="244"/>
                    </a:cubicBezTo>
                    <a:cubicBezTo>
                      <a:pt x="125" y="245"/>
                      <a:pt x="125" y="245"/>
                      <a:pt x="124" y="246"/>
                    </a:cubicBezTo>
                    <a:cubicBezTo>
                      <a:pt x="123" y="245"/>
                      <a:pt x="123" y="243"/>
                      <a:pt x="122" y="242"/>
                    </a:cubicBezTo>
                    <a:cubicBezTo>
                      <a:pt x="122" y="241"/>
                      <a:pt x="123" y="240"/>
                      <a:pt x="123" y="240"/>
                    </a:cubicBezTo>
                    <a:cubicBezTo>
                      <a:pt x="122" y="238"/>
                      <a:pt x="121" y="237"/>
                      <a:pt x="121" y="235"/>
                    </a:cubicBezTo>
                    <a:cubicBezTo>
                      <a:pt x="110" y="247"/>
                      <a:pt x="103" y="266"/>
                      <a:pt x="95" y="279"/>
                    </a:cubicBezTo>
                    <a:cubicBezTo>
                      <a:pt x="96" y="280"/>
                      <a:pt x="96" y="280"/>
                      <a:pt x="97" y="281"/>
                    </a:cubicBezTo>
                    <a:cubicBezTo>
                      <a:pt x="87" y="292"/>
                      <a:pt x="85" y="298"/>
                      <a:pt x="75" y="300"/>
                    </a:cubicBezTo>
                    <a:cubicBezTo>
                      <a:pt x="74" y="298"/>
                      <a:pt x="73" y="296"/>
                      <a:pt x="72" y="294"/>
                    </a:cubicBezTo>
                    <a:cubicBezTo>
                      <a:pt x="76" y="268"/>
                      <a:pt x="83" y="226"/>
                      <a:pt x="96" y="208"/>
                    </a:cubicBezTo>
                    <a:cubicBezTo>
                      <a:pt x="99" y="196"/>
                      <a:pt x="97" y="193"/>
                      <a:pt x="93" y="185"/>
                    </a:cubicBezTo>
                    <a:cubicBezTo>
                      <a:pt x="81" y="196"/>
                      <a:pt x="77" y="216"/>
                      <a:pt x="69" y="230"/>
                    </a:cubicBezTo>
                    <a:cubicBezTo>
                      <a:pt x="70" y="242"/>
                      <a:pt x="52" y="271"/>
                      <a:pt x="45" y="279"/>
                    </a:cubicBezTo>
                    <a:cubicBezTo>
                      <a:pt x="42" y="280"/>
                      <a:pt x="38" y="281"/>
                      <a:pt x="35" y="282"/>
                    </a:cubicBezTo>
                    <a:cubicBezTo>
                      <a:pt x="35" y="282"/>
                      <a:pt x="34" y="282"/>
                      <a:pt x="34" y="281"/>
                    </a:cubicBezTo>
                    <a:cubicBezTo>
                      <a:pt x="28" y="284"/>
                      <a:pt x="25" y="283"/>
                      <a:pt x="22" y="283"/>
                    </a:cubicBezTo>
                    <a:cubicBezTo>
                      <a:pt x="20" y="280"/>
                      <a:pt x="19" y="278"/>
                      <a:pt x="17" y="275"/>
                    </a:cubicBezTo>
                    <a:cubicBezTo>
                      <a:pt x="41" y="243"/>
                      <a:pt x="42" y="240"/>
                      <a:pt x="47" y="235"/>
                    </a:cubicBezTo>
                    <a:cubicBezTo>
                      <a:pt x="47" y="234"/>
                      <a:pt x="46" y="233"/>
                      <a:pt x="46" y="232"/>
                    </a:cubicBezTo>
                    <a:cubicBezTo>
                      <a:pt x="58" y="223"/>
                      <a:pt x="74" y="191"/>
                      <a:pt x="84" y="175"/>
                    </a:cubicBezTo>
                    <a:cubicBezTo>
                      <a:pt x="76" y="158"/>
                      <a:pt x="76" y="158"/>
                      <a:pt x="74" y="155"/>
                    </a:cubicBezTo>
                    <a:cubicBezTo>
                      <a:pt x="67" y="166"/>
                      <a:pt x="67" y="170"/>
                      <a:pt x="68" y="184"/>
                    </a:cubicBezTo>
                    <a:cubicBezTo>
                      <a:pt x="61" y="203"/>
                      <a:pt x="63" y="200"/>
                      <a:pt x="49" y="197"/>
                    </a:cubicBezTo>
                    <a:cubicBezTo>
                      <a:pt x="48" y="198"/>
                      <a:pt x="47" y="198"/>
                      <a:pt x="46" y="199"/>
                    </a:cubicBezTo>
                    <a:cubicBezTo>
                      <a:pt x="43" y="193"/>
                      <a:pt x="36" y="200"/>
                      <a:pt x="35" y="194"/>
                    </a:cubicBezTo>
                    <a:cubicBezTo>
                      <a:pt x="36" y="191"/>
                      <a:pt x="36" y="191"/>
                      <a:pt x="39" y="187"/>
                    </a:cubicBezTo>
                    <a:cubicBezTo>
                      <a:pt x="36" y="173"/>
                      <a:pt x="22" y="167"/>
                      <a:pt x="19" y="158"/>
                    </a:cubicBezTo>
                    <a:cubicBezTo>
                      <a:pt x="26" y="151"/>
                      <a:pt x="39" y="154"/>
                      <a:pt x="51" y="157"/>
                    </a:cubicBezTo>
                    <a:cubicBezTo>
                      <a:pt x="52" y="156"/>
                      <a:pt x="53" y="154"/>
                      <a:pt x="54" y="153"/>
                    </a:cubicBezTo>
                    <a:cubicBezTo>
                      <a:pt x="54" y="151"/>
                      <a:pt x="54" y="149"/>
                      <a:pt x="54" y="147"/>
                    </a:cubicBezTo>
                    <a:cubicBezTo>
                      <a:pt x="55" y="145"/>
                      <a:pt x="56" y="144"/>
                      <a:pt x="57" y="143"/>
                    </a:cubicBezTo>
                    <a:cubicBezTo>
                      <a:pt x="61" y="145"/>
                      <a:pt x="63" y="145"/>
                      <a:pt x="67" y="142"/>
                    </a:cubicBezTo>
                    <a:cubicBezTo>
                      <a:pt x="62" y="134"/>
                      <a:pt x="58" y="126"/>
                      <a:pt x="53" y="118"/>
                    </a:cubicBezTo>
                    <a:cubicBezTo>
                      <a:pt x="56" y="109"/>
                      <a:pt x="57" y="112"/>
                      <a:pt x="65" y="107"/>
                    </a:cubicBezTo>
                    <a:cubicBezTo>
                      <a:pt x="64" y="101"/>
                      <a:pt x="64" y="96"/>
                      <a:pt x="64" y="90"/>
                    </a:cubicBezTo>
                    <a:cubicBezTo>
                      <a:pt x="57" y="83"/>
                      <a:pt x="31" y="133"/>
                      <a:pt x="29" y="135"/>
                    </a:cubicBezTo>
                    <a:cubicBezTo>
                      <a:pt x="17" y="147"/>
                      <a:pt x="8" y="144"/>
                      <a:pt x="0" y="131"/>
                    </a:cubicBezTo>
                    <a:cubicBezTo>
                      <a:pt x="5" y="118"/>
                      <a:pt x="50" y="88"/>
                      <a:pt x="47" y="79"/>
                    </a:cubicBezTo>
                    <a:cubicBezTo>
                      <a:pt x="37" y="77"/>
                      <a:pt x="30" y="71"/>
                      <a:pt x="24" y="66"/>
                    </a:cubicBezTo>
                    <a:cubicBezTo>
                      <a:pt x="13" y="62"/>
                      <a:pt x="5" y="61"/>
                      <a:pt x="1" y="50"/>
                    </a:cubicBezTo>
                    <a:cubicBezTo>
                      <a:pt x="8" y="41"/>
                      <a:pt x="26" y="35"/>
                      <a:pt x="36" y="43"/>
                    </a:cubicBezTo>
                    <a:cubicBezTo>
                      <a:pt x="49" y="73"/>
                      <a:pt x="49" y="74"/>
                      <a:pt x="50" y="77"/>
                    </a:cubicBezTo>
                    <a:cubicBezTo>
                      <a:pt x="65" y="64"/>
                      <a:pt x="58" y="63"/>
                      <a:pt x="57" y="40"/>
                    </a:cubicBezTo>
                    <a:cubicBezTo>
                      <a:pt x="52" y="28"/>
                      <a:pt x="50" y="5"/>
                      <a:pt x="63" y="2"/>
                    </a:cubicBezTo>
                    <a:cubicBezTo>
                      <a:pt x="77" y="10"/>
                      <a:pt x="94" y="0"/>
                      <a:pt x="93" y="34"/>
                    </a:cubicBezTo>
                    <a:cubicBezTo>
                      <a:pt x="85" y="49"/>
                      <a:pt x="81" y="61"/>
                      <a:pt x="73" y="73"/>
                    </a:cubicBezTo>
                    <a:cubicBezTo>
                      <a:pt x="71" y="81"/>
                      <a:pt x="69" y="98"/>
                      <a:pt x="73" y="107"/>
                    </a:cubicBezTo>
                    <a:cubicBezTo>
                      <a:pt x="85" y="102"/>
                      <a:pt x="87" y="122"/>
                      <a:pt x="95" y="88"/>
                    </a:cubicBezTo>
                    <a:cubicBezTo>
                      <a:pt x="92" y="80"/>
                      <a:pt x="87" y="64"/>
                      <a:pt x="88" y="59"/>
                    </a:cubicBezTo>
                    <a:cubicBezTo>
                      <a:pt x="92" y="57"/>
                      <a:pt x="96" y="55"/>
                      <a:pt x="103" y="59"/>
                    </a:cubicBezTo>
                    <a:cubicBezTo>
                      <a:pt x="107" y="58"/>
                      <a:pt x="113" y="54"/>
                      <a:pt x="119" y="61"/>
                    </a:cubicBezTo>
                    <a:cubicBezTo>
                      <a:pt x="119" y="69"/>
                      <a:pt x="113" y="83"/>
                      <a:pt x="111" y="90"/>
                    </a:cubicBezTo>
                    <a:cubicBezTo>
                      <a:pt x="111" y="98"/>
                      <a:pt x="111" y="107"/>
                      <a:pt x="111" y="115"/>
                    </a:cubicBezTo>
                    <a:cubicBezTo>
                      <a:pt x="112" y="116"/>
                      <a:pt x="113" y="116"/>
                      <a:pt x="114" y="117"/>
                    </a:cubicBezTo>
                    <a:cubicBezTo>
                      <a:pt x="122" y="98"/>
                      <a:pt x="133" y="49"/>
                      <a:pt x="154" y="87"/>
                    </a:cubicBezTo>
                    <a:cubicBezTo>
                      <a:pt x="147" y="98"/>
                      <a:pt x="123" y="152"/>
                      <a:pt x="124" y="157"/>
                    </a:cubicBezTo>
                    <a:cubicBezTo>
                      <a:pt x="129" y="161"/>
                      <a:pt x="144" y="157"/>
                      <a:pt x="155" y="158"/>
                    </a:cubicBezTo>
                    <a:cubicBezTo>
                      <a:pt x="157" y="176"/>
                      <a:pt x="141" y="190"/>
                      <a:pt x="136" y="206"/>
                    </a:cubicBezTo>
                    <a:cubicBezTo>
                      <a:pt x="139" y="213"/>
                      <a:pt x="142" y="221"/>
                      <a:pt x="146" y="228"/>
                    </a:cubicBezTo>
                    <a:cubicBezTo>
                      <a:pt x="156" y="246"/>
                      <a:pt x="179" y="280"/>
                      <a:pt x="168" y="307"/>
                    </a:cubicBezTo>
                    <a:close/>
                    <a:moveTo>
                      <a:pt x="89" y="260"/>
                    </a:moveTo>
                    <a:cubicBezTo>
                      <a:pt x="95" y="252"/>
                      <a:pt x="107" y="227"/>
                      <a:pt x="111" y="216"/>
                    </a:cubicBezTo>
                    <a:cubicBezTo>
                      <a:pt x="109" y="212"/>
                      <a:pt x="107" y="209"/>
                      <a:pt x="105" y="205"/>
                    </a:cubicBezTo>
                    <a:cubicBezTo>
                      <a:pt x="98" y="219"/>
                      <a:pt x="93" y="236"/>
                      <a:pt x="87" y="249"/>
                    </a:cubicBezTo>
                    <a:cubicBezTo>
                      <a:pt x="87" y="250"/>
                      <a:pt x="87" y="251"/>
                      <a:pt x="88" y="252"/>
                    </a:cubicBezTo>
                    <a:cubicBezTo>
                      <a:pt x="87" y="254"/>
                      <a:pt x="87" y="255"/>
                      <a:pt x="86" y="257"/>
                    </a:cubicBezTo>
                    <a:cubicBezTo>
                      <a:pt x="87" y="258"/>
                      <a:pt x="88" y="259"/>
                      <a:pt x="89" y="260"/>
                    </a:cubicBezTo>
                    <a:close/>
                    <a:moveTo>
                      <a:pt x="128" y="188"/>
                    </a:moveTo>
                    <a:cubicBezTo>
                      <a:pt x="130" y="185"/>
                      <a:pt x="131" y="182"/>
                      <a:pt x="133" y="179"/>
                    </a:cubicBezTo>
                    <a:cubicBezTo>
                      <a:pt x="128" y="173"/>
                      <a:pt x="124" y="172"/>
                      <a:pt x="121" y="170"/>
                    </a:cubicBezTo>
                    <a:cubicBezTo>
                      <a:pt x="120" y="171"/>
                      <a:pt x="119" y="172"/>
                      <a:pt x="118" y="173"/>
                    </a:cubicBezTo>
                    <a:cubicBezTo>
                      <a:pt x="118" y="179"/>
                      <a:pt x="121" y="185"/>
                      <a:pt x="128" y="188"/>
                    </a:cubicBezTo>
                    <a:close/>
                    <a:moveTo>
                      <a:pt x="115" y="159"/>
                    </a:moveTo>
                    <a:cubicBezTo>
                      <a:pt x="120" y="149"/>
                      <a:pt x="130" y="128"/>
                      <a:pt x="128" y="116"/>
                    </a:cubicBezTo>
                    <a:cubicBezTo>
                      <a:pt x="118" y="127"/>
                      <a:pt x="112" y="142"/>
                      <a:pt x="106" y="155"/>
                    </a:cubicBezTo>
                    <a:cubicBezTo>
                      <a:pt x="109" y="159"/>
                      <a:pt x="108" y="159"/>
                      <a:pt x="115" y="159"/>
                    </a:cubicBezTo>
                    <a:close/>
                    <a:moveTo>
                      <a:pt x="102" y="143"/>
                    </a:moveTo>
                    <a:cubicBezTo>
                      <a:pt x="105" y="137"/>
                      <a:pt x="107" y="133"/>
                      <a:pt x="107" y="125"/>
                    </a:cubicBezTo>
                    <a:cubicBezTo>
                      <a:pt x="97" y="102"/>
                      <a:pt x="101" y="103"/>
                      <a:pt x="87" y="112"/>
                    </a:cubicBezTo>
                    <a:cubicBezTo>
                      <a:pt x="87" y="122"/>
                      <a:pt x="93" y="137"/>
                      <a:pt x="102" y="143"/>
                    </a:cubicBezTo>
                    <a:close/>
                    <a:moveTo>
                      <a:pt x="74" y="47"/>
                    </a:moveTo>
                    <a:cubicBezTo>
                      <a:pt x="76" y="44"/>
                      <a:pt x="78" y="42"/>
                      <a:pt x="80" y="39"/>
                    </a:cubicBezTo>
                    <a:cubicBezTo>
                      <a:pt x="79" y="38"/>
                      <a:pt x="79" y="37"/>
                      <a:pt x="78" y="36"/>
                    </a:cubicBezTo>
                    <a:cubicBezTo>
                      <a:pt x="79" y="35"/>
                      <a:pt x="79" y="34"/>
                      <a:pt x="80" y="32"/>
                    </a:cubicBezTo>
                    <a:cubicBezTo>
                      <a:pt x="77" y="27"/>
                      <a:pt x="75" y="25"/>
                      <a:pt x="73" y="23"/>
                    </a:cubicBezTo>
                    <a:cubicBezTo>
                      <a:pt x="71" y="25"/>
                      <a:pt x="70" y="26"/>
                      <a:pt x="69" y="27"/>
                    </a:cubicBezTo>
                    <a:cubicBezTo>
                      <a:pt x="69" y="33"/>
                      <a:pt x="68" y="41"/>
                      <a:pt x="71" y="47"/>
                    </a:cubicBezTo>
                    <a:cubicBezTo>
                      <a:pt x="72" y="47"/>
                      <a:pt x="72" y="46"/>
                      <a:pt x="73" y="46"/>
                    </a:cubicBezTo>
                    <a:cubicBezTo>
                      <a:pt x="73" y="46"/>
                      <a:pt x="73" y="47"/>
                      <a:pt x="74" y="47"/>
                    </a:cubicBezTo>
                    <a:close/>
                  </a:path>
                </a:pathLst>
              </a:custGeom>
              <a:solidFill>
                <a:srgbClr val="E60012"/>
              </a:solidFill>
              <a:ln>
                <a:noFill/>
              </a:ln>
            </p:spPr>
            <p:txBody>
              <a:bodyPr anchor="ctr"/>
              <a:lstStyle/>
              <a:p>
                <a:pPr algn="ctr"/>
                <a:endParaRPr/>
              </a:p>
            </p:txBody>
          </p:sp>
          <p:sp>
            <p:nvSpPr>
              <p:cNvPr id="75" name="îsļíḑe">
                <a:extLst>
                  <a:ext uri="{FF2B5EF4-FFF2-40B4-BE49-F238E27FC236}">
                    <a16:creationId xmlns:a16="http://schemas.microsoft.com/office/drawing/2014/main" id="{29C15443-070D-43F7-8B1D-9E490C078990}"/>
                  </a:ext>
                </a:extLst>
              </p:cNvPr>
              <p:cNvSpPr/>
              <p:nvPr/>
            </p:nvSpPr>
            <p:spPr bwMode="auto">
              <a:xfrm>
                <a:off x="2944813" y="3798888"/>
                <a:ext cx="292100" cy="53975"/>
              </a:xfrm>
              <a:custGeom>
                <a:avLst/>
                <a:gdLst>
                  <a:gd name="T0" fmla="*/ 30 w 374"/>
                  <a:gd name="T1" fmla="*/ 68 h 70"/>
                  <a:gd name="T2" fmla="*/ 6 w 374"/>
                  <a:gd name="T3" fmla="*/ 68 h 70"/>
                  <a:gd name="T4" fmla="*/ 14 w 374"/>
                  <a:gd name="T5" fmla="*/ 25 h 70"/>
                  <a:gd name="T6" fmla="*/ 33 w 374"/>
                  <a:gd name="T7" fmla="*/ 1 h 70"/>
                  <a:gd name="T8" fmla="*/ 39 w 374"/>
                  <a:gd name="T9" fmla="*/ 1 h 70"/>
                  <a:gd name="T10" fmla="*/ 85 w 374"/>
                  <a:gd name="T11" fmla="*/ 46 h 70"/>
                  <a:gd name="T12" fmla="*/ 78 w 374"/>
                  <a:gd name="T13" fmla="*/ 68 h 70"/>
                  <a:gd name="T14" fmla="*/ 57 w 374"/>
                  <a:gd name="T15" fmla="*/ 63 h 70"/>
                  <a:gd name="T16" fmla="*/ 55 w 374"/>
                  <a:gd name="T17" fmla="*/ 1 h 70"/>
                  <a:gd name="T18" fmla="*/ 69 w 374"/>
                  <a:gd name="T19" fmla="*/ 57 h 70"/>
                  <a:gd name="T20" fmla="*/ 72 w 374"/>
                  <a:gd name="T21" fmla="*/ 51 h 70"/>
                  <a:gd name="T22" fmla="*/ 121 w 374"/>
                  <a:gd name="T23" fmla="*/ 1 h 70"/>
                  <a:gd name="T24" fmla="*/ 108 w 374"/>
                  <a:gd name="T25" fmla="*/ 40 h 70"/>
                  <a:gd name="T26" fmla="*/ 91 w 374"/>
                  <a:gd name="T27" fmla="*/ 68 h 70"/>
                  <a:gd name="T28" fmla="*/ 104 w 374"/>
                  <a:gd name="T29" fmla="*/ 25 h 70"/>
                  <a:gd name="T30" fmla="*/ 121 w 374"/>
                  <a:gd name="T31" fmla="*/ 1 h 70"/>
                  <a:gd name="T32" fmla="*/ 144 w 374"/>
                  <a:gd name="T33" fmla="*/ 68 h 70"/>
                  <a:gd name="T34" fmla="*/ 138 w 374"/>
                  <a:gd name="T35" fmla="*/ 68 h 70"/>
                  <a:gd name="T36" fmla="*/ 150 w 374"/>
                  <a:gd name="T37" fmla="*/ 1 h 70"/>
                  <a:gd name="T38" fmla="*/ 139 w 374"/>
                  <a:gd name="T39" fmla="*/ 44 h 70"/>
                  <a:gd name="T40" fmla="*/ 190 w 374"/>
                  <a:gd name="T41" fmla="*/ 68 h 70"/>
                  <a:gd name="T42" fmla="*/ 172 w 374"/>
                  <a:gd name="T43" fmla="*/ 68 h 70"/>
                  <a:gd name="T44" fmla="*/ 172 w 374"/>
                  <a:gd name="T45" fmla="*/ 1 h 70"/>
                  <a:gd name="T46" fmla="*/ 190 w 374"/>
                  <a:gd name="T47" fmla="*/ 1 h 70"/>
                  <a:gd name="T48" fmla="*/ 234 w 374"/>
                  <a:gd name="T49" fmla="*/ 19 h 70"/>
                  <a:gd name="T50" fmla="*/ 230 w 374"/>
                  <a:gd name="T51" fmla="*/ 13 h 70"/>
                  <a:gd name="T52" fmla="*/ 230 w 374"/>
                  <a:gd name="T53" fmla="*/ 57 h 70"/>
                  <a:gd name="T54" fmla="*/ 234 w 374"/>
                  <a:gd name="T55" fmla="*/ 50 h 70"/>
                  <a:gd name="T56" fmla="*/ 247 w 374"/>
                  <a:gd name="T57" fmla="*/ 44 h 70"/>
                  <a:gd name="T58" fmla="*/ 232 w 374"/>
                  <a:gd name="T59" fmla="*/ 70 h 70"/>
                  <a:gd name="T60" fmla="*/ 216 w 374"/>
                  <a:gd name="T61" fmla="*/ 45 h 70"/>
                  <a:gd name="T62" fmla="*/ 219 w 374"/>
                  <a:gd name="T63" fmla="*/ 7 h 70"/>
                  <a:gd name="T64" fmla="*/ 241 w 374"/>
                  <a:gd name="T65" fmla="*/ 3 h 70"/>
                  <a:gd name="T66" fmla="*/ 247 w 374"/>
                  <a:gd name="T67" fmla="*/ 31 h 70"/>
                  <a:gd name="T68" fmla="*/ 270 w 374"/>
                  <a:gd name="T69" fmla="*/ 68 h 70"/>
                  <a:gd name="T70" fmla="*/ 266 w 374"/>
                  <a:gd name="T71" fmla="*/ 68 h 70"/>
                  <a:gd name="T72" fmla="*/ 266 w 374"/>
                  <a:gd name="T73" fmla="*/ 1 h 70"/>
                  <a:gd name="T74" fmla="*/ 270 w 374"/>
                  <a:gd name="T75" fmla="*/ 1 h 70"/>
                  <a:gd name="T76" fmla="*/ 302 w 374"/>
                  <a:gd name="T77" fmla="*/ 68 h 70"/>
                  <a:gd name="T78" fmla="*/ 302 w 374"/>
                  <a:gd name="T79" fmla="*/ 1 h 70"/>
                  <a:gd name="T80" fmla="*/ 326 w 374"/>
                  <a:gd name="T81" fmla="*/ 68 h 70"/>
                  <a:gd name="T82" fmla="*/ 308 w 374"/>
                  <a:gd name="T83" fmla="*/ 68 h 70"/>
                  <a:gd name="T84" fmla="*/ 326 w 374"/>
                  <a:gd name="T85" fmla="*/ 32 h 70"/>
                  <a:gd name="T86" fmla="*/ 366 w 374"/>
                  <a:gd name="T87" fmla="*/ 1 h 70"/>
                  <a:gd name="T88" fmla="*/ 360 w 374"/>
                  <a:gd name="T89" fmla="*/ 56 h 70"/>
                  <a:gd name="T90" fmla="*/ 340 w 374"/>
                  <a:gd name="T91" fmla="*/ 68 h 70"/>
                  <a:gd name="T92" fmla="*/ 359 w 374"/>
                  <a:gd name="T93" fmla="*/ 44 h 70"/>
                  <a:gd name="T94" fmla="*/ 359 w 374"/>
                  <a:gd name="T95" fmla="*/ 4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4" h="70">
                    <a:moveTo>
                      <a:pt x="52" y="1"/>
                    </a:moveTo>
                    <a:cubicBezTo>
                      <a:pt x="46" y="68"/>
                      <a:pt x="46" y="68"/>
                      <a:pt x="46" y="68"/>
                    </a:cubicBezTo>
                    <a:cubicBezTo>
                      <a:pt x="30" y="68"/>
                      <a:pt x="30" y="68"/>
                      <a:pt x="30" y="68"/>
                    </a:cubicBezTo>
                    <a:cubicBezTo>
                      <a:pt x="28" y="58"/>
                      <a:pt x="27" y="46"/>
                      <a:pt x="26" y="33"/>
                    </a:cubicBezTo>
                    <a:cubicBezTo>
                      <a:pt x="25" y="39"/>
                      <a:pt x="24" y="51"/>
                      <a:pt x="22" y="68"/>
                    </a:cubicBezTo>
                    <a:cubicBezTo>
                      <a:pt x="6" y="68"/>
                      <a:pt x="6" y="68"/>
                      <a:pt x="6" y="68"/>
                    </a:cubicBezTo>
                    <a:cubicBezTo>
                      <a:pt x="0" y="1"/>
                      <a:pt x="0" y="1"/>
                      <a:pt x="0" y="1"/>
                    </a:cubicBezTo>
                    <a:cubicBezTo>
                      <a:pt x="12" y="1"/>
                      <a:pt x="12" y="1"/>
                      <a:pt x="12" y="1"/>
                    </a:cubicBezTo>
                    <a:cubicBezTo>
                      <a:pt x="14" y="25"/>
                      <a:pt x="14" y="25"/>
                      <a:pt x="14" y="25"/>
                    </a:cubicBezTo>
                    <a:cubicBezTo>
                      <a:pt x="15" y="47"/>
                      <a:pt x="15" y="47"/>
                      <a:pt x="15" y="47"/>
                    </a:cubicBezTo>
                    <a:cubicBezTo>
                      <a:pt x="16" y="36"/>
                      <a:pt x="17" y="20"/>
                      <a:pt x="19" y="1"/>
                    </a:cubicBezTo>
                    <a:cubicBezTo>
                      <a:pt x="33" y="1"/>
                      <a:pt x="33" y="1"/>
                      <a:pt x="33" y="1"/>
                    </a:cubicBezTo>
                    <a:cubicBezTo>
                      <a:pt x="33" y="3"/>
                      <a:pt x="33" y="11"/>
                      <a:pt x="34" y="24"/>
                    </a:cubicBezTo>
                    <a:cubicBezTo>
                      <a:pt x="35" y="49"/>
                      <a:pt x="35" y="49"/>
                      <a:pt x="35" y="49"/>
                    </a:cubicBezTo>
                    <a:cubicBezTo>
                      <a:pt x="36" y="33"/>
                      <a:pt x="37" y="17"/>
                      <a:pt x="39" y="1"/>
                    </a:cubicBezTo>
                    <a:cubicBezTo>
                      <a:pt x="52" y="1"/>
                      <a:pt x="52" y="1"/>
                      <a:pt x="52" y="1"/>
                    </a:cubicBezTo>
                    <a:close/>
                    <a:moveTo>
                      <a:pt x="85" y="1"/>
                    </a:moveTo>
                    <a:cubicBezTo>
                      <a:pt x="85" y="46"/>
                      <a:pt x="85" y="46"/>
                      <a:pt x="85" y="46"/>
                    </a:cubicBezTo>
                    <a:cubicBezTo>
                      <a:pt x="85" y="51"/>
                      <a:pt x="85" y="55"/>
                      <a:pt x="85" y="57"/>
                    </a:cubicBezTo>
                    <a:cubicBezTo>
                      <a:pt x="85" y="59"/>
                      <a:pt x="84" y="61"/>
                      <a:pt x="83" y="63"/>
                    </a:cubicBezTo>
                    <a:cubicBezTo>
                      <a:pt x="81" y="65"/>
                      <a:pt x="80" y="67"/>
                      <a:pt x="78" y="68"/>
                    </a:cubicBezTo>
                    <a:cubicBezTo>
                      <a:pt x="76" y="69"/>
                      <a:pt x="73" y="70"/>
                      <a:pt x="71" y="70"/>
                    </a:cubicBezTo>
                    <a:cubicBezTo>
                      <a:pt x="68" y="70"/>
                      <a:pt x="65" y="69"/>
                      <a:pt x="63" y="68"/>
                    </a:cubicBezTo>
                    <a:cubicBezTo>
                      <a:pt x="60" y="66"/>
                      <a:pt x="59" y="65"/>
                      <a:pt x="57" y="63"/>
                    </a:cubicBezTo>
                    <a:cubicBezTo>
                      <a:pt x="56" y="60"/>
                      <a:pt x="56" y="58"/>
                      <a:pt x="55" y="56"/>
                    </a:cubicBezTo>
                    <a:cubicBezTo>
                      <a:pt x="55" y="54"/>
                      <a:pt x="55" y="49"/>
                      <a:pt x="55" y="41"/>
                    </a:cubicBezTo>
                    <a:cubicBezTo>
                      <a:pt x="55" y="1"/>
                      <a:pt x="55" y="1"/>
                      <a:pt x="55" y="1"/>
                    </a:cubicBezTo>
                    <a:cubicBezTo>
                      <a:pt x="68" y="1"/>
                      <a:pt x="68" y="1"/>
                      <a:pt x="68" y="1"/>
                    </a:cubicBezTo>
                    <a:cubicBezTo>
                      <a:pt x="68" y="52"/>
                      <a:pt x="68" y="52"/>
                      <a:pt x="68" y="52"/>
                    </a:cubicBezTo>
                    <a:cubicBezTo>
                      <a:pt x="68" y="54"/>
                      <a:pt x="68" y="56"/>
                      <a:pt x="69" y="57"/>
                    </a:cubicBezTo>
                    <a:cubicBezTo>
                      <a:pt x="69" y="58"/>
                      <a:pt x="69" y="58"/>
                      <a:pt x="70" y="58"/>
                    </a:cubicBezTo>
                    <a:cubicBezTo>
                      <a:pt x="71" y="58"/>
                      <a:pt x="71" y="58"/>
                      <a:pt x="72" y="57"/>
                    </a:cubicBezTo>
                    <a:cubicBezTo>
                      <a:pt x="72" y="56"/>
                      <a:pt x="72" y="54"/>
                      <a:pt x="72" y="51"/>
                    </a:cubicBezTo>
                    <a:cubicBezTo>
                      <a:pt x="72" y="1"/>
                      <a:pt x="72" y="1"/>
                      <a:pt x="72" y="1"/>
                    </a:cubicBezTo>
                    <a:cubicBezTo>
                      <a:pt x="85" y="1"/>
                      <a:pt x="85" y="1"/>
                      <a:pt x="85" y="1"/>
                    </a:cubicBezTo>
                    <a:close/>
                    <a:moveTo>
                      <a:pt x="121" y="1"/>
                    </a:moveTo>
                    <a:cubicBezTo>
                      <a:pt x="121" y="68"/>
                      <a:pt x="121" y="68"/>
                      <a:pt x="121" y="68"/>
                    </a:cubicBezTo>
                    <a:cubicBezTo>
                      <a:pt x="108" y="68"/>
                      <a:pt x="108" y="68"/>
                      <a:pt x="108" y="68"/>
                    </a:cubicBezTo>
                    <a:cubicBezTo>
                      <a:pt x="108" y="40"/>
                      <a:pt x="108" y="40"/>
                      <a:pt x="108" y="40"/>
                    </a:cubicBezTo>
                    <a:cubicBezTo>
                      <a:pt x="104" y="40"/>
                      <a:pt x="104" y="40"/>
                      <a:pt x="104" y="40"/>
                    </a:cubicBezTo>
                    <a:cubicBezTo>
                      <a:pt x="104" y="68"/>
                      <a:pt x="104" y="68"/>
                      <a:pt x="104" y="68"/>
                    </a:cubicBezTo>
                    <a:cubicBezTo>
                      <a:pt x="91" y="68"/>
                      <a:pt x="91" y="68"/>
                      <a:pt x="91" y="68"/>
                    </a:cubicBezTo>
                    <a:cubicBezTo>
                      <a:pt x="91" y="1"/>
                      <a:pt x="91" y="1"/>
                      <a:pt x="91" y="1"/>
                    </a:cubicBezTo>
                    <a:cubicBezTo>
                      <a:pt x="104" y="1"/>
                      <a:pt x="104" y="1"/>
                      <a:pt x="104" y="1"/>
                    </a:cubicBezTo>
                    <a:cubicBezTo>
                      <a:pt x="104" y="25"/>
                      <a:pt x="104" y="25"/>
                      <a:pt x="104" y="25"/>
                    </a:cubicBezTo>
                    <a:cubicBezTo>
                      <a:pt x="108" y="25"/>
                      <a:pt x="108" y="25"/>
                      <a:pt x="108" y="25"/>
                    </a:cubicBezTo>
                    <a:cubicBezTo>
                      <a:pt x="108" y="1"/>
                      <a:pt x="108" y="1"/>
                      <a:pt x="108" y="1"/>
                    </a:cubicBezTo>
                    <a:cubicBezTo>
                      <a:pt x="121" y="1"/>
                      <a:pt x="121" y="1"/>
                      <a:pt x="121" y="1"/>
                    </a:cubicBezTo>
                    <a:close/>
                    <a:moveTo>
                      <a:pt x="150" y="1"/>
                    </a:moveTo>
                    <a:cubicBezTo>
                      <a:pt x="158" y="68"/>
                      <a:pt x="158" y="68"/>
                      <a:pt x="158" y="68"/>
                    </a:cubicBezTo>
                    <a:cubicBezTo>
                      <a:pt x="144" y="68"/>
                      <a:pt x="144" y="68"/>
                      <a:pt x="144" y="68"/>
                    </a:cubicBezTo>
                    <a:cubicBezTo>
                      <a:pt x="143" y="56"/>
                      <a:pt x="143" y="56"/>
                      <a:pt x="143" y="56"/>
                    </a:cubicBezTo>
                    <a:cubicBezTo>
                      <a:pt x="139" y="56"/>
                      <a:pt x="139" y="56"/>
                      <a:pt x="139" y="56"/>
                    </a:cubicBezTo>
                    <a:cubicBezTo>
                      <a:pt x="138" y="68"/>
                      <a:pt x="138" y="68"/>
                      <a:pt x="138" y="68"/>
                    </a:cubicBezTo>
                    <a:cubicBezTo>
                      <a:pt x="124" y="68"/>
                      <a:pt x="124" y="68"/>
                      <a:pt x="124" y="68"/>
                    </a:cubicBezTo>
                    <a:cubicBezTo>
                      <a:pt x="131" y="1"/>
                      <a:pt x="131" y="1"/>
                      <a:pt x="131" y="1"/>
                    </a:cubicBezTo>
                    <a:cubicBezTo>
                      <a:pt x="150" y="1"/>
                      <a:pt x="150" y="1"/>
                      <a:pt x="150" y="1"/>
                    </a:cubicBezTo>
                    <a:close/>
                    <a:moveTo>
                      <a:pt x="143" y="44"/>
                    </a:moveTo>
                    <a:cubicBezTo>
                      <a:pt x="142" y="37"/>
                      <a:pt x="142" y="28"/>
                      <a:pt x="141" y="16"/>
                    </a:cubicBezTo>
                    <a:cubicBezTo>
                      <a:pt x="140" y="29"/>
                      <a:pt x="139" y="39"/>
                      <a:pt x="139" y="44"/>
                    </a:cubicBezTo>
                    <a:cubicBezTo>
                      <a:pt x="143" y="44"/>
                      <a:pt x="143" y="44"/>
                      <a:pt x="143" y="44"/>
                    </a:cubicBezTo>
                    <a:close/>
                    <a:moveTo>
                      <a:pt x="190" y="1"/>
                    </a:moveTo>
                    <a:cubicBezTo>
                      <a:pt x="190" y="68"/>
                      <a:pt x="190" y="68"/>
                      <a:pt x="190" y="68"/>
                    </a:cubicBezTo>
                    <a:cubicBezTo>
                      <a:pt x="178" y="68"/>
                      <a:pt x="178" y="68"/>
                      <a:pt x="178" y="68"/>
                    </a:cubicBezTo>
                    <a:cubicBezTo>
                      <a:pt x="172" y="38"/>
                      <a:pt x="172" y="38"/>
                      <a:pt x="172" y="38"/>
                    </a:cubicBezTo>
                    <a:cubicBezTo>
                      <a:pt x="172" y="68"/>
                      <a:pt x="172" y="68"/>
                      <a:pt x="172" y="68"/>
                    </a:cubicBezTo>
                    <a:cubicBezTo>
                      <a:pt x="161" y="68"/>
                      <a:pt x="161" y="68"/>
                      <a:pt x="161" y="68"/>
                    </a:cubicBezTo>
                    <a:cubicBezTo>
                      <a:pt x="161" y="1"/>
                      <a:pt x="161" y="1"/>
                      <a:pt x="161" y="1"/>
                    </a:cubicBezTo>
                    <a:cubicBezTo>
                      <a:pt x="172" y="1"/>
                      <a:pt x="172" y="1"/>
                      <a:pt x="172" y="1"/>
                    </a:cubicBezTo>
                    <a:cubicBezTo>
                      <a:pt x="179" y="32"/>
                      <a:pt x="179" y="32"/>
                      <a:pt x="179" y="32"/>
                    </a:cubicBezTo>
                    <a:cubicBezTo>
                      <a:pt x="179" y="1"/>
                      <a:pt x="179" y="1"/>
                      <a:pt x="179" y="1"/>
                    </a:cubicBezTo>
                    <a:cubicBezTo>
                      <a:pt x="190" y="1"/>
                      <a:pt x="190" y="1"/>
                      <a:pt x="190" y="1"/>
                    </a:cubicBezTo>
                    <a:close/>
                    <a:moveTo>
                      <a:pt x="247" y="31"/>
                    </a:moveTo>
                    <a:cubicBezTo>
                      <a:pt x="234" y="31"/>
                      <a:pt x="234" y="31"/>
                      <a:pt x="234" y="31"/>
                    </a:cubicBezTo>
                    <a:cubicBezTo>
                      <a:pt x="234" y="19"/>
                      <a:pt x="234" y="19"/>
                      <a:pt x="234" y="19"/>
                    </a:cubicBezTo>
                    <a:cubicBezTo>
                      <a:pt x="234" y="16"/>
                      <a:pt x="234" y="13"/>
                      <a:pt x="234" y="13"/>
                    </a:cubicBezTo>
                    <a:cubicBezTo>
                      <a:pt x="233" y="12"/>
                      <a:pt x="233" y="11"/>
                      <a:pt x="232" y="11"/>
                    </a:cubicBezTo>
                    <a:cubicBezTo>
                      <a:pt x="231" y="11"/>
                      <a:pt x="230" y="12"/>
                      <a:pt x="230" y="13"/>
                    </a:cubicBezTo>
                    <a:cubicBezTo>
                      <a:pt x="229" y="14"/>
                      <a:pt x="229" y="16"/>
                      <a:pt x="229" y="20"/>
                    </a:cubicBezTo>
                    <a:cubicBezTo>
                      <a:pt x="229" y="51"/>
                      <a:pt x="229" y="51"/>
                      <a:pt x="229" y="51"/>
                    </a:cubicBezTo>
                    <a:cubicBezTo>
                      <a:pt x="229" y="54"/>
                      <a:pt x="229" y="56"/>
                      <a:pt x="230" y="57"/>
                    </a:cubicBezTo>
                    <a:cubicBezTo>
                      <a:pt x="230" y="58"/>
                      <a:pt x="231" y="58"/>
                      <a:pt x="232" y="58"/>
                    </a:cubicBezTo>
                    <a:cubicBezTo>
                      <a:pt x="233" y="58"/>
                      <a:pt x="233" y="58"/>
                      <a:pt x="234" y="57"/>
                    </a:cubicBezTo>
                    <a:cubicBezTo>
                      <a:pt x="234" y="56"/>
                      <a:pt x="234" y="54"/>
                      <a:pt x="234" y="50"/>
                    </a:cubicBezTo>
                    <a:cubicBezTo>
                      <a:pt x="234" y="42"/>
                      <a:pt x="234" y="42"/>
                      <a:pt x="234" y="42"/>
                    </a:cubicBezTo>
                    <a:cubicBezTo>
                      <a:pt x="247" y="42"/>
                      <a:pt x="247" y="42"/>
                      <a:pt x="247" y="42"/>
                    </a:cubicBezTo>
                    <a:cubicBezTo>
                      <a:pt x="247" y="44"/>
                      <a:pt x="247" y="44"/>
                      <a:pt x="247" y="44"/>
                    </a:cubicBezTo>
                    <a:cubicBezTo>
                      <a:pt x="247" y="51"/>
                      <a:pt x="247" y="56"/>
                      <a:pt x="246" y="59"/>
                    </a:cubicBezTo>
                    <a:cubicBezTo>
                      <a:pt x="245" y="62"/>
                      <a:pt x="244" y="64"/>
                      <a:pt x="241" y="66"/>
                    </a:cubicBezTo>
                    <a:cubicBezTo>
                      <a:pt x="239" y="69"/>
                      <a:pt x="235" y="70"/>
                      <a:pt x="232" y="70"/>
                    </a:cubicBezTo>
                    <a:cubicBezTo>
                      <a:pt x="228" y="70"/>
                      <a:pt x="225" y="69"/>
                      <a:pt x="222" y="67"/>
                    </a:cubicBezTo>
                    <a:cubicBezTo>
                      <a:pt x="220" y="65"/>
                      <a:pt x="218" y="63"/>
                      <a:pt x="217" y="59"/>
                    </a:cubicBezTo>
                    <a:cubicBezTo>
                      <a:pt x="216" y="56"/>
                      <a:pt x="216" y="51"/>
                      <a:pt x="216" y="45"/>
                    </a:cubicBezTo>
                    <a:cubicBezTo>
                      <a:pt x="216" y="25"/>
                      <a:pt x="216" y="25"/>
                      <a:pt x="216" y="25"/>
                    </a:cubicBezTo>
                    <a:cubicBezTo>
                      <a:pt x="216" y="20"/>
                      <a:pt x="216" y="17"/>
                      <a:pt x="216" y="14"/>
                    </a:cubicBezTo>
                    <a:cubicBezTo>
                      <a:pt x="217" y="12"/>
                      <a:pt x="217" y="9"/>
                      <a:pt x="219" y="7"/>
                    </a:cubicBezTo>
                    <a:cubicBezTo>
                      <a:pt x="220" y="5"/>
                      <a:pt x="222" y="3"/>
                      <a:pt x="224" y="2"/>
                    </a:cubicBezTo>
                    <a:cubicBezTo>
                      <a:pt x="226" y="1"/>
                      <a:pt x="229" y="0"/>
                      <a:pt x="231" y="0"/>
                    </a:cubicBezTo>
                    <a:cubicBezTo>
                      <a:pt x="235" y="0"/>
                      <a:pt x="238" y="1"/>
                      <a:pt x="241" y="3"/>
                    </a:cubicBezTo>
                    <a:cubicBezTo>
                      <a:pt x="244" y="5"/>
                      <a:pt x="245" y="7"/>
                      <a:pt x="246" y="10"/>
                    </a:cubicBezTo>
                    <a:cubicBezTo>
                      <a:pt x="247" y="13"/>
                      <a:pt x="247" y="18"/>
                      <a:pt x="247" y="24"/>
                    </a:cubicBezTo>
                    <a:cubicBezTo>
                      <a:pt x="247" y="31"/>
                      <a:pt x="247" y="31"/>
                      <a:pt x="247" y="31"/>
                    </a:cubicBezTo>
                    <a:close/>
                    <a:moveTo>
                      <a:pt x="283" y="1"/>
                    </a:moveTo>
                    <a:cubicBezTo>
                      <a:pt x="283" y="68"/>
                      <a:pt x="283" y="68"/>
                      <a:pt x="283" y="68"/>
                    </a:cubicBezTo>
                    <a:cubicBezTo>
                      <a:pt x="270" y="68"/>
                      <a:pt x="270" y="68"/>
                      <a:pt x="270" y="68"/>
                    </a:cubicBezTo>
                    <a:cubicBezTo>
                      <a:pt x="270" y="40"/>
                      <a:pt x="270" y="40"/>
                      <a:pt x="270" y="40"/>
                    </a:cubicBezTo>
                    <a:cubicBezTo>
                      <a:pt x="266" y="40"/>
                      <a:pt x="266" y="40"/>
                      <a:pt x="266" y="40"/>
                    </a:cubicBezTo>
                    <a:cubicBezTo>
                      <a:pt x="266" y="68"/>
                      <a:pt x="266" y="68"/>
                      <a:pt x="266" y="68"/>
                    </a:cubicBezTo>
                    <a:cubicBezTo>
                      <a:pt x="253" y="68"/>
                      <a:pt x="253" y="68"/>
                      <a:pt x="253" y="68"/>
                    </a:cubicBezTo>
                    <a:cubicBezTo>
                      <a:pt x="253" y="1"/>
                      <a:pt x="253" y="1"/>
                      <a:pt x="253" y="1"/>
                    </a:cubicBezTo>
                    <a:cubicBezTo>
                      <a:pt x="266" y="1"/>
                      <a:pt x="266" y="1"/>
                      <a:pt x="266" y="1"/>
                    </a:cubicBezTo>
                    <a:cubicBezTo>
                      <a:pt x="266" y="25"/>
                      <a:pt x="266" y="25"/>
                      <a:pt x="266" y="25"/>
                    </a:cubicBezTo>
                    <a:cubicBezTo>
                      <a:pt x="270" y="25"/>
                      <a:pt x="270" y="25"/>
                      <a:pt x="270" y="25"/>
                    </a:cubicBezTo>
                    <a:cubicBezTo>
                      <a:pt x="270" y="1"/>
                      <a:pt x="270" y="1"/>
                      <a:pt x="270" y="1"/>
                    </a:cubicBezTo>
                    <a:cubicBezTo>
                      <a:pt x="283" y="1"/>
                      <a:pt x="283" y="1"/>
                      <a:pt x="283" y="1"/>
                    </a:cubicBezTo>
                    <a:close/>
                    <a:moveTo>
                      <a:pt x="302" y="1"/>
                    </a:moveTo>
                    <a:cubicBezTo>
                      <a:pt x="302" y="68"/>
                      <a:pt x="302" y="68"/>
                      <a:pt x="302" y="68"/>
                    </a:cubicBezTo>
                    <a:cubicBezTo>
                      <a:pt x="289" y="68"/>
                      <a:pt x="289" y="68"/>
                      <a:pt x="289" y="68"/>
                    </a:cubicBezTo>
                    <a:cubicBezTo>
                      <a:pt x="289" y="1"/>
                      <a:pt x="289" y="1"/>
                      <a:pt x="289" y="1"/>
                    </a:cubicBezTo>
                    <a:cubicBezTo>
                      <a:pt x="302" y="1"/>
                      <a:pt x="302" y="1"/>
                      <a:pt x="302" y="1"/>
                    </a:cubicBezTo>
                    <a:close/>
                    <a:moveTo>
                      <a:pt x="337" y="1"/>
                    </a:moveTo>
                    <a:cubicBezTo>
                      <a:pt x="337" y="68"/>
                      <a:pt x="337" y="68"/>
                      <a:pt x="337" y="68"/>
                    </a:cubicBezTo>
                    <a:cubicBezTo>
                      <a:pt x="326" y="68"/>
                      <a:pt x="326" y="68"/>
                      <a:pt x="326" y="68"/>
                    </a:cubicBezTo>
                    <a:cubicBezTo>
                      <a:pt x="319" y="38"/>
                      <a:pt x="319" y="38"/>
                      <a:pt x="319" y="38"/>
                    </a:cubicBezTo>
                    <a:cubicBezTo>
                      <a:pt x="319" y="68"/>
                      <a:pt x="319" y="68"/>
                      <a:pt x="319" y="68"/>
                    </a:cubicBezTo>
                    <a:cubicBezTo>
                      <a:pt x="308" y="68"/>
                      <a:pt x="308" y="68"/>
                      <a:pt x="308" y="68"/>
                    </a:cubicBezTo>
                    <a:cubicBezTo>
                      <a:pt x="308" y="1"/>
                      <a:pt x="308" y="1"/>
                      <a:pt x="308" y="1"/>
                    </a:cubicBezTo>
                    <a:cubicBezTo>
                      <a:pt x="319" y="1"/>
                      <a:pt x="319" y="1"/>
                      <a:pt x="319" y="1"/>
                    </a:cubicBezTo>
                    <a:cubicBezTo>
                      <a:pt x="326" y="32"/>
                      <a:pt x="326" y="32"/>
                      <a:pt x="326" y="32"/>
                    </a:cubicBezTo>
                    <a:cubicBezTo>
                      <a:pt x="326" y="1"/>
                      <a:pt x="326" y="1"/>
                      <a:pt x="326" y="1"/>
                    </a:cubicBezTo>
                    <a:cubicBezTo>
                      <a:pt x="337" y="1"/>
                      <a:pt x="337" y="1"/>
                      <a:pt x="337" y="1"/>
                    </a:cubicBezTo>
                    <a:close/>
                    <a:moveTo>
                      <a:pt x="366" y="1"/>
                    </a:moveTo>
                    <a:cubicBezTo>
                      <a:pt x="374" y="68"/>
                      <a:pt x="374" y="68"/>
                      <a:pt x="374" y="68"/>
                    </a:cubicBezTo>
                    <a:cubicBezTo>
                      <a:pt x="360" y="68"/>
                      <a:pt x="360" y="68"/>
                      <a:pt x="360" y="68"/>
                    </a:cubicBezTo>
                    <a:cubicBezTo>
                      <a:pt x="360" y="56"/>
                      <a:pt x="360" y="56"/>
                      <a:pt x="360" y="56"/>
                    </a:cubicBezTo>
                    <a:cubicBezTo>
                      <a:pt x="355" y="56"/>
                      <a:pt x="355" y="56"/>
                      <a:pt x="355" y="56"/>
                    </a:cubicBezTo>
                    <a:cubicBezTo>
                      <a:pt x="354" y="68"/>
                      <a:pt x="354" y="68"/>
                      <a:pt x="354" y="68"/>
                    </a:cubicBezTo>
                    <a:cubicBezTo>
                      <a:pt x="340" y="68"/>
                      <a:pt x="340" y="68"/>
                      <a:pt x="340" y="68"/>
                    </a:cubicBezTo>
                    <a:cubicBezTo>
                      <a:pt x="347" y="1"/>
                      <a:pt x="347" y="1"/>
                      <a:pt x="347" y="1"/>
                    </a:cubicBezTo>
                    <a:cubicBezTo>
                      <a:pt x="366" y="1"/>
                      <a:pt x="366" y="1"/>
                      <a:pt x="366" y="1"/>
                    </a:cubicBezTo>
                    <a:close/>
                    <a:moveTo>
                      <a:pt x="359" y="44"/>
                    </a:moveTo>
                    <a:cubicBezTo>
                      <a:pt x="359" y="37"/>
                      <a:pt x="358" y="28"/>
                      <a:pt x="357" y="16"/>
                    </a:cubicBezTo>
                    <a:cubicBezTo>
                      <a:pt x="356" y="29"/>
                      <a:pt x="355" y="39"/>
                      <a:pt x="355" y="44"/>
                    </a:cubicBezTo>
                    <a:lnTo>
                      <a:pt x="359" y="44"/>
                    </a:lnTo>
                    <a:close/>
                  </a:path>
                </a:pathLst>
              </a:custGeom>
              <a:grpFill/>
              <a:ln>
                <a:noFill/>
              </a:ln>
            </p:spPr>
            <p:txBody>
              <a:bodyPr anchor="ctr"/>
              <a:lstStyle/>
              <a:p>
                <a:pPr algn="ctr"/>
                <a:endParaRPr/>
              </a:p>
            </p:txBody>
          </p:sp>
          <p:sp>
            <p:nvSpPr>
              <p:cNvPr id="76" name="ïṩľíḓè">
                <a:extLst>
                  <a:ext uri="{FF2B5EF4-FFF2-40B4-BE49-F238E27FC236}">
                    <a16:creationId xmlns:a16="http://schemas.microsoft.com/office/drawing/2014/main" id="{B4045274-10DA-4F21-9700-3973B15A3855}"/>
                  </a:ext>
                </a:extLst>
              </p:cNvPr>
              <p:cNvSpPr/>
              <p:nvPr/>
            </p:nvSpPr>
            <p:spPr bwMode="auto">
              <a:xfrm>
                <a:off x="2601913" y="3629026"/>
                <a:ext cx="976313" cy="134938"/>
              </a:xfrm>
              <a:custGeom>
                <a:avLst/>
                <a:gdLst>
                  <a:gd name="T0" fmla="*/ 1245 w 1245"/>
                  <a:gd name="T1" fmla="*/ 0 h 173"/>
                  <a:gd name="T2" fmla="*/ 1149 w 1245"/>
                  <a:gd name="T3" fmla="*/ 173 h 173"/>
                  <a:gd name="T4" fmla="*/ 96 w 1245"/>
                  <a:gd name="T5" fmla="*/ 173 h 173"/>
                  <a:gd name="T6" fmla="*/ 0 w 1245"/>
                  <a:gd name="T7" fmla="*/ 0 h 173"/>
                  <a:gd name="T8" fmla="*/ 1245 w 1245"/>
                  <a:gd name="T9" fmla="*/ 0 h 173"/>
                </a:gdLst>
                <a:ahLst/>
                <a:cxnLst>
                  <a:cxn ang="0">
                    <a:pos x="T0" y="T1"/>
                  </a:cxn>
                  <a:cxn ang="0">
                    <a:pos x="T2" y="T3"/>
                  </a:cxn>
                  <a:cxn ang="0">
                    <a:pos x="T4" y="T5"/>
                  </a:cxn>
                  <a:cxn ang="0">
                    <a:pos x="T6" y="T7"/>
                  </a:cxn>
                  <a:cxn ang="0">
                    <a:pos x="T8" y="T9"/>
                  </a:cxn>
                </a:cxnLst>
                <a:rect l="0" t="0" r="r" b="b"/>
                <a:pathLst>
                  <a:path w="1245" h="173">
                    <a:moveTo>
                      <a:pt x="1245" y="0"/>
                    </a:moveTo>
                    <a:cubicBezTo>
                      <a:pt x="1221" y="63"/>
                      <a:pt x="1189" y="121"/>
                      <a:pt x="1149" y="173"/>
                    </a:cubicBezTo>
                    <a:cubicBezTo>
                      <a:pt x="96" y="173"/>
                      <a:pt x="96" y="173"/>
                      <a:pt x="96" y="173"/>
                    </a:cubicBezTo>
                    <a:cubicBezTo>
                      <a:pt x="57" y="121"/>
                      <a:pt x="24" y="63"/>
                      <a:pt x="0" y="0"/>
                    </a:cubicBezTo>
                    <a:lnTo>
                      <a:pt x="1245" y="0"/>
                    </a:lnTo>
                    <a:close/>
                  </a:path>
                </a:pathLst>
              </a:custGeom>
              <a:noFill/>
              <a:ln>
                <a:solidFill>
                  <a:schemeClr val="accent1"/>
                </a:solidFill>
              </a:ln>
            </p:spPr>
            <p:txBody>
              <a:bodyPr anchor="ctr"/>
              <a:lstStyle/>
              <a:p>
                <a:pPr algn="ctr"/>
                <a:endParaRPr/>
              </a:p>
            </p:txBody>
          </p:sp>
          <p:sp>
            <p:nvSpPr>
              <p:cNvPr id="77" name="ïŝļíḑè">
                <a:extLst>
                  <a:ext uri="{FF2B5EF4-FFF2-40B4-BE49-F238E27FC236}">
                    <a16:creationId xmlns:a16="http://schemas.microsoft.com/office/drawing/2014/main" id="{BB9F8E61-8B1B-4294-8BB3-D4EA1CC0E990}"/>
                  </a:ext>
                </a:extLst>
              </p:cNvPr>
              <p:cNvSpPr/>
              <p:nvPr/>
            </p:nvSpPr>
            <p:spPr bwMode="auto">
              <a:xfrm>
                <a:off x="2709863" y="3643313"/>
                <a:ext cx="493713" cy="95250"/>
              </a:xfrm>
              <a:custGeom>
                <a:avLst/>
                <a:gdLst>
                  <a:gd name="T0" fmla="*/ 11 w 630"/>
                  <a:gd name="T1" fmla="*/ 33 h 121"/>
                  <a:gd name="T2" fmla="*/ 35 w 630"/>
                  <a:gd name="T3" fmla="*/ 100 h 121"/>
                  <a:gd name="T4" fmla="*/ 72 w 630"/>
                  <a:gd name="T5" fmla="*/ 56 h 121"/>
                  <a:gd name="T6" fmla="*/ 62 w 630"/>
                  <a:gd name="T7" fmla="*/ 38 h 121"/>
                  <a:gd name="T8" fmla="*/ 58 w 630"/>
                  <a:gd name="T9" fmla="*/ 98 h 121"/>
                  <a:gd name="T10" fmla="*/ 75 w 630"/>
                  <a:gd name="T11" fmla="*/ 18 h 121"/>
                  <a:gd name="T12" fmla="*/ 31 w 630"/>
                  <a:gd name="T13" fmla="*/ 52 h 121"/>
                  <a:gd name="T14" fmla="*/ 34 w 630"/>
                  <a:gd name="T15" fmla="*/ 67 h 121"/>
                  <a:gd name="T16" fmla="*/ 171 w 630"/>
                  <a:gd name="T17" fmla="*/ 39 h 121"/>
                  <a:gd name="T18" fmla="*/ 186 w 630"/>
                  <a:gd name="T19" fmla="*/ 68 h 121"/>
                  <a:gd name="T20" fmla="*/ 191 w 630"/>
                  <a:gd name="T21" fmla="*/ 41 h 121"/>
                  <a:gd name="T22" fmla="*/ 194 w 630"/>
                  <a:gd name="T23" fmla="*/ 24 h 121"/>
                  <a:gd name="T24" fmla="*/ 151 w 630"/>
                  <a:gd name="T25" fmla="*/ 30 h 121"/>
                  <a:gd name="T26" fmla="*/ 131 w 630"/>
                  <a:gd name="T27" fmla="*/ 64 h 121"/>
                  <a:gd name="T28" fmla="*/ 140 w 630"/>
                  <a:gd name="T29" fmla="*/ 64 h 121"/>
                  <a:gd name="T30" fmla="*/ 134 w 630"/>
                  <a:gd name="T31" fmla="*/ 113 h 121"/>
                  <a:gd name="T32" fmla="*/ 187 w 630"/>
                  <a:gd name="T33" fmla="*/ 61 h 121"/>
                  <a:gd name="T34" fmla="*/ 174 w 630"/>
                  <a:gd name="T35" fmla="*/ 53 h 121"/>
                  <a:gd name="T36" fmla="*/ 170 w 630"/>
                  <a:gd name="T37" fmla="*/ 62 h 121"/>
                  <a:gd name="T38" fmla="*/ 166 w 630"/>
                  <a:gd name="T39" fmla="*/ 77 h 121"/>
                  <a:gd name="T40" fmla="*/ 179 w 630"/>
                  <a:gd name="T41" fmla="*/ 113 h 121"/>
                  <a:gd name="T42" fmla="*/ 223 w 630"/>
                  <a:gd name="T43" fmla="*/ 91 h 121"/>
                  <a:gd name="T44" fmla="*/ 186 w 630"/>
                  <a:gd name="T45" fmla="*/ 88 h 121"/>
                  <a:gd name="T46" fmla="*/ 173 w 630"/>
                  <a:gd name="T47" fmla="*/ 86 h 121"/>
                  <a:gd name="T48" fmla="*/ 271 w 630"/>
                  <a:gd name="T49" fmla="*/ 25 h 121"/>
                  <a:gd name="T50" fmla="*/ 251 w 630"/>
                  <a:gd name="T51" fmla="*/ 92 h 121"/>
                  <a:gd name="T52" fmla="*/ 306 w 630"/>
                  <a:gd name="T53" fmla="*/ 49 h 121"/>
                  <a:gd name="T54" fmla="*/ 297 w 630"/>
                  <a:gd name="T55" fmla="*/ 23 h 121"/>
                  <a:gd name="T56" fmla="*/ 317 w 630"/>
                  <a:gd name="T57" fmla="*/ 7 h 121"/>
                  <a:gd name="T58" fmla="*/ 279 w 630"/>
                  <a:gd name="T59" fmla="*/ 8 h 121"/>
                  <a:gd name="T60" fmla="*/ 287 w 630"/>
                  <a:gd name="T61" fmla="*/ 34 h 121"/>
                  <a:gd name="T62" fmla="*/ 293 w 630"/>
                  <a:gd name="T63" fmla="*/ 40 h 121"/>
                  <a:gd name="T64" fmla="*/ 316 w 630"/>
                  <a:gd name="T65" fmla="*/ 58 h 121"/>
                  <a:gd name="T66" fmla="*/ 332 w 630"/>
                  <a:gd name="T67" fmla="*/ 76 h 121"/>
                  <a:gd name="T68" fmla="*/ 308 w 630"/>
                  <a:gd name="T69" fmla="*/ 109 h 121"/>
                  <a:gd name="T70" fmla="*/ 296 w 630"/>
                  <a:gd name="T71" fmla="*/ 107 h 121"/>
                  <a:gd name="T72" fmla="*/ 263 w 630"/>
                  <a:gd name="T73" fmla="*/ 86 h 121"/>
                  <a:gd name="T74" fmla="*/ 305 w 630"/>
                  <a:gd name="T75" fmla="*/ 65 h 121"/>
                  <a:gd name="T76" fmla="*/ 377 w 630"/>
                  <a:gd name="T77" fmla="*/ 46 h 121"/>
                  <a:gd name="T78" fmla="*/ 419 w 630"/>
                  <a:gd name="T79" fmla="*/ 47 h 121"/>
                  <a:gd name="T80" fmla="*/ 418 w 630"/>
                  <a:gd name="T81" fmla="*/ 56 h 121"/>
                  <a:gd name="T82" fmla="*/ 370 w 630"/>
                  <a:gd name="T83" fmla="*/ 84 h 121"/>
                  <a:gd name="T84" fmla="*/ 388 w 630"/>
                  <a:gd name="T85" fmla="*/ 105 h 121"/>
                  <a:gd name="T86" fmla="*/ 415 w 630"/>
                  <a:gd name="T87" fmla="*/ 108 h 121"/>
                  <a:gd name="T88" fmla="*/ 438 w 630"/>
                  <a:gd name="T89" fmla="*/ 69 h 121"/>
                  <a:gd name="T90" fmla="*/ 449 w 630"/>
                  <a:gd name="T91" fmla="*/ 56 h 121"/>
                  <a:gd name="T92" fmla="*/ 423 w 630"/>
                  <a:gd name="T93" fmla="*/ 29 h 121"/>
                  <a:gd name="T94" fmla="*/ 408 w 630"/>
                  <a:gd name="T95" fmla="*/ 22 h 121"/>
                  <a:gd name="T96" fmla="*/ 408 w 630"/>
                  <a:gd name="T97" fmla="*/ 22 h 121"/>
                  <a:gd name="T98" fmla="*/ 373 w 630"/>
                  <a:gd name="T99" fmla="*/ 63 h 121"/>
                  <a:gd name="T100" fmla="*/ 541 w 630"/>
                  <a:gd name="T101" fmla="*/ 44 h 121"/>
                  <a:gd name="T102" fmla="*/ 566 w 630"/>
                  <a:gd name="T103" fmla="*/ 83 h 121"/>
                  <a:gd name="T104" fmla="*/ 576 w 630"/>
                  <a:gd name="T105" fmla="*/ 102 h 121"/>
                  <a:gd name="T106" fmla="*/ 630 w 630"/>
                  <a:gd name="T107" fmla="*/ 101 h 121"/>
                  <a:gd name="T108" fmla="*/ 604 w 630"/>
                  <a:gd name="T109" fmla="*/ 55 h 121"/>
                  <a:gd name="T110" fmla="*/ 585 w 630"/>
                  <a:gd name="T111" fmla="*/ 45 h 121"/>
                  <a:gd name="T112" fmla="*/ 577 w 630"/>
                  <a:gd name="T113" fmla="*/ 15 h 121"/>
                  <a:gd name="T114" fmla="*/ 594 w 630"/>
                  <a:gd name="T115" fmla="*/ 29 h 121"/>
                  <a:gd name="T116" fmla="*/ 542 w 630"/>
                  <a:gd name="T117" fmla="*/ 72 h 121"/>
                  <a:gd name="T118" fmla="*/ 542 w 630"/>
                  <a:gd name="T119" fmla="*/ 72 h 121"/>
                  <a:gd name="T120" fmla="*/ 526 w 630"/>
                  <a:gd name="T121" fmla="*/ 9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30" h="121">
                    <a:moveTo>
                      <a:pt x="43" y="91"/>
                    </a:moveTo>
                    <a:cubicBezTo>
                      <a:pt x="44" y="89"/>
                      <a:pt x="44" y="84"/>
                      <a:pt x="43" y="77"/>
                    </a:cubicBezTo>
                    <a:cubicBezTo>
                      <a:pt x="42" y="64"/>
                      <a:pt x="42" y="53"/>
                      <a:pt x="43" y="44"/>
                    </a:cubicBezTo>
                    <a:cubicBezTo>
                      <a:pt x="43" y="37"/>
                      <a:pt x="45" y="32"/>
                      <a:pt x="48" y="28"/>
                    </a:cubicBezTo>
                    <a:cubicBezTo>
                      <a:pt x="49" y="26"/>
                      <a:pt x="47" y="24"/>
                      <a:pt x="43" y="23"/>
                    </a:cubicBezTo>
                    <a:cubicBezTo>
                      <a:pt x="38" y="22"/>
                      <a:pt x="33" y="23"/>
                      <a:pt x="30" y="24"/>
                    </a:cubicBezTo>
                    <a:cubicBezTo>
                      <a:pt x="25" y="27"/>
                      <a:pt x="20" y="28"/>
                      <a:pt x="15" y="29"/>
                    </a:cubicBezTo>
                    <a:cubicBezTo>
                      <a:pt x="13" y="30"/>
                      <a:pt x="11" y="31"/>
                      <a:pt x="11" y="33"/>
                    </a:cubicBezTo>
                    <a:cubicBezTo>
                      <a:pt x="12" y="35"/>
                      <a:pt x="12" y="43"/>
                      <a:pt x="11" y="59"/>
                    </a:cubicBezTo>
                    <a:cubicBezTo>
                      <a:pt x="11" y="65"/>
                      <a:pt x="11" y="68"/>
                      <a:pt x="11" y="70"/>
                    </a:cubicBezTo>
                    <a:cubicBezTo>
                      <a:pt x="11" y="75"/>
                      <a:pt x="7" y="79"/>
                      <a:pt x="0" y="84"/>
                    </a:cubicBezTo>
                    <a:cubicBezTo>
                      <a:pt x="1" y="87"/>
                      <a:pt x="3" y="90"/>
                      <a:pt x="8" y="91"/>
                    </a:cubicBezTo>
                    <a:cubicBezTo>
                      <a:pt x="11" y="86"/>
                      <a:pt x="15" y="82"/>
                      <a:pt x="22" y="77"/>
                    </a:cubicBezTo>
                    <a:cubicBezTo>
                      <a:pt x="25" y="81"/>
                      <a:pt x="30" y="86"/>
                      <a:pt x="37" y="90"/>
                    </a:cubicBezTo>
                    <a:cubicBezTo>
                      <a:pt x="40" y="91"/>
                      <a:pt x="41" y="92"/>
                      <a:pt x="42" y="93"/>
                    </a:cubicBezTo>
                    <a:cubicBezTo>
                      <a:pt x="40" y="95"/>
                      <a:pt x="38" y="97"/>
                      <a:pt x="35" y="100"/>
                    </a:cubicBezTo>
                    <a:cubicBezTo>
                      <a:pt x="32" y="103"/>
                      <a:pt x="30" y="105"/>
                      <a:pt x="29" y="107"/>
                    </a:cubicBezTo>
                    <a:cubicBezTo>
                      <a:pt x="30" y="108"/>
                      <a:pt x="33" y="107"/>
                      <a:pt x="40" y="104"/>
                    </a:cubicBezTo>
                    <a:cubicBezTo>
                      <a:pt x="44" y="102"/>
                      <a:pt x="46" y="100"/>
                      <a:pt x="46" y="99"/>
                    </a:cubicBezTo>
                    <a:cubicBezTo>
                      <a:pt x="46" y="96"/>
                      <a:pt x="47" y="92"/>
                      <a:pt x="50" y="88"/>
                    </a:cubicBezTo>
                    <a:cubicBezTo>
                      <a:pt x="53" y="84"/>
                      <a:pt x="55" y="79"/>
                      <a:pt x="57" y="74"/>
                    </a:cubicBezTo>
                    <a:cubicBezTo>
                      <a:pt x="59" y="69"/>
                      <a:pt x="64" y="66"/>
                      <a:pt x="73" y="64"/>
                    </a:cubicBezTo>
                    <a:cubicBezTo>
                      <a:pt x="73" y="64"/>
                      <a:pt x="73" y="62"/>
                      <a:pt x="73" y="60"/>
                    </a:cubicBezTo>
                    <a:cubicBezTo>
                      <a:pt x="73" y="57"/>
                      <a:pt x="73" y="56"/>
                      <a:pt x="72" y="56"/>
                    </a:cubicBezTo>
                    <a:cubicBezTo>
                      <a:pt x="70" y="56"/>
                      <a:pt x="68" y="56"/>
                      <a:pt x="66" y="57"/>
                    </a:cubicBezTo>
                    <a:cubicBezTo>
                      <a:pt x="64" y="57"/>
                      <a:pt x="61" y="57"/>
                      <a:pt x="60" y="58"/>
                    </a:cubicBezTo>
                    <a:cubicBezTo>
                      <a:pt x="60" y="53"/>
                      <a:pt x="61" y="50"/>
                      <a:pt x="62" y="48"/>
                    </a:cubicBezTo>
                    <a:cubicBezTo>
                      <a:pt x="63" y="47"/>
                      <a:pt x="66" y="45"/>
                      <a:pt x="70" y="42"/>
                    </a:cubicBezTo>
                    <a:cubicBezTo>
                      <a:pt x="71" y="41"/>
                      <a:pt x="71" y="41"/>
                      <a:pt x="72" y="41"/>
                    </a:cubicBezTo>
                    <a:cubicBezTo>
                      <a:pt x="73" y="40"/>
                      <a:pt x="73" y="39"/>
                      <a:pt x="72" y="37"/>
                    </a:cubicBezTo>
                    <a:cubicBezTo>
                      <a:pt x="71" y="36"/>
                      <a:pt x="69" y="36"/>
                      <a:pt x="68" y="36"/>
                    </a:cubicBezTo>
                    <a:cubicBezTo>
                      <a:pt x="67" y="36"/>
                      <a:pt x="66" y="37"/>
                      <a:pt x="62" y="38"/>
                    </a:cubicBezTo>
                    <a:cubicBezTo>
                      <a:pt x="63" y="37"/>
                      <a:pt x="63" y="34"/>
                      <a:pt x="62" y="30"/>
                    </a:cubicBezTo>
                    <a:cubicBezTo>
                      <a:pt x="62" y="26"/>
                      <a:pt x="65" y="24"/>
                      <a:pt x="72" y="24"/>
                    </a:cubicBezTo>
                    <a:cubicBezTo>
                      <a:pt x="75" y="24"/>
                      <a:pt x="77" y="27"/>
                      <a:pt x="77" y="32"/>
                    </a:cubicBezTo>
                    <a:cubicBezTo>
                      <a:pt x="77" y="47"/>
                      <a:pt x="78" y="61"/>
                      <a:pt x="78" y="74"/>
                    </a:cubicBezTo>
                    <a:cubicBezTo>
                      <a:pt x="78" y="86"/>
                      <a:pt x="78" y="93"/>
                      <a:pt x="78" y="98"/>
                    </a:cubicBezTo>
                    <a:cubicBezTo>
                      <a:pt x="78" y="99"/>
                      <a:pt x="76" y="100"/>
                      <a:pt x="74" y="100"/>
                    </a:cubicBezTo>
                    <a:cubicBezTo>
                      <a:pt x="71" y="100"/>
                      <a:pt x="67" y="99"/>
                      <a:pt x="62" y="99"/>
                    </a:cubicBezTo>
                    <a:cubicBezTo>
                      <a:pt x="59" y="98"/>
                      <a:pt x="58" y="98"/>
                      <a:pt x="58" y="98"/>
                    </a:cubicBezTo>
                    <a:cubicBezTo>
                      <a:pt x="68" y="107"/>
                      <a:pt x="79" y="112"/>
                      <a:pt x="90" y="113"/>
                    </a:cubicBezTo>
                    <a:cubicBezTo>
                      <a:pt x="88" y="109"/>
                      <a:pt x="88" y="96"/>
                      <a:pt x="88" y="75"/>
                    </a:cubicBezTo>
                    <a:cubicBezTo>
                      <a:pt x="88" y="69"/>
                      <a:pt x="88" y="65"/>
                      <a:pt x="88" y="62"/>
                    </a:cubicBezTo>
                    <a:cubicBezTo>
                      <a:pt x="88" y="62"/>
                      <a:pt x="88" y="60"/>
                      <a:pt x="88" y="56"/>
                    </a:cubicBezTo>
                    <a:cubicBezTo>
                      <a:pt x="87" y="49"/>
                      <a:pt x="87" y="43"/>
                      <a:pt x="87" y="40"/>
                    </a:cubicBezTo>
                    <a:cubicBezTo>
                      <a:pt x="87" y="33"/>
                      <a:pt x="88" y="28"/>
                      <a:pt x="91" y="23"/>
                    </a:cubicBezTo>
                    <a:cubicBezTo>
                      <a:pt x="92" y="21"/>
                      <a:pt x="91" y="19"/>
                      <a:pt x="87" y="18"/>
                    </a:cubicBezTo>
                    <a:cubicBezTo>
                      <a:pt x="83" y="16"/>
                      <a:pt x="79" y="16"/>
                      <a:pt x="75" y="18"/>
                    </a:cubicBezTo>
                    <a:cubicBezTo>
                      <a:pt x="70" y="20"/>
                      <a:pt x="64" y="21"/>
                      <a:pt x="56" y="22"/>
                    </a:cubicBezTo>
                    <a:cubicBezTo>
                      <a:pt x="54" y="22"/>
                      <a:pt x="54" y="23"/>
                      <a:pt x="54" y="24"/>
                    </a:cubicBezTo>
                    <a:cubicBezTo>
                      <a:pt x="54" y="54"/>
                      <a:pt x="50" y="76"/>
                      <a:pt x="43" y="91"/>
                    </a:cubicBezTo>
                    <a:close/>
                    <a:moveTo>
                      <a:pt x="32" y="60"/>
                    </a:moveTo>
                    <a:cubicBezTo>
                      <a:pt x="27" y="64"/>
                      <a:pt x="23" y="66"/>
                      <a:pt x="20" y="68"/>
                    </a:cubicBezTo>
                    <a:cubicBezTo>
                      <a:pt x="20" y="64"/>
                      <a:pt x="20" y="61"/>
                      <a:pt x="21" y="60"/>
                    </a:cubicBezTo>
                    <a:cubicBezTo>
                      <a:pt x="21" y="58"/>
                      <a:pt x="23" y="57"/>
                      <a:pt x="27" y="56"/>
                    </a:cubicBezTo>
                    <a:cubicBezTo>
                      <a:pt x="29" y="55"/>
                      <a:pt x="31" y="53"/>
                      <a:pt x="31" y="52"/>
                    </a:cubicBezTo>
                    <a:cubicBezTo>
                      <a:pt x="32" y="49"/>
                      <a:pt x="29" y="46"/>
                      <a:pt x="23" y="43"/>
                    </a:cubicBezTo>
                    <a:cubicBezTo>
                      <a:pt x="23" y="41"/>
                      <a:pt x="23" y="38"/>
                      <a:pt x="24" y="35"/>
                    </a:cubicBezTo>
                    <a:cubicBezTo>
                      <a:pt x="25" y="32"/>
                      <a:pt x="28" y="31"/>
                      <a:pt x="32" y="32"/>
                    </a:cubicBezTo>
                    <a:cubicBezTo>
                      <a:pt x="34" y="32"/>
                      <a:pt x="34" y="36"/>
                      <a:pt x="34" y="43"/>
                    </a:cubicBezTo>
                    <a:cubicBezTo>
                      <a:pt x="34" y="44"/>
                      <a:pt x="34" y="46"/>
                      <a:pt x="34" y="48"/>
                    </a:cubicBezTo>
                    <a:cubicBezTo>
                      <a:pt x="35" y="56"/>
                      <a:pt x="34" y="60"/>
                      <a:pt x="32" y="60"/>
                    </a:cubicBezTo>
                    <a:close/>
                    <a:moveTo>
                      <a:pt x="23" y="77"/>
                    </a:moveTo>
                    <a:cubicBezTo>
                      <a:pt x="28" y="73"/>
                      <a:pt x="32" y="69"/>
                      <a:pt x="34" y="67"/>
                    </a:cubicBezTo>
                    <a:cubicBezTo>
                      <a:pt x="34" y="72"/>
                      <a:pt x="34" y="76"/>
                      <a:pt x="34" y="79"/>
                    </a:cubicBezTo>
                    <a:cubicBezTo>
                      <a:pt x="34" y="80"/>
                      <a:pt x="32" y="80"/>
                      <a:pt x="30" y="79"/>
                    </a:cubicBezTo>
                    <a:cubicBezTo>
                      <a:pt x="27" y="79"/>
                      <a:pt x="25" y="78"/>
                      <a:pt x="23" y="77"/>
                    </a:cubicBezTo>
                    <a:close/>
                    <a:moveTo>
                      <a:pt x="172" y="29"/>
                    </a:moveTo>
                    <a:cubicBezTo>
                      <a:pt x="171" y="29"/>
                      <a:pt x="169" y="30"/>
                      <a:pt x="165" y="31"/>
                    </a:cubicBezTo>
                    <a:cubicBezTo>
                      <a:pt x="159" y="33"/>
                      <a:pt x="155" y="34"/>
                      <a:pt x="153" y="35"/>
                    </a:cubicBezTo>
                    <a:cubicBezTo>
                      <a:pt x="154" y="38"/>
                      <a:pt x="155" y="41"/>
                      <a:pt x="158" y="44"/>
                    </a:cubicBezTo>
                    <a:cubicBezTo>
                      <a:pt x="162" y="41"/>
                      <a:pt x="167" y="39"/>
                      <a:pt x="171" y="39"/>
                    </a:cubicBezTo>
                    <a:cubicBezTo>
                      <a:pt x="171" y="42"/>
                      <a:pt x="171" y="43"/>
                      <a:pt x="171" y="44"/>
                    </a:cubicBezTo>
                    <a:cubicBezTo>
                      <a:pt x="170" y="45"/>
                      <a:pt x="165" y="47"/>
                      <a:pt x="156" y="50"/>
                    </a:cubicBezTo>
                    <a:cubicBezTo>
                      <a:pt x="154" y="51"/>
                      <a:pt x="153" y="52"/>
                      <a:pt x="153" y="53"/>
                    </a:cubicBezTo>
                    <a:cubicBezTo>
                      <a:pt x="153" y="54"/>
                      <a:pt x="154" y="57"/>
                      <a:pt x="155" y="61"/>
                    </a:cubicBezTo>
                    <a:cubicBezTo>
                      <a:pt x="157" y="64"/>
                      <a:pt x="159" y="67"/>
                      <a:pt x="162" y="71"/>
                    </a:cubicBezTo>
                    <a:cubicBezTo>
                      <a:pt x="163" y="72"/>
                      <a:pt x="164" y="72"/>
                      <a:pt x="164" y="73"/>
                    </a:cubicBezTo>
                    <a:cubicBezTo>
                      <a:pt x="165" y="74"/>
                      <a:pt x="166" y="74"/>
                      <a:pt x="167" y="74"/>
                    </a:cubicBezTo>
                    <a:cubicBezTo>
                      <a:pt x="175" y="69"/>
                      <a:pt x="181" y="67"/>
                      <a:pt x="186" y="68"/>
                    </a:cubicBezTo>
                    <a:cubicBezTo>
                      <a:pt x="187" y="68"/>
                      <a:pt x="188" y="69"/>
                      <a:pt x="189" y="71"/>
                    </a:cubicBezTo>
                    <a:cubicBezTo>
                      <a:pt x="190" y="72"/>
                      <a:pt x="191" y="72"/>
                      <a:pt x="192" y="73"/>
                    </a:cubicBezTo>
                    <a:cubicBezTo>
                      <a:pt x="193" y="73"/>
                      <a:pt x="195" y="72"/>
                      <a:pt x="196" y="71"/>
                    </a:cubicBezTo>
                    <a:cubicBezTo>
                      <a:pt x="199" y="67"/>
                      <a:pt x="201" y="64"/>
                      <a:pt x="202" y="62"/>
                    </a:cubicBezTo>
                    <a:cubicBezTo>
                      <a:pt x="202" y="61"/>
                      <a:pt x="202" y="60"/>
                      <a:pt x="203" y="60"/>
                    </a:cubicBezTo>
                    <a:cubicBezTo>
                      <a:pt x="203" y="59"/>
                      <a:pt x="204" y="58"/>
                      <a:pt x="205" y="56"/>
                    </a:cubicBezTo>
                    <a:cubicBezTo>
                      <a:pt x="208" y="51"/>
                      <a:pt x="209" y="48"/>
                      <a:pt x="209" y="47"/>
                    </a:cubicBezTo>
                    <a:cubicBezTo>
                      <a:pt x="208" y="44"/>
                      <a:pt x="202" y="42"/>
                      <a:pt x="191" y="41"/>
                    </a:cubicBezTo>
                    <a:cubicBezTo>
                      <a:pt x="190" y="41"/>
                      <a:pt x="189" y="41"/>
                      <a:pt x="187" y="41"/>
                    </a:cubicBezTo>
                    <a:cubicBezTo>
                      <a:pt x="185" y="41"/>
                      <a:pt x="182" y="42"/>
                      <a:pt x="180" y="42"/>
                    </a:cubicBezTo>
                    <a:cubicBezTo>
                      <a:pt x="179" y="42"/>
                      <a:pt x="179" y="42"/>
                      <a:pt x="179" y="41"/>
                    </a:cubicBezTo>
                    <a:cubicBezTo>
                      <a:pt x="179" y="39"/>
                      <a:pt x="179" y="38"/>
                      <a:pt x="179" y="38"/>
                    </a:cubicBezTo>
                    <a:cubicBezTo>
                      <a:pt x="183" y="35"/>
                      <a:pt x="191" y="34"/>
                      <a:pt x="201" y="35"/>
                    </a:cubicBezTo>
                    <a:cubicBezTo>
                      <a:pt x="201" y="35"/>
                      <a:pt x="202" y="34"/>
                      <a:pt x="202" y="32"/>
                    </a:cubicBezTo>
                    <a:cubicBezTo>
                      <a:pt x="201" y="28"/>
                      <a:pt x="199" y="25"/>
                      <a:pt x="198" y="23"/>
                    </a:cubicBezTo>
                    <a:cubicBezTo>
                      <a:pt x="197" y="23"/>
                      <a:pt x="196" y="23"/>
                      <a:pt x="194" y="24"/>
                    </a:cubicBezTo>
                    <a:cubicBezTo>
                      <a:pt x="190" y="26"/>
                      <a:pt x="185" y="27"/>
                      <a:pt x="181" y="28"/>
                    </a:cubicBezTo>
                    <a:cubicBezTo>
                      <a:pt x="181" y="27"/>
                      <a:pt x="181" y="26"/>
                      <a:pt x="182" y="24"/>
                    </a:cubicBezTo>
                    <a:cubicBezTo>
                      <a:pt x="182" y="23"/>
                      <a:pt x="182" y="22"/>
                      <a:pt x="182" y="21"/>
                    </a:cubicBezTo>
                    <a:cubicBezTo>
                      <a:pt x="182" y="16"/>
                      <a:pt x="184" y="13"/>
                      <a:pt x="187" y="11"/>
                    </a:cubicBezTo>
                    <a:cubicBezTo>
                      <a:pt x="187" y="11"/>
                      <a:pt x="187" y="10"/>
                      <a:pt x="187" y="10"/>
                    </a:cubicBezTo>
                    <a:cubicBezTo>
                      <a:pt x="184" y="7"/>
                      <a:pt x="180" y="6"/>
                      <a:pt x="175" y="7"/>
                    </a:cubicBezTo>
                    <a:cubicBezTo>
                      <a:pt x="172" y="29"/>
                      <a:pt x="172" y="29"/>
                      <a:pt x="172" y="29"/>
                    </a:cubicBezTo>
                    <a:close/>
                    <a:moveTo>
                      <a:pt x="151" y="30"/>
                    </a:moveTo>
                    <a:cubicBezTo>
                      <a:pt x="151" y="26"/>
                      <a:pt x="148" y="22"/>
                      <a:pt x="143" y="19"/>
                    </a:cubicBezTo>
                    <a:cubicBezTo>
                      <a:pt x="137" y="31"/>
                      <a:pt x="133" y="39"/>
                      <a:pt x="131" y="44"/>
                    </a:cubicBezTo>
                    <a:cubicBezTo>
                      <a:pt x="130" y="46"/>
                      <a:pt x="130" y="47"/>
                      <a:pt x="131" y="48"/>
                    </a:cubicBezTo>
                    <a:cubicBezTo>
                      <a:pt x="132" y="48"/>
                      <a:pt x="133" y="47"/>
                      <a:pt x="136" y="46"/>
                    </a:cubicBezTo>
                    <a:cubicBezTo>
                      <a:pt x="140" y="43"/>
                      <a:pt x="145" y="37"/>
                      <a:pt x="151" y="30"/>
                    </a:cubicBezTo>
                    <a:close/>
                    <a:moveTo>
                      <a:pt x="116" y="87"/>
                    </a:moveTo>
                    <a:cubicBezTo>
                      <a:pt x="117" y="85"/>
                      <a:pt x="118" y="84"/>
                      <a:pt x="117" y="85"/>
                    </a:cubicBezTo>
                    <a:cubicBezTo>
                      <a:pt x="124" y="76"/>
                      <a:pt x="128" y="69"/>
                      <a:pt x="131" y="64"/>
                    </a:cubicBezTo>
                    <a:cubicBezTo>
                      <a:pt x="134" y="59"/>
                      <a:pt x="137" y="54"/>
                      <a:pt x="140" y="49"/>
                    </a:cubicBezTo>
                    <a:cubicBezTo>
                      <a:pt x="140" y="49"/>
                      <a:pt x="140" y="49"/>
                      <a:pt x="140" y="48"/>
                    </a:cubicBezTo>
                    <a:cubicBezTo>
                      <a:pt x="142" y="44"/>
                      <a:pt x="144" y="42"/>
                      <a:pt x="146" y="42"/>
                    </a:cubicBezTo>
                    <a:cubicBezTo>
                      <a:pt x="149" y="43"/>
                      <a:pt x="150" y="45"/>
                      <a:pt x="151" y="49"/>
                    </a:cubicBezTo>
                    <a:cubicBezTo>
                      <a:pt x="151" y="50"/>
                      <a:pt x="150" y="50"/>
                      <a:pt x="149" y="51"/>
                    </a:cubicBezTo>
                    <a:cubicBezTo>
                      <a:pt x="149" y="52"/>
                      <a:pt x="149" y="53"/>
                      <a:pt x="148" y="53"/>
                    </a:cubicBezTo>
                    <a:cubicBezTo>
                      <a:pt x="143" y="59"/>
                      <a:pt x="141" y="62"/>
                      <a:pt x="140" y="64"/>
                    </a:cubicBezTo>
                    <a:cubicBezTo>
                      <a:pt x="140" y="64"/>
                      <a:pt x="140" y="64"/>
                      <a:pt x="140" y="64"/>
                    </a:cubicBezTo>
                    <a:cubicBezTo>
                      <a:pt x="138" y="66"/>
                      <a:pt x="137" y="68"/>
                      <a:pt x="138" y="70"/>
                    </a:cubicBezTo>
                    <a:cubicBezTo>
                      <a:pt x="138" y="71"/>
                      <a:pt x="139" y="71"/>
                      <a:pt x="142" y="72"/>
                    </a:cubicBezTo>
                    <a:cubicBezTo>
                      <a:pt x="144" y="72"/>
                      <a:pt x="145" y="73"/>
                      <a:pt x="145" y="75"/>
                    </a:cubicBezTo>
                    <a:cubicBezTo>
                      <a:pt x="146" y="76"/>
                      <a:pt x="145" y="78"/>
                      <a:pt x="144" y="81"/>
                    </a:cubicBezTo>
                    <a:cubicBezTo>
                      <a:pt x="142" y="87"/>
                      <a:pt x="141" y="95"/>
                      <a:pt x="141" y="104"/>
                    </a:cubicBezTo>
                    <a:cubicBezTo>
                      <a:pt x="141" y="104"/>
                      <a:pt x="141" y="105"/>
                      <a:pt x="141" y="106"/>
                    </a:cubicBezTo>
                    <a:cubicBezTo>
                      <a:pt x="142" y="111"/>
                      <a:pt x="142" y="114"/>
                      <a:pt x="141" y="115"/>
                    </a:cubicBezTo>
                    <a:cubicBezTo>
                      <a:pt x="138" y="116"/>
                      <a:pt x="135" y="115"/>
                      <a:pt x="134" y="113"/>
                    </a:cubicBezTo>
                    <a:cubicBezTo>
                      <a:pt x="135" y="107"/>
                      <a:pt x="135" y="98"/>
                      <a:pt x="134" y="85"/>
                    </a:cubicBezTo>
                    <a:cubicBezTo>
                      <a:pt x="134" y="83"/>
                      <a:pt x="133" y="81"/>
                      <a:pt x="132" y="81"/>
                    </a:cubicBezTo>
                    <a:cubicBezTo>
                      <a:pt x="132" y="82"/>
                      <a:pt x="131" y="82"/>
                      <a:pt x="129" y="84"/>
                    </a:cubicBezTo>
                    <a:cubicBezTo>
                      <a:pt x="124" y="88"/>
                      <a:pt x="120" y="91"/>
                      <a:pt x="117" y="91"/>
                    </a:cubicBezTo>
                    <a:cubicBezTo>
                      <a:pt x="116" y="92"/>
                      <a:pt x="115" y="91"/>
                      <a:pt x="115" y="90"/>
                    </a:cubicBezTo>
                    <a:cubicBezTo>
                      <a:pt x="115" y="89"/>
                      <a:pt x="115" y="88"/>
                      <a:pt x="116" y="87"/>
                    </a:cubicBezTo>
                    <a:close/>
                    <a:moveTo>
                      <a:pt x="190" y="61"/>
                    </a:moveTo>
                    <a:cubicBezTo>
                      <a:pt x="189" y="61"/>
                      <a:pt x="188" y="61"/>
                      <a:pt x="187" y="61"/>
                    </a:cubicBezTo>
                    <a:cubicBezTo>
                      <a:pt x="188" y="61"/>
                      <a:pt x="187" y="61"/>
                      <a:pt x="186" y="60"/>
                    </a:cubicBezTo>
                    <a:cubicBezTo>
                      <a:pt x="186" y="58"/>
                      <a:pt x="187" y="54"/>
                      <a:pt x="188" y="49"/>
                    </a:cubicBezTo>
                    <a:cubicBezTo>
                      <a:pt x="189" y="48"/>
                      <a:pt x="190" y="48"/>
                      <a:pt x="191" y="48"/>
                    </a:cubicBezTo>
                    <a:cubicBezTo>
                      <a:pt x="192" y="47"/>
                      <a:pt x="193" y="48"/>
                      <a:pt x="193" y="49"/>
                    </a:cubicBezTo>
                    <a:cubicBezTo>
                      <a:pt x="194" y="50"/>
                      <a:pt x="194" y="51"/>
                      <a:pt x="194" y="54"/>
                    </a:cubicBezTo>
                    <a:cubicBezTo>
                      <a:pt x="193" y="60"/>
                      <a:pt x="191" y="62"/>
                      <a:pt x="190" y="61"/>
                    </a:cubicBezTo>
                    <a:close/>
                    <a:moveTo>
                      <a:pt x="176" y="62"/>
                    </a:moveTo>
                    <a:cubicBezTo>
                      <a:pt x="175" y="61"/>
                      <a:pt x="175" y="58"/>
                      <a:pt x="174" y="53"/>
                    </a:cubicBezTo>
                    <a:cubicBezTo>
                      <a:pt x="174" y="51"/>
                      <a:pt x="175" y="50"/>
                      <a:pt x="178" y="50"/>
                    </a:cubicBezTo>
                    <a:cubicBezTo>
                      <a:pt x="179" y="50"/>
                      <a:pt x="179" y="51"/>
                      <a:pt x="179" y="54"/>
                    </a:cubicBezTo>
                    <a:cubicBezTo>
                      <a:pt x="179" y="59"/>
                      <a:pt x="178" y="62"/>
                      <a:pt x="176" y="62"/>
                    </a:cubicBezTo>
                    <a:close/>
                    <a:moveTo>
                      <a:pt x="165" y="64"/>
                    </a:moveTo>
                    <a:cubicBezTo>
                      <a:pt x="164" y="63"/>
                      <a:pt x="163" y="61"/>
                      <a:pt x="162" y="59"/>
                    </a:cubicBezTo>
                    <a:cubicBezTo>
                      <a:pt x="161" y="57"/>
                      <a:pt x="162" y="56"/>
                      <a:pt x="165" y="55"/>
                    </a:cubicBezTo>
                    <a:cubicBezTo>
                      <a:pt x="166" y="54"/>
                      <a:pt x="167" y="55"/>
                      <a:pt x="168" y="57"/>
                    </a:cubicBezTo>
                    <a:cubicBezTo>
                      <a:pt x="170" y="58"/>
                      <a:pt x="170" y="60"/>
                      <a:pt x="170" y="62"/>
                    </a:cubicBezTo>
                    <a:cubicBezTo>
                      <a:pt x="169" y="64"/>
                      <a:pt x="167" y="64"/>
                      <a:pt x="165" y="64"/>
                    </a:cubicBezTo>
                    <a:close/>
                    <a:moveTo>
                      <a:pt x="145" y="103"/>
                    </a:moveTo>
                    <a:cubicBezTo>
                      <a:pt x="147" y="100"/>
                      <a:pt x="151" y="94"/>
                      <a:pt x="157" y="87"/>
                    </a:cubicBezTo>
                    <a:cubicBezTo>
                      <a:pt x="157" y="88"/>
                      <a:pt x="157" y="87"/>
                      <a:pt x="158" y="86"/>
                    </a:cubicBezTo>
                    <a:cubicBezTo>
                      <a:pt x="158" y="85"/>
                      <a:pt x="158" y="84"/>
                      <a:pt x="157" y="83"/>
                    </a:cubicBezTo>
                    <a:cubicBezTo>
                      <a:pt x="156" y="82"/>
                      <a:pt x="156" y="81"/>
                      <a:pt x="156" y="80"/>
                    </a:cubicBezTo>
                    <a:cubicBezTo>
                      <a:pt x="156" y="79"/>
                      <a:pt x="156" y="78"/>
                      <a:pt x="157" y="78"/>
                    </a:cubicBezTo>
                    <a:cubicBezTo>
                      <a:pt x="158" y="78"/>
                      <a:pt x="161" y="78"/>
                      <a:pt x="166" y="77"/>
                    </a:cubicBezTo>
                    <a:cubicBezTo>
                      <a:pt x="178" y="74"/>
                      <a:pt x="185" y="73"/>
                      <a:pt x="188" y="73"/>
                    </a:cubicBezTo>
                    <a:cubicBezTo>
                      <a:pt x="190" y="74"/>
                      <a:pt x="191" y="76"/>
                      <a:pt x="193" y="79"/>
                    </a:cubicBezTo>
                    <a:cubicBezTo>
                      <a:pt x="193" y="80"/>
                      <a:pt x="191" y="81"/>
                      <a:pt x="189" y="81"/>
                    </a:cubicBezTo>
                    <a:cubicBezTo>
                      <a:pt x="188" y="81"/>
                      <a:pt x="188" y="82"/>
                      <a:pt x="187" y="82"/>
                    </a:cubicBezTo>
                    <a:cubicBezTo>
                      <a:pt x="193" y="86"/>
                      <a:pt x="199" y="92"/>
                      <a:pt x="204" y="101"/>
                    </a:cubicBezTo>
                    <a:cubicBezTo>
                      <a:pt x="208" y="107"/>
                      <a:pt x="209" y="111"/>
                      <a:pt x="209" y="113"/>
                    </a:cubicBezTo>
                    <a:cubicBezTo>
                      <a:pt x="209" y="115"/>
                      <a:pt x="207" y="116"/>
                      <a:pt x="203" y="116"/>
                    </a:cubicBezTo>
                    <a:cubicBezTo>
                      <a:pt x="200" y="116"/>
                      <a:pt x="192" y="115"/>
                      <a:pt x="179" y="113"/>
                    </a:cubicBezTo>
                    <a:cubicBezTo>
                      <a:pt x="175" y="112"/>
                      <a:pt x="171" y="112"/>
                      <a:pt x="169" y="112"/>
                    </a:cubicBezTo>
                    <a:cubicBezTo>
                      <a:pt x="168" y="112"/>
                      <a:pt x="166" y="109"/>
                      <a:pt x="165" y="105"/>
                    </a:cubicBezTo>
                    <a:cubicBezTo>
                      <a:pt x="165" y="104"/>
                      <a:pt x="165" y="102"/>
                      <a:pt x="165" y="99"/>
                    </a:cubicBezTo>
                    <a:cubicBezTo>
                      <a:pt x="164" y="94"/>
                      <a:pt x="163" y="91"/>
                      <a:pt x="163" y="89"/>
                    </a:cubicBezTo>
                    <a:cubicBezTo>
                      <a:pt x="160" y="92"/>
                      <a:pt x="157" y="99"/>
                      <a:pt x="155" y="108"/>
                    </a:cubicBezTo>
                    <a:cubicBezTo>
                      <a:pt x="149" y="107"/>
                      <a:pt x="145" y="105"/>
                      <a:pt x="145" y="103"/>
                    </a:cubicBezTo>
                    <a:close/>
                    <a:moveTo>
                      <a:pt x="222" y="98"/>
                    </a:moveTo>
                    <a:cubicBezTo>
                      <a:pt x="223" y="98"/>
                      <a:pt x="223" y="95"/>
                      <a:pt x="223" y="91"/>
                    </a:cubicBezTo>
                    <a:cubicBezTo>
                      <a:pt x="223" y="86"/>
                      <a:pt x="222" y="84"/>
                      <a:pt x="220" y="84"/>
                    </a:cubicBezTo>
                    <a:cubicBezTo>
                      <a:pt x="212" y="82"/>
                      <a:pt x="205" y="81"/>
                      <a:pt x="200" y="81"/>
                    </a:cubicBezTo>
                    <a:cubicBezTo>
                      <a:pt x="198" y="81"/>
                      <a:pt x="197" y="81"/>
                      <a:pt x="197" y="82"/>
                    </a:cubicBezTo>
                    <a:cubicBezTo>
                      <a:pt x="197" y="82"/>
                      <a:pt x="198" y="83"/>
                      <a:pt x="200" y="85"/>
                    </a:cubicBezTo>
                    <a:cubicBezTo>
                      <a:pt x="201" y="85"/>
                      <a:pt x="202" y="85"/>
                      <a:pt x="203" y="86"/>
                    </a:cubicBezTo>
                    <a:cubicBezTo>
                      <a:pt x="212" y="93"/>
                      <a:pt x="218" y="97"/>
                      <a:pt x="222" y="98"/>
                    </a:cubicBezTo>
                    <a:close/>
                    <a:moveTo>
                      <a:pt x="182" y="88"/>
                    </a:moveTo>
                    <a:cubicBezTo>
                      <a:pt x="183" y="88"/>
                      <a:pt x="184" y="88"/>
                      <a:pt x="186" y="88"/>
                    </a:cubicBezTo>
                    <a:cubicBezTo>
                      <a:pt x="187" y="88"/>
                      <a:pt x="189" y="88"/>
                      <a:pt x="189" y="87"/>
                    </a:cubicBezTo>
                    <a:cubicBezTo>
                      <a:pt x="187" y="84"/>
                      <a:pt x="185" y="82"/>
                      <a:pt x="182" y="82"/>
                    </a:cubicBezTo>
                    <a:cubicBezTo>
                      <a:pt x="180" y="82"/>
                      <a:pt x="178" y="83"/>
                      <a:pt x="176" y="85"/>
                    </a:cubicBezTo>
                    <a:cubicBezTo>
                      <a:pt x="176" y="88"/>
                      <a:pt x="178" y="89"/>
                      <a:pt x="182" y="88"/>
                    </a:cubicBezTo>
                    <a:close/>
                    <a:moveTo>
                      <a:pt x="191" y="91"/>
                    </a:moveTo>
                    <a:cubicBezTo>
                      <a:pt x="188" y="93"/>
                      <a:pt x="185" y="95"/>
                      <a:pt x="183" y="98"/>
                    </a:cubicBezTo>
                    <a:cubicBezTo>
                      <a:pt x="181" y="100"/>
                      <a:pt x="179" y="100"/>
                      <a:pt x="177" y="98"/>
                    </a:cubicBezTo>
                    <a:cubicBezTo>
                      <a:pt x="175" y="94"/>
                      <a:pt x="174" y="90"/>
                      <a:pt x="173" y="86"/>
                    </a:cubicBezTo>
                    <a:cubicBezTo>
                      <a:pt x="171" y="85"/>
                      <a:pt x="170" y="85"/>
                      <a:pt x="168" y="88"/>
                    </a:cubicBezTo>
                    <a:cubicBezTo>
                      <a:pt x="168" y="89"/>
                      <a:pt x="168" y="91"/>
                      <a:pt x="168" y="92"/>
                    </a:cubicBezTo>
                    <a:cubicBezTo>
                      <a:pt x="168" y="99"/>
                      <a:pt x="170" y="104"/>
                      <a:pt x="174" y="105"/>
                    </a:cubicBezTo>
                    <a:cubicBezTo>
                      <a:pt x="179" y="106"/>
                      <a:pt x="184" y="107"/>
                      <a:pt x="189" y="107"/>
                    </a:cubicBezTo>
                    <a:cubicBezTo>
                      <a:pt x="193" y="107"/>
                      <a:pt x="196" y="105"/>
                      <a:pt x="195" y="101"/>
                    </a:cubicBezTo>
                    <a:cubicBezTo>
                      <a:pt x="195" y="97"/>
                      <a:pt x="193" y="94"/>
                      <a:pt x="191" y="91"/>
                    </a:cubicBezTo>
                    <a:close/>
                    <a:moveTo>
                      <a:pt x="272" y="7"/>
                    </a:moveTo>
                    <a:cubicBezTo>
                      <a:pt x="272" y="13"/>
                      <a:pt x="272" y="19"/>
                      <a:pt x="271" y="25"/>
                    </a:cubicBezTo>
                    <a:cubicBezTo>
                      <a:pt x="269" y="38"/>
                      <a:pt x="264" y="54"/>
                      <a:pt x="256" y="72"/>
                    </a:cubicBezTo>
                    <a:cubicBezTo>
                      <a:pt x="255" y="73"/>
                      <a:pt x="254" y="75"/>
                      <a:pt x="254" y="76"/>
                    </a:cubicBezTo>
                    <a:cubicBezTo>
                      <a:pt x="252" y="80"/>
                      <a:pt x="249" y="84"/>
                      <a:pt x="245" y="88"/>
                    </a:cubicBezTo>
                    <a:cubicBezTo>
                      <a:pt x="241" y="92"/>
                      <a:pt x="238" y="96"/>
                      <a:pt x="235" y="101"/>
                    </a:cubicBezTo>
                    <a:cubicBezTo>
                      <a:pt x="234" y="102"/>
                      <a:pt x="234" y="103"/>
                      <a:pt x="234" y="103"/>
                    </a:cubicBezTo>
                    <a:cubicBezTo>
                      <a:pt x="235" y="104"/>
                      <a:pt x="236" y="103"/>
                      <a:pt x="238" y="102"/>
                    </a:cubicBezTo>
                    <a:cubicBezTo>
                      <a:pt x="239" y="102"/>
                      <a:pt x="239" y="101"/>
                      <a:pt x="239" y="102"/>
                    </a:cubicBezTo>
                    <a:cubicBezTo>
                      <a:pt x="247" y="96"/>
                      <a:pt x="251" y="93"/>
                      <a:pt x="251" y="92"/>
                    </a:cubicBezTo>
                    <a:cubicBezTo>
                      <a:pt x="253" y="87"/>
                      <a:pt x="255" y="82"/>
                      <a:pt x="257" y="79"/>
                    </a:cubicBezTo>
                    <a:cubicBezTo>
                      <a:pt x="261" y="72"/>
                      <a:pt x="268" y="58"/>
                      <a:pt x="276" y="37"/>
                    </a:cubicBezTo>
                    <a:cubicBezTo>
                      <a:pt x="276" y="41"/>
                      <a:pt x="277" y="44"/>
                      <a:pt x="279" y="48"/>
                    </a:cubicBezTo>
                    <a:cubicBezTo>
                      <a:pt x="280" y="49"/>
                      <a:pt x="280" y="49"/>
                      <a:pt x="280" y="49"/>
                    </a:cubicBezTo>
                    <a:cubicBezTo>
                      <a:pt x="280" y="50"/>
                      <a:pt x="281" y="50"/>
                      <a:pt x="281" y="51"/>
                    </a:cubicBezTo>
                    <a:cubicBezTo>
                      <a:pt x="283" y="54"/>
                      <a:pt x="284" y="56"/>
                      <a:pt x="286" y="56"/>
                    </a:cubicBezTo>
                    <a:cubicBezTo>
                      <a:pt x="286" y="56"/>
                      <a:pt x="286" y="55"/>
                      <a:pt x="287" y="55"/>
                    </a:cubicBezTo>
                    <a:cubicBezTo>
                      <a:pt x="292" y="52"/>
                      <a:pt x="299" y="50"/>
                      <a:pt x="306" y="49"/>
                    </a:cubicBezTo>
                    <a:cubicBezTo>
                      <a:pt x="308" y="50"/>
                      <a:pt x="310" y="51"/>
                      <a:pt x="313" y="52"/>
                    </a:cubicBezTo>
                    <a:cubicBezTo>
                      <a:pt x="314" y="53"/>
                      <a:pt x="316" y="53"/>
                      <a:pt x="317" y="53"/>
                    </a:cubicBezTo>
                    <a:cubicBezTo>
                      <a:pt x="317" y="53"/>
                      <a:pt x="319" y="50"/>
                      <a:pt x="321" y="43"/>
                    </a:cubicBezTo>
                    <a:cubicBezTo>
                      <a:pt x="322" y="38"/>
                      <a:pt x="322" y="35"/>
                      <a:pt x="323" y="34"/>
                    </a:cubicBezTo>
                    <a:cubicBezTo>
                      <a:pt x="324" y="32"/>
                      <a:pt x="325" y="29"/>
                      <a:pt x="327" y="26"/>
                    </a:cubicBezTo>
                    <a:cubicBezTo>
                      <a:pt x="323" y="23"/>
                      <a:pt x="319" y="21"/>
                      <a:pt x="313" y="19"/>
                    </a:cubicBezTo>
                    <a:cubicBezTo>
                      <a:pt x="311" y="19"/>
                      <a:pt x="307" y="20"/>
                      <a:pt x="301" y="22"/>
                    </a:cubicBezTo>
                    <a:cubicBezTo>
                      <a:pt x="299" y="23"/>
                      <a:pt x="297" y="23"/>
                      <a:pt x="297" y="23"/>
                    </a:cubicBezTo>
                    <a:cubicBezTo>
                      <a:pt x="291" y="24"/>
                      <a:pt x="286" y="26"/>
                      <a:pt x="281" y="27"/>
                    </a:cubicBezTo>
                    <a:cubicBezTo>
                      <a:pt x="280" y="27"/>
                      <a:pt x="280" y="28"/>
                      <a:pt x="279" y="28"/>
                    </a:cubicBezTo>
                    <a:cubicBezTo>
                      <a:pt x="281" y="19"/>
                      <a:pt x="284" y="16"/>
                      <a:pt x="288" y="17"/>
                    </a:cubicBezTo>
                    <a:cubicBezTo>
                      <a:pt x="293" y="17"/>
                      <a:pt x="299" y="16"/>
                      <a:pt x="305" y="14"/>
                    </a:cubicBezTo>
                    <a:cubicBezTo>
                      <a:pt x="308" y="13"/>
                      <a:pt x="309" y="13"/>
                      <a:pt x="310" y="13"/>
                    </a:cubicBezTo>
                    <a:cubicBezTo>
                      <a:pt x="313" y="12"/>
                      <a:pt x="315" y="12"/>
                      <a:pt x="317" y="12"/>
                    </a:cubicBezTo>
                    <a:cubicBezTo>
                      <a:pt x="318" y="12"/>
                      <a:pt x="319" y="12"/>
                      <a:pt x="319" y="12"/>
                    </a:cubicBezTo>
                    <a:cubicBezTo>
                      <a:pt x="320" y="11"/>
                      <a:pt x="319" y="10"/>
                      <a:pt x="317" y="7"/>
                    </a:cubicBezTo>
                    <a:cubicBezTo>
                      <a:pt x="317" y="7"/>
                      <a:pt x="317" y="6"/>
                      <a:pt x="317" y="6"/>
                    </a:cubicBezTo>
                    <a:cubicBezTo>
                      <a:pt x="317" y="6"/>
                      <a:pt x="316" y="5"/>
                      <a:pt x="316" y="5"/>
                    </a:cubicBezTo>
                    <a:cubicBezTo>
                      <a:pt x="315" y="2"/>
                      <a:pt x="314" y="0"/>
                      <a:pt x="312" y="1"/>
                    </a:cubicBezTo>
                    <a:cubicBezTo>
                      <a:pt x="312" y="1"/>
                      <a:pt x="311" y="1"/>
                      <a:pt x="311" y="1"/>
                    </a:cubicBezTo>
                    <a:cubicBezTo>
                      <a:pt x="307" y="3"/>
                      <a:pt x="303" y="4"/>
                      <a:pt x="299" y="5"/>
                    </a:cubicBezTo>
                    <a:cubicBezTo>
                      <a:pt x="294" y="5"/>
                      <a:pt x="290" y="6"/>
                      <a:pt x="285" y="7"/>
                    </a:cubicBezTo>
                    <a:cubicBezTo>
                      <a:pt x="284" y="8"/>
                      <a:pt x="283" y="8"/>
                      <a:pt x="282" y="8"/>
                    </a:cubicBezTo>
                    <a:cubicBezTo>
                      <a:pt x="281" y="8"/>
                      <a:pt x="280" y="8"/>
                      <a:pt x="279" y="8"/>
                    </a:cubicBezTo>
                    <a:cubicBezTo>
                      <a:pt x="278" y="7"/>
                      <a:pt x="276" y="6"/>
                      <a:pt x="275" y="5"/>
                    </a:cubicBezTo>
                    <a:cubicBezTo>
                      <a:pt x="273" y="5"/>
                      <a:pt x="272" y="6"/>
                      <a:pt x="272" y="7"/>
                    </a:cubicBezTo>
                    <a:close/>
                    <a:moveTo>
                      <a:pt x="309" y="46"/>
                    </a:moveTo>
                    <a:cubicBezTo>
                      <a:pt x="308" y="43"/>
                      <a:pt x="307" y="42"/>
                      <a:pt x="306" y="43"/>
                    </a:cubicBezTo>
                    <a:cubicBezTo>
                      <a:pt x="305" y="43"/>
                      <a:pt x="304" y="43"/>
                      <a:pt x="303" y="44"/>
                    </a:cubicBezTo>
                    <a:cubicBezTo>
                      <a:pt x="295" y="46"/>
                      <a:pt x="291" y="47"/>
                      <a:pt x="290" y="46"/>
                    </a:cubicBezTo>
                    <a:cubicBezTo>
                      <a:pt x="288" y="46"/>
                      <a:pt x="288" y="44"/>
                      <a:pt x="287" y="42"/>
                    </a:cubicBezTo>
                    <a:cubicBezTo>
                      <a:pt x="287" y="39"/>
                      <a:pt x="287" y="36"/>
                      <a:pt x="287" y="34"/>
                    </a:cubicBezTo>
                    <a:cubicBezTo>
                      <a:pt x="288" y="32"/>
                      <a:pt x="291" y="31"/>
                      <a:pt x="295" y="30"/>
                    </a:cubicBezTo>
                    <a:cubicBezTo>
                      <a:pt x="301" y="27"/>
                      <a:pt x="307" y="25"/>
                      <a:pt x="310" y="25"/>
                    </a:cubicBezTo>
                    <a:cubicBezTo>
                      <a:pt x="312" y="25"/>
                      <a:pt x="313" y="27"/>
                      <a:pt x="313" y="30"/>
                    </a:cubicBezTo>
                    <a:cubicBezTo>
                      <a:pt x="313" y="37"/>
                      <a:pt x="311" y="43"/>
                      <a:pt x="309" y="46"/>
                    </a:cubicBezTo>
                    <a:close/>
                    <a:moveTo>
                      <a:pt x="305" y="32"/>
                    </a:moveTo>
                    <a:cubicBezTo>
                      <a:pt x="307" y="34"/>
                      <a:pt x="306" y="36"/>
                      <a:pt x="302" y="38"/>
                    </a:cubicBezTo>
                    <a:cubicBezTo>
                      <a:pt x="300" y="39"/>
                      <a:pt x="298" y="39"/>
                      <a:pt x="296" y="39"/>
                    </a:cubicBezTo>
                    <a:cubicBezTo>
                      <a:pt x="294" y="40"/>
                      <a:pt x="293" y="40"/>
                      <a:pt x="293" y="40"/>
                    </a:cubicBezTo>
                    <a:cubicBezTo>
                      <a:pt x="291" y="40"/>
                      <a:pt x="291" y="40"/>
                      <a:pt x="290" y="38"/>
                    </a:cubicBezTo>
                    <a:cubicBezTo>
                      <a:pt x="290" y="37"/>
                      <a:pt x="290" y="36"/>
                      <a:pt x="291" y="35"/>
                    </a:cubicBezTo>
                    <a:cubicBezTo>
                      <a:pt x="298" y="32"/>
                      <a:pt x="303" y="31"/>
                      <a:pt x="305" y="32"/>
                    </a:cubicBezTo>
                    <a:close/>
                    <a:moveTo>
                      <a:pt x="272" y="64"/>
                    </a:moveTo>
                    <a:cubicBezTo>
                      <a:pt x="273" y="64"/>
                      <a:pt x="275" y="64"/>
                      <a:pt x="277" y="63"/>
                    </a:cubicBezTo>
                    <a:cubicBezTo>
                      <a:pt x="278" y="63"/>
                      <a:pt x="288" y="60"/>
                      <a:pt x="304" y="55"/>
                    </a:cubicBezTo>
                    <a:cubicBezTo>
                      <a:pt x="306" y="54"/>
                      <a:pt x="308" y="54"/>
                      <a:pt x="310" y="55"/>
                    </a:cubicBezTo>
                    <a:cubicBezTo>
                      <a:pt x="311" y="56"/>
                      <a:pt x="314" y="57"/>
                      <a:pt x="316" y="58"/>
                    </a:cubicBezTo>
                    <a:cubicBezTo>
                      <a:pt x="318" y="58"/>
                      <a:pt x="319" y="59"/>
                      <a:pt x="320" y="60"/>
                    </a:cubicBezTo>
                    <a:cubicBezTo>
                      <a:pt x="322" y="61"/>
                      <a:pt x="323" y="62"/>
                      <a:pt x="322" y="63"/>
                    </a:cubicBezTo>
                    <a:cubicBezTo>
                      <a:pt x="322" y="64"/>
                      <a:pt x="321" y="64"/>
                      <a:pt x="319" y="65"/>
                    </a:cubicBezTo>
                    <a:cubicBezTo>
                      <a:pt x="314" y="67"/>
                      <a:pt x="310" y="69"/>
                      <a:pt x="308" y="71"/>
                    </a:cubicBezTo>
                    <a:cubicBezTo>
                      <a:pt x="309" y="72"/>
                      <a:pt x="309" y="73"/>
                      <a:pt x="309" y="74"/>
                    </a:cubicBezTo>
                    <a:cubicBezTo>
                      <a:pt x="309" y="75"/>
                      <a:pt x="310" y="75"/>
                      <a:pt x="312" y="75"/>
                    </a:cubicBezTo>
                    <a:cubicBezTo>
                      <a:pt x="315" y="75"/>
                      <a:pt x="319" y="75"/>
                      <a:pt x="325" y="76"/>
                    </a:cubicBezTo>
                    <a:cubicBezTo>
                      <a:pt x="329" y="76"/>
                      <a:pt x="331" y="76"/>
                      <a:pt x="332" y="76"/>
                    </a:cubicBezTo>
                    <a:cubicBezTo>
                      <a:pt x="334" y="76"/>
                      <a:pt x="336" y="77"/>
                      <a:pt x="338" y="80"/>
                    </a:cubicBezTo>
                    <a:cubicBezTo>
                      <a:pt x="338" y="80"/>
                      <a:pt x="338" y="81"/>
                      <a:pt x="338" y="81"/>
                    </a:cubicBezTo>
                    <a:cubicBezTo>
                      <a:pt x="341" y="86"/>
                      <a:pt x="342" y="89"/>
                      <a:pt x="340" y="88"/>
                    </a:cubicBezTo>
                    <a:cubicBezTo>
                      <a:pt x="339" y="88"/>
                      <a:pt x="338" y="88"/>
                      <a:pt x="337" y="87"/>
                    </a:cubicBezTo>
                    <a:cubicBezTo>
                      <a:pt x="332" y="85"/>
                      <a:pt x="326" y="84"/>
                      <a:pt x="322" y="84"/>
                    </a:cubicBezTo>
                    <a:cubicBezTo>
                      <a:pt x="316" y="83"/>
                      <a:pt x="312" y="83"/>
                      <a:pt x="311" y="84"/>
                    </a:cubicBezTo>
                    <a:cubicBezTo>
                      <a:pt x="310" y="84"/>
                      <a:pt x="310" y="85"/>
                      <a:pt x="309" y="88"/>
                    </a:cubicBezTo>
                    <a:cubicBezTo>
                      <a:pt x="310" y="93"/>
                      <a:pt x="309" y="100"/>
                      <a:pt x="308" y="109"/>
                    </a:cubicBezTo>
                    <a:cubicBezTo>
                      <a:pt x="307" y="114"/>
                      <a:pt x="307" y="117"/>
                      <a:pt x="306" y="119"/>
                    </a:cubicBezTo>
                    <a:cubicBezTo>
                      <a:pt x="306" y="120"/>
                      <a:pt x="305" y="120"/>
                      <a:pt x="303" y="120"/>
                    </a:cubicBezTo>
                    <a:cubicBezTo>
                      <a:pt x="302" y="119"/>
                      <a:pt x="301" y="119"/>
                      <a:pt x="300" y="119"/>
                    </a:cubicBezTo>
                    <a:cubicBezTo>
                      <a:pt x="298" y="118"/>
                      <a:pt x="295" y="117"/>
                      <a:pt x="292" y="116"/>
                    </a:cubicBezTo>
                    <a:cubicBezTo>
                      <a:pt x="284" y="113"/>
                      <a:pt x="278" y="110"/>
                      <a:pt x="276" y="106"/>
                    </a:cubicBezTo>
                    <a:cubicBezTo>
                      <a:pt x="275" y="104"/>
                      <a:pt x="275" y="104"/>
                      <a:pt x="275" y="103"/>
                    </a:cubicBezTo>
                    <a:cubicBezTo>
                      <a:pt x="275" y="103"/>
                      <a:pt x="276" y="103"/>
                      <a:pt x="277" y="104"/>
                    </a:cubicBezTo>
                    <a:cubicBezTo>
                      <a:pt x="284" y="107"/>
                      <a:pt x="290" y="108"/>
                      <a:pt x="296" y="107"/>
                    </a:cubicBezTo>
                    <a:cubicBezTo>
                      <a:pt x="296" y="107"/>
                      <a:pt x="296" y="107"/>
                      <a:pt x="296" y="107"/>
                    </a:cubicBezTo>
                    <a:cubicBezTo>
                      <a:pt x="298" y="107"/>
                      <a:pt x="299" y="100"/>
                      <a:pt x="299" y="87"/>
                    </a:cubicBezTo>
                    <a:cubicBezTo>
                      <a:pt x="299" y="86"/>
                      <a:pt x="298" y="85"/>
                      <a:pt x="297" y="86"/>
                    </a:cubicBezTo>
                    <a:cubicBezTo>
                      <a:pt x="296" y="87"/>
                      <a:pt x="293" y="87"/>
                      <a:pt x="290" y="88"/>
                    </a:cubicBezTo>
                    <a:cubicBezTo>
                      <a:pt x="283" y="89"/>
                      <a:pt x="276" y="90"/>
                      <a:pt x="270" y="93"/>
                    </a:cubicBezTo>
                    <a:cubicBezTo>
                      <a:pt x="270" y="93"/>
                      <a:pt x="269" y="93"/>
                      <a:pt x="269" y="94"/>
                    </a:cubicBezTo>
                    <a:cubicBezTo>
                      <a:pt x="267" y="95"/>
                      <a:pt x="266" y="95"/>
                      <a:pt x="265" y="94"/>
                    </a:cubicBezTo>
                    <a:cubicBezTo>
                      <a:pt x="264" y="92"/>
                      <a:pt x="263" y="89"/>
                      <a:pt x="263" y="86"/>
                    </a:cubicBezTo>
                    <a:cubicBezTo>
                      <a:pt x="263" y="86"/>
                      <a:pt x="263" y="86"/>
                      <a:pt x="263" y="86"/>
                    </a:cubicBezTo>
                    <a:cubicBezTo>
                      <a:pt x="266" y="86"/>
                      <a:pt x="268" y="86"/>
                      <a:pt x="272" y="85"/>
                    </a:cubicBezTo>
                    <a:cubicBezTo>
                      <a:pt x="273" y="84"/>
                      <a:pt x="276" y="84"/>
                      <a:pt x="281" y="83"/>
                    </a:cubicBezTo>
                    <a:cubicBezTo>
                      <a:pt x="283" y="83"/>
                      <a:pt x="285" y="82"/>
                      <a:pt x="285" y="82"/>
                    </a:cubicBezTo>
                    <a:cubicBezTo>
                      <a:pt x="289" y="81"/>
                      <a:pt x="293" y="80"/>
                      <a:pt x="297" y="78"/>
                    </a:cubicBezTo>
                    <a:cubicBezTo>
                      <a:pt x="298" y="77"/>
                      <a:pt x="298" y="75"/>
                      <a:pt x="297" y="73"/>
                    </a:cubicBezTo>
                    <a:cubicBezTo>
                      <a:pt x="295" y="71"/>
                      <a:pt x="294" y="70"/>
                      <a:pt x="296" y="68"/>
                    </a:cubicBezTo>
                    <a:cubicBezTo>
                      <a:pt x="299" y="67"/>
                      <a:pt x="302" y="66"/>
                      <a:pt x="305" y="65"/>
                    </a:cubicBezTo>
                    <a:cubicBezTo>
                      <a:pt x="307" y="64"/>
                      <a:pt x="308" y="62"/>
                      <a:pt x="307" y="61"/>
                    </a:cubicBezTo>
                    <a:cubicBezTo>
                      <a:pt x="306" y="59"/>
                      <a:pt x="305" y="59"/>
                      <a:pt x="303" y="60"/>
                    </a:cubicBezTo>
                    <a:cubicBezTo>
                      <a:pt x="295" y="62"/>
                      <a:pt x="287" y="66"/>
                      <a:pt x="280" y="72"/>
                    </a:cubicBezTo>
                    <a:cubicBezTo>
                      <a:pt x="279" y="73"/>
                      <a:pt x="278" y="74"/>
                      <a:pt x="277" y="74"/>
                    </a:cubicBezTo>
                    <a:cubicBezTo>
                      <a:pt x="275" y="74"/>
                      <a:pt x="273" y="70"/>
                      <a:pt x="272" y="64"/>
                    </a:cubicBezTo>
                    <a:close/>
                    <a:moveTo>
                      <a:pt x="388" y="41"/>
                    </a:moveTo>
                    <a:cubicBezTo>
                      <a:pt x="384" y="42"/>
                      <a:pt x="380" y="43"/>
                      <a:pt x="378" y="43"/>
                    </a:cubicBezTo>
                    <a:cubicBezTo>
                      <a:pt x="377" y="43"/>
                      <a:pt x="377" y="44"/>
                      <a:pt x="377" y="46"/>
                    </a:cubicBezTo>
                    <a:cubicBezTo>
                      <a:pt x="378" y="49"/>
                      <a:pt x="379" y="50"/>
                      <a:pt x="380" y="49"/>
                    </a:cubicBezTo>
                    <a:cubicBezTo>
                      <a:pt x="383" y="47"/>
                      <a:pt x="387" y="46"/>
                      <a:pt x="390" y="46"/>
                    </a:cubicBezTo>
                    <a:cubicBezTo>
                      <a:pt x="397" y="45"/>
                      <a:pt x="407" y="42"/>
                      <a:pt x="419" y="38"/>
                    </a:cubicBezTo>
                    <a:cubicBezTo>
                      <a:pt x="424" y="37"/>
                      <a:pt x="427" y="37"/>
                      <a:pt x="431" y="37"/>
                    </a:cubicBezTo>
                    <a:cubicBezTo>
                      <a:pt x="438" y="37"/>
                      <a:pt x="442" y="39"/>
                      <a:pt x="442" y="44"/>
                    </a:cubicBezTo>
                    <a:cubicBezTo>
                      <a:pt x="442" y="46"/>
                      <a:pt x="439" y="49"/>
                      <a:pt x="434" y="52"/>
                    </a:cubicBezTo>
                    <a:cubicBezTo>
                      <a:pt x="434" y="52"/>
                      <a:pt x="433" y="52"/>
                      <a:pt x="433" y="52"/>
                    </a:cubicBezTo>
                    <a:cubicBezTo>
                      <a:pt x="427" y="48"/>
                      <a:pt x="423" y="46"/>
                      <a:pt x="419" y="47"/>
                    </a:cubicBezTo>
                    <a:cubicBezTo>
                      <a:pt x="411" y="48"/>
                      <a:pt x="400" y="51"/>
                      <a:pt x="387" y="56"/>
                    </a:cubicBezTo>
                    <a:cubicBezTo>
                      <a:pt x="385" y="56"/>
                      <a:pt x="385" y="57"/>
                      <a:pt x="386" y="59"/>
                    </a:cubicBezTo>
                    <a:cubicBezTo>
                      <a:pt x="387" y="64"/>
                      <a:pt x="389" y="66"/>
                      <a:pt x="391" y="66"/>
                    </a:cubicBezTo>
                    <a:cubicBezTo>
                      <a:pt x="392" y="66"/>
                      <a:pt x="394" y="65"/>
                      <a:pt x="395" y="63"/>
                    </a:cubicBezTo>
                    <a:cubicBezTo>
                      <a:pt x="398" y="60"/>
                      <a:pt x="401" y="58"/>
                      <a:pt x="406" y="58"/>
                    </a:cubicBezTo>
                    <a:cubicBezTo>
                      <a:pt x="410" y="57"/>
                      <a:pt x="412" y="56"/>
                      <a:pt x="413" y="53"/>
                    </a:cubicBezTo>
                    <a:cubicBezTo>
                      <a:pt x="414" y="53"/>
                      <a:pt x="415" y="52"/>
                      <a:pt x="417" y="51"/>
                    </a:cubicBezTo>
                    <a:cubicBezTo>
                      <a:pt x="419" y="52"/>
                      <a:pt x="420" y="54"/>
                      <a:pt x="418" y="56"/>
                    </a:cubicBezTo>
                    <a:cubicBezTo>
                      <a:pt x="417" y="58"/>
                      <a:pt x="413" y="60"/>
                      <a:pt x="407" y="63"/>
                    </a:cubicBezTo>
                    <a:cubicBezTo>
                      <a:pt x="405" y="64"/>
                      <a:pt x="405" y="65"/>
                      <a:pt x="407" y="66"/>
                    </a:cubicBezTo>
                    <a:cubicBezTo>
                      <a:pt x="408" y="68"/>
                      <a:pt x="409" y="71"/>
                      <a:pt x="408" y="73"/>
                    </a:cubicBezTo>
                    <a:cubicBezTo>
                      <a:pt x="404" y="73"/>
                      <a:pt x="399" y="74"/>
                      <a:pt x="392" y="76"/>
                    </a:cubicBezTo>
                    <a:cubicBezTo>
                      <a:pt x="389" y="77"/>
                      <a:pt x="386" y="78"/>
                      <a:pt x="382" y="79"/>
                    </a:cubicBezTo>
                    <a:cubicBezTo>
                      <a:pt x="376" y="80"/>
                      <a:pt x="373" y="81"/>
                      <a:pt x="371" y="81"/>
                    </a:cubicBezTo>
                    <a:cubicBezTo>
                      <a:pt x="370" y="82"/>
                      <a:pt x="369" y="82"/>
                      <a:pt x="369" y="83"/>
                    </a:cubicBezTo>
                    <a:cubicBezTo>
                      <a:pt x="370" y="84"/>
                      <a:pt x="370" y="84"/>
                      <a:pt x="370" y="84"/>
                    </a:cubicBezTo>
                    <a:cubicBezTo>
                      <a:pt x="371" y="86"/>
                      <a:pt x="371" y="88"/>
                      <a:pt x="372" y="90"/>
                    </a:cubicBezTo>
                    <a:cubicBezTo>
                      <a:pt x="373" y="91"/>
                      <a:pt x="374" y="91"/>
                      <a:pt x="376" y="90"/>
                    </a:cubicBezTo>
                    <a:cubicBezTo>
                      <a:pt x="379" y="88"/>
                      <a:pt x="384" y="86"/>
                      <a:pt x="391" y="85"/>
                    </a:cubicBezTo>
                    <a:cubicBezTo>
                      <a:pt x="394" y="84"/>
                      <a:pt x="399" y="83"/>
                      <a:pt x="404" y="83"/>
                    </a:cubicBezTo>
                    <a:cubicBezTo>
                      <a:pt x="405" y="83"/>
                      <a:pt x="406" y="82"/>
                      <a:pt x="407" y="82"/>
                    </a:cubicBezTo>
                    <a:cubicBezTo>
                      <a:pt x="408" y="82"/>
                      <a:pt x="409" y="82"/>
                      <a:pt x="409" y="84"/>
                    </a:cubicBezTo>
                    <a:cubicBezTo>
                      <a:pt x="409" y="100"/>
                      <a:pt x="405" y="108"/>
                      <a:pt x="399" y="108"/>
                    </a:cubicBezTo>
                    <a:cubicBezTo>
                      <a:pt x="398" y="108"/>
                      <a:pt x="394" y="107"/>
                      <a:pt x="388" y="105"/>
                    </a:cubicBezTo>
                    <a:cubicBezTo>
                      <a:pt x="387" y="105"/>
                      <a:pt x="386" y="105"/>
                      <a:pt x="386" y="105"/>
                    </a:cubicBezTo>
                    <a:cubicBezTo>
                      <a:pt x="385" y="104"/>
                      <a:pt x="384" y="104"/>
                      <a:pt x="384" y="105"/>
                    </a:cubicBezTo>
                    <a:cubicBezTo>
                      <a:pt x="384" y="105"/>
                      <a:pt x="384" y="106"/>
                      <a:pt x="385" y="106"/>
                    </a:cubicBezTo>
                    <a:cubicBezTo>
                      <a:pt x="391" y="112"/>
                      <a:pt x="398" y="116"/>
                      <a:pt x="406" y="119"/>
                    </a:cubicBezTo>
                    <a:cubicBezTo>
                      <a:pt x="408" y="119"/>
                      <a:pt x="410" y="119"/>
                      <a:pt x="412" y="120"/>
                    </a:cubicBezTo>
                    <a:cubicBezTo>
                      <a:pt x="412" y="120"/>
                      <a:pt x="412" y="120"/>
                      <a:pt x="412" y="120"/>
                    </a:cubicBezTo>
                    <a:cubicBezTo>
                      <a:pt x="413" y="119"/>
                      <a:pt x="414" y="116"/>
                      <a:pt x="415" y="109"/>
                    </a:cubicBezTo>
                    <a:cubicBezTo>
                      <a:pt x="416" y="107"/>
                      <a:pt x="416" y="106"/>
                      <a:pt x="415" y="108"/>
                    </a:cubicBezTo>
                    <a:cubicBezTo>
                      <a:pt x="416" y="105"/>
                      <a:pt x="417" y="102"/>
                      <a:pt x="417" y="101"/>
                    </a:cubicBezTo>
                    <a:cubicBezTo>
                      <a:pt x="418" y="96"/>
                      <a:pt x="418" y="93"/>
                      <a:pt x="418" y="89"/>
                    </a:cubicBezTo>
                    <a:cubicBezTo>
                      <a:pt x="418" y="84"/>
                      <a:pt x="419" y="81"/>
                      <a:pt x="420" y="81"/>
                    </a:cubicBezTo>
                    <a:cubicBezTo>
                      <a:pt x="423" y="80"/>
                      <a:pt x="428" y="80"/>
                      <a:pt x="434" y="80"/>
                    </a:cubicBezTo>
                    <a:cubicBezTo>
                      <a:pt x="439" y="81"/>
                      <a:pt x="442" y="82"/>
                      <a:pt x="444" y="83"/>
                    </a:cubicBezTo>
                    <a:cubicBezTo>
                      <a:pt x="448" y="84"/>
                      <a:pt x="449" y="84"/>
                      <a:pt x="450" y="83"/>
                    </a:cubicBezTo>
                    <a:cubicBezTo>
                      <a:pt x="449" y="78"/>
                      <a:pt x="448" y="73"/>
                      <a:pt x="446" y="68"/>
                    </a:cubicBezTo>
                    <a:cubicBezTo>
                      <a:pt x="444" y="69"/>
                      <a:pt x="441" y="69"/>
                      <a:pt x="438" y="69"/>
                    </a:cubicBezTo>
                    <a:cubicBezTo>
                      <a:pt x="435" y="69"/>
                      <a:pt x="429" y="69"/>
                      <a:pt x="419" y="70"/>
                    </a:cubicBezTo>
                    <a:cubicBezTo>
                      <a:pt x="419" y="70"/>
                      <a:pt x="418" y="70"/>
                      <a:pt x="418" y="70"/>
                    </a:cubicBezTo>
                    <a:cubicBezTo>
                      <a:pt x="419" y="67"/>
                      <a:pt x="419" y="66"/>
                      <a:pt x="418" y="65"/>
                    </a:cubicBezTo>
                    <a:cubicBezTo>
                      <a:pt x="417" y="64"/>
                      <a:pt x="418" y="63"/>
                      <a:pt x="422" y="62"/>
                    </a:cubicBezTo>
                    <a:cubicBezTo>
                      <a:pt x="427" y="61"/>
                      <a:pt x="431" y="58"/>
                      <a:pt x="434" y="56"/>
                    </a:cubicBezTo>
                    <a:cubicBezTo>
                      <a:pt x="434" y="55"/>
                      <a:pt x="435" y="55"/>
                      <a:pt x="437" y="56"/>
                    </a:cubicBezTo>
                    <a:cubicBezTo>
                      <a:pt x="439" y="56"/>
                      <a:pt x="440" y="56"/>
                      <a:pt x="440" y="56"/>
                    </a:cubicBezTo>
                    <a:cubicBezTo>
                      <a:pt x="443" y="57"/>
                      <a:pt x="446" y="57"/>
                      <a:pt x="449" y="56"/>
                    </a:cubicBezTo>
                    <a:cubicBezTo>
                      <a:pt x="451" y="55"/>
                      <a:pt x="453" y="55"/>
                      <a:pt x="456" y="55"/>
                    </a:cubicBezTo>
                    <a:cubicBezTo>
                      <a:pt x="458" y="55"/>
                      <a:pt x="458" y="53"/>
                      <a:pt x="457" y="50"/>
                    </a:cubicBezTo>
                    <a:cubicBezTo>
                      <a:pt x="455" y="46"/>
                      <a:pt x="453" y="43"/>
                      <a:pt x="450" y="42"/>
                    </a:cubicBezTo>
                    <a:cubicBezTo>
                      <a:pt x="450" y="42"/>
                      <a:pt x="449" y="41"/>
                      <a:pt x="447" y="39"/>
                    </a:cubicBezTo>
                    <a:cubicBezTo>
                      <a:pt x="445" y="37"/>
                      <a:pt x="444" y="36"/>
                      <a:pt x="443" y="35"/>
                    </a:cubicBezTo>
                    <a:cubicBezTo>
                      <a:pt x="440" y="32"/>
                      <a:pt x="434" y="31"/>
                      <a:pt x="424" y="31"/>
                    </a:cubicBezTo>
                    <a:cubicBezTo>
                      <a:pt x="423" y="31"/>
                      <a:pt x="423" y="31"/>
                      <a:pt x="422" y="30"/>
                    </a:cubicBezTo>
                    <a:cubicBezTo>
                      <a:pt x="422" y="30"/>
                      <a:pt x="422" y="29"/>
                      <a:pt x="423" y="29"/>
                    </a:cubicBezTo>
                    <a:cubicBezTo>
                      <a:pt x="430" y="21"/>
                      <a:pt x="436" y="15"/>
                      <a:pt x="440" y="13"/>
                    </a:cubicBezTo>
                    <a:cubicBezTo>
                      <a:pt x="441" y="13"/>
                      <a:pt x="440" y="11"/>
                      <a:pt x="437" y="7"/>
                    </a:cubicBezTo>
                    <a:cubicBezTo>
                      <a:pt x="434" y="4"/>
                      <a:pt x="433" y="3"/>
                      <a:pt x="432" y="3"/>
                    </a:cubicBezTo>
                    <a:cubicBezTo>
                      <a:pt x="430" y="5"/>
                      <a:pt x="426" y="11"/>
                      <a:pt x="420" y="20"/>
                    </a:cubicBezTo>
                    <a:cubicBezTo>
                      <a:pt x="416" y="27"/>
                      <a:pt x="413" y="30"/>
                      <a:pt x="412" y="31"/>
                    </a:cubicBezTo>
                    <a:cubicBezTo>
                      <a:pt x="411" y="31"/>
                      <a:pt x="408" y="33"/>
                      <a:pt x="403" y="34"/>
                    </a:cubicBezTo>
                    <a:cubicBezTo>
                      <a:pt x="394" y="37"/>
                      <a:pt x="389" y="39"/>
                      <a:pt x="388" y="41"/>
                    </a:cubicBezTo>
                    <a:close/>
                    <a:moveTo>
                      <a:pt x="408" y="22"/>
                    </a:moveTo>
                    <a:cubicBezTo>
                      <a:pt x="406" y="22"/>
                      <a:pt x="404" y="21"/>
                      <a:pt x="401" y="19"/>
                    </a:cubicBezTo>
                    <a:cubicBezTo>
                      <a:pt x="398" y="14"/>
                      <a:pt x="397" y="12"/>
                      <a:pt x="399" y="10"/>
                    </a:cubicBezTo>
                    <a:cubicBezTo>
                      <a:pt x="401" y="10"/>
                      <a:pt x="402" y="9"/>
                      <a:pt x="404" y="9"/>
                    </a:cubicBezTo>
                    <a:cubicBezTo>
                      <a:pt x="405" y="9"/>
                      <a:pt x="406" y="8"/>
                      <a:pt x="407" y="8"/>
                    </a:cubicBezTo>
                    <a:cubicBezTo>
                      <a:pt x="408" y="7"/>
                      <a:pt x="410" y="7"/>
                      <a:pt x="413" y="6"/>
                    </a:cubicBezTo>
                    <a:cubicBezTo>
                      <a:pt x="416" y="6"/>
                      <a:pt x="417" y="7"/>
                      <a:pt x="416" y="7"/>
                    </a:cubicBezTo>
                    <a:cubicBezTo>
                      <a:pt x="413" y="12"/>
                      <a:pt x="411" y="16"/>
                      <a:pt x="410" y="19"/>
                    </a:cubicBezTo>
                    <a:cubicBezTo>
                      <a:pt x="410" y="22"/>
                      <a:pt x="409" y="23"/>
                      <a:pt x="408" y="22"/>
                    </a:cubicBezTo>
                    <a:close/>
                    <a:moveTo>
                      <a:pt x="395" y="31"/>
                    </a:moveTo>
                    <a:cubicBezTo>
                      <a:pt x="391" y="31"/>
                      <a:pt x="387" y="31"/>
                      <a:pt x="383" y="30"/>
                    </a:cubicBezTo>
                    <a:cubicBezTo>
                      <a:pt x="381" y="29"/>
                      <a:pt x="381" y="25"/>
                      <a:pt x="381" y="18"/>
                    </a:cubicBezTo>
                    <a:cubicBezTo>
                      <a:pt x="381" y="17"/>
                      <a:pt x="382" y="16"/>
                      <a:pt x="384" y="15"/>
                    </a:cubicBezTo>
                    <a:cubicBezTo>
                      <a:pt x="385" y="14"/>
                      <a:pt x="386" y="15"/>
                      <a:pt x="387" y="16"/>
                    </a:cubicBezTo>
                    <a:cubicBezTo>
                      <a:pt x="388" y="17"/>
                      <a:pt x="391" y="21"/>
                      <a:pt x="396" y="25"/>
                    </a:cubicBezTo>
                    <a:cubicBezTo>
                      <a:pt x="398" y="29"/>
                      <a:pt x="398" y="31"/>
                      <a:pt x="395" y="31"/>
                    </a:cubicBezTo>
                    <a:close/>
                    <a:moveTo>
                      <a:pt x="373" y="63"/>
                    </a:moveTo>
                    <a:cubicBezTo>
                      <a:pt x="373" y="65"/>
                      <a:pt x="372" y="66"/>
                      <a:pt x="370" y="65"/>
                    </a:cubicBezTo>
                    <a:cubicBezTo>
                      <a:pt x="363" y="64"/>
                      <a:pt x="359" y="62"/>
                      <a:pt x="358" y="59"/>
                    </a:cubicBezTo>
                    <a:cubicBezTo>
                      <a:pt x="361" y="54"/>
                      <a:pt x="365" y="50"/>
                      <a:pt x="371" y="48"/>
                    </a:cubicBezTo>
                    <a:cubicBezTo>
                      <a:pt x="372" y="47"/>
                      <a:pt x="373" y="47"/>
                      <a:pt x="373" y="48"/>
                    </a:cubicBezTo>
                    <a:cubicBezTo>
                      <a:pt x="374" y="48"/>
                      <a:pt x="374" y="49"/>
                      <a:pt x="373" y="50"/>
                    </a:cubicBezTo>
                    <a:cubicBezTo>
                      <a:pt x="372" y="52"/>
                      <a:pt x="372" y="57"/>
                      <a:pt x="373" y="63"/>
                    </a:cubicBezTo>
                    <a:close/>
                    <a:moveTo>
                      <a:pt x="564" y="39"/>
                    </a:moveTo>
                    <a:cubicBezTo>
                      <a:pt x="557" y="41"/>
                      <a:pt x="550" y="43"/>
                      <a:pt x="541" y="44"/>
                    </a:cubicBezTo>
                    <a:cubicBezTo>
                      <a:pt x="539" y="44"/>
                      <a:pt x="538" y="44"/>
                      <a:pt x="538" y="44"/>
                    </a:cubicBezTo>
                    <a:cubicBezTo>
                      <a:pt x="537" y="45"/>
                      <a:pt x="538" y="47"/>
                      <a:pt x="539" y="50"/>
                    </a:cubicBezTo>
                    <a:cubicBezTo>
                      <a:pt x="540" y="53"/>
                      <a:pt x="541" y="55"/>
                      <a:pt x="542" y="56"/>
                    </a:cubicBezTo>
                    <a:cubicBezTo>
                      <a:pt x="543" y="56"/>
                      <a:pt x="544" y="56"/>
                      <a:pt x="547" y="55"/>
                    </a:cubicBezTo>
                    <a:cubicBezTo>
                      <a:pt x="553" y="52"/>
                      <a:pt x="558" y="51"/>
                      <a:pt x="562" y="51"/>
                    </a:cubicBezTo>
                    <a:cubicBezTo>
                      <a:pt x="564" y="51"/>
                      <a:pt x="565" y="52"/>
                      <a:pt x="565" y="53"/>
                    </a:cubicBezTo>
                    <a:cubicBezTo>
                      <a:pt x="565" y="56"/>
                      <a:pt x="565" y="60"/>
                      <a:pt x="565" y="64"/>
                    </a:cubicBezTo>
                    <a:cubicBezTo>
                      <a:pt x="565" y="69"/>
                      <a:pt x="566" y="75"/>
                      <a:pt x="566" y="83"/>
                    </a:cubicBezTo>
                    <a:cubicBezTo>
                      <a:pt x="567" y="97"/>
                      <a:pt x="567" y="104"/>
                      <a:pt x="565" y="104"/>
                    </a:cubicBezTo>
                    <a:cubicBezTo>
                      <a:pt x="564" y="105"/>
                      <a:pt x="560" y="105"/>
                      <a:pt x="553" y="103"/>
                    </a:cubicBezTo>
                    <a:cubicBezTo>
                      <a:pt x="549" y="101"/>
                      <a:pt x="546" y="101"/>
                      <a:pt x="546" y="102"/>
                    </a:cubicBezTo>
                    <a:cubicBezTo>
                      <a:pt x="547" y="104"/>
                      <a:pt x="551" y="108"/>
                      <a:pt x="558" y="111"/>
                    </a:cubicBezTo>
                    <a:cubicBezTo>
                      <a:pt x="559" y="112"/>
                      <a:pt x="561" y="113"/>
                      <a:pt x="564" y="115"/>
                    </a:cubicBezTo>
                    <a:cubicBezTo>
                      <a:pt x="571" y="119"/>
                      <a:pt x="575" y="121"/>
                      <a:pt x="576" y="120"/>
                    </a:cubicBezTo>
                    <a:cubicBezTo>
                      <a:pt x="577" y="120"/>
                      <a:pt x="577" y="117"/>
                      <a:pt x="577" y="111"/>
                    </a:cubicBezTo>
                    <a:cubicBezTo>
                      <a:pt x="576" y="107"/>
                      <a:pt x="576" y="104"/>
                      <a:pt x="576" y="102"/>
                    </a:cubicBezTo>
                    <a:cubicBezTo>
                      <a:pt x="575" y="85"/>
                      <a:pt x="576" y="77"/>
                      <a:pt x="577" y="78"/>
                    </a:cubicBezTo>
                    <a:cubicBezTo>
                      <a:pt x="584" y="82"/>
                      <a:pt x="590" y="87"/>
                      <a:pt x="595" y="94"/>
                    </a:cubicBezTo>
                    <a:cubicBezTo>
                      <a:pt x="596" y="95"/>
                      <a:pt x="596" y="96"/>
                      <a:pt x="597" y="97"/>
                    </a:cubicBezTo>
                    <a:cubicBezTo>
                      <a:pt x="598" y="100"/>
                      <a:pt x="599" y="102"/>
                      <a:pt x="600" y="103"/>
                    </a:cubicBezTo>
                    <a:cubicBezTo>
                      <a:pt x="603" y="103"/>
                      <a:pt x="609" y="103"/>
                      <a:pt x="617" y="103"/>
                    </a:cubicBezTo>
                    <a:cubicBezTo>
                      <a:pt x="618" y="103"/>
                      <a:pt x="620" y="103"/>
                      <a:pt x="623" y="103"/>
                    </a:cubicBezTo>
                    <a:cubicBezTo>
                      <a:pt x="625" y="103"/>
                      <a:pt x="626" y="103"/>
                      <a:pt x="627" y="103"/>
                    </a:cubicBezTo>
                    <a:cubicBezTo>
                      <a:pt x="629" y="103"/>
                      <a:pt x="630" y="102"/>
                      <a:pt x="630" y="101"/>
                    </a:cubicBezTo>
                    <a:cubicBezTo>
                      <a:pt x="630" y="98"/>
                      <a:pt x="622" y="95"/>
                      <a:pt x="607" y="90"/>
                    </a:cubicBezTo>
                    <a:cubicBezTo>
                      <a:pt x="601" y="88"/>
                      <a:pt x="596" y="84"/>
                      <a:pt x="590" y="77"/>
                    </a:cubicBezTo>
                    <a:cubicBezTo>
                      <a:pt x="590" y="77"/>
                      <a:pt x="588" y="75"/>
                      <a:pt x="586" y="73"/>
                    </a:cubicBezTo>
                    <a:cubicBezTo>
                      <a:pt x="584" y="70"/>
                      <a:pt x="583" y="69"/>
                      <a:pt x="583" y="68"/>
                    </a:cubicBezTo>
                    <a:cubicBezTo>
                      <a:pt x="584" y="67"/>
                      <a:pt x="586" y="66"/>
                      <a:pt x="588" y="65"/>
                    </a:cubicBezTo>
                    <a:cubicBezTo>
                      <a:pt x="590" y="64"/>
                      <a:pt x="591" y="63"/>
                      <a:pt x="591" y="62"/>
                    </a:cubicBezTo>
                    <a:cubicBezTo>
                      <a:pt x="592" y="62"/>
                      <a:pt x="594" y="61"/>
                      <a:pt x="596" y="60"/>
                    </a:cubicBezTo>
                    <a:cubicBezTo>
                      <a:pt x="601" y="57"/>
                      <a:pt x="604" y="55"/>
                      <a:pt x="604" y="55"/>
                    </a:cubicBezTo>
                    <a:cubicBezTo>
                      <a:pt x="602" y="50"/>
                      <a:pt x="600" y="47"/>
                      <a:pt x="598" y="47"/>
                    </a:cubicBezTo>
                    <a:cubicBezTo>
                      <a:pt x="596" y="47"/>
                      <a:pt x="594" y="50"/>
                      <a:pt x="591" y="53"/>
                    </a:cubicBezTo>
                    <a:cubicBezTo>
                      <a:pt x="590" y="55"/>
                      <a:pt x="589" y="56"/>
                      <a:pt x="588" y="57"/>
                    </a:cubicBezTo>
                    <a:cubicBezTo>
                      <a:pt x="584" y="61"/>
                      <a:pt x="580" y="64"/>
                      <a:pt x="578" y="64"/>
                    </a:cubicBezTo>
                    <a:cubicBezTo>
                      <a:pt x="577" y="64"/>
                      <a:pt x="576" y="63"/>
                      <a:pt x="576" y="61"/>
                    </a:cubicBezTo>
                    <a:cubicBezTo>
                      <a:pt x="575" y="60"/>
                      <a:pt x="575" y="60"/>
                      <a:pt x="575" y="60"/>
                    </a:cubicBezTo>
                    <a:cubicBezTo>
                      <a:pt x="574" y="55"/>
                      <a:pt x="575" y="52"/>
                      <a:pt x="576" y="49"/>
                    </a:cubicBezTo>
                    <a:cubicBezTo>
                      <a:pt x="578" y="47"/>
                      <a:pt x="581" y="45"/>
                      <a:pt x="585" y="45"/>
                    </a:cubicBezTo>
                    <a:cubicBezTo>
                      <a:pt x="585" y="45"/>
                      <a:pt x="586" y="45"/>
                      <a:pt x="587" y="45"/>
                    </a:cubicBezTo>
                    <a:cubicBezTo>
                      <a:pt x="591" y="45"/>
                      <a:pt x="593" y="44"/>
                      <a:pt x="593" y="44"/>
                    </a:cubicBezTo>
                    <a:cubicBezTo>
                      <a:pt x="593" y="40"/>
                      <a:pt x="591" y="36"/>
                      <a:pt x="587" y="32"/>
                    </a:cubicBezTo>
                    <a:cubicBezTo>
                      <a:pt x="587" y="32"/>
                      <a:pt x="586" y="32"/>
                      <a:pt x="585" y="33"/>
                    </a:cubicBezTo>
                    <a:cubicBezTo>
                      <a:pt x="584" y="33"/>
                      <a:pt x="583" y="34"/>
                      <a:pt x="582" y="34"/>
                    </a:cubicBezTo>
                    <a:cubicBezTo>
                      <a:pt x="580" y="35"/>
                      <a:pt x="578" y="35"/>
                      <a:pt x="576" y="35"/>
                    </a:cubicBezTo>
                    <a:cubicBezTo>
                      <a:pt x="575" y="35"/>
                      <a:pt x="575" y="32"/>
                      <a:pt x="576" y="27"/>
                    </a:cubicBezTo>
                    <a:cubicBezTo>
                      <a:pt x="576" y="22"/>
                      <a:pt x="576" y="18"/>
                      <a:pt x="577" y="15"/>
                    </a:cubicBezTo>
                    <a:cubicBezTo>
                      <a:pt x="577" y="13"/>
                      <a:pt x="578" y="10"/>
                      <a:pt x="579" y="7"/>
                    </a:cubicBezTo>
                    <a:cubicBezTo>
                      <a:pt x="580" y="6"/>
                      <a:pt x="580" y="5"/>
                      <a:pt x="580" y="5"/>
                    </a:cubicBezTo>
                    <a:cubicBezTo>
                      <a:pt x="578" y="3"/>
                      <a:pt x="575" y="2"/>
                      <a:pt x="571" y="2"/>
                    </a:cubicBezTo>
                    <a:cubicBezTo>
                      <a:pt x="570" y="2"/>
                      <a:pt x="569" y="3"/>
                      <a:pt x="569" y="4"/>
                    </a:cubicBezTo>
                    <a:cubicBezTo>
                      <a:pt x="569" y="6"/>
                      <a:pt x="569" y="9"/>
                      <a:pt x="568" y="14"/>
                    </a:cubicBezTo>
                    <a:cubicBezTo>
                      <a:pt x="568" y="22"/>
                      <a:pt x="568" y="29"/>
                      <a:pt x="567" y="33"/>
                    </a:cubicBezTo>
                    <a:cubicBezTo>
                      <a:pt x="567" y="37"/>
                      <a:pt x="566" y="39"/>
                      <a:pt x="564" y="39"/>
                    </a:cubicBezTo>
                    <a:close/>
                    <a:moveTo>
                      <a:pt x="594" y="29"/>
                    </a:moveTo>
                    <a:cubicBezTo>
                      <a:pt x="593" y="27"/>
                      <a:pt x="593" y="25"/>
                      <a:pt x="593" y="21"/>
                    </a:cubicBezTo>
                    <a:cubicBezTo>
                      <a:pt x="594" y="17"/>
                      <a:pt x="595" y="14"/>
                      <a:pt x="596" y="14"/>
                    </a:cubicBezTo>
                    <a:cubicBezTo>
                      <a:pt x="597" y="14"/>
                      <a:pt x="598" y="14"/>
                      <a:pt x="599" y="16"/>
                    </a:cubicBezTo>
                    <a:cubicBezTo>
                      <a:pt x="600" y="17"/>
                      <a:pt x="602" y="19"/>
                      <a:pt x="603" y="20"/>
                    </a:cubicBezTo>
                    <a:cubicBezTo>
                      <a:pt x="608" y="24"/>
                      <a:pt x="611" y="27"/>
                      <a:pt x="610" y="31"/>
                    </a:cubicBezTo>
                    <a:cubicBezTo>
                      <a:pt x="609" y="32"/>
                      <a:pt x="606" y="32"/>
                      <a:pt x="601" y="32"/>
                    </a:cubicBezTo>
                    <a:cubicBezTo>
                      <a:pt x="597" y="31"/>
                      <a:pt x="595" y="30"/>
                      <a:pt x="594" y="29"/>
                    </a:cubicBezTo>
                    <a:close/>
                    <a:moveTo>
                      <a:pt x="542" y="72"/>
                    </a:moveTo>
                    <a:cubicBezTo>
                      <a:pt x="541" y="71"/>
                      <a:pt x="540" y="68"/>
                      <a:pt x="541" y="64"/>
                    </a:cubicBezTo>
                    <a:cubicBezTo>
                      <a:pt x="542" y="61"/>
                      <a:pt x="543" y="59"/>
                      <a:pt x="544" y="59"/>
                    </a:cubicBezTo>
                    <a:cubicBezTo>
                      <a:pt x="544" y="59"/>
                      <a:pt x="545" y="59"/>
                      <a:pt x="545" y="60"/>
                    </a:cubicBezTo>
                    <a:cubicBezTo>
                      <a:pt x="546" y="61"/>
                      <a:pt x="548" y="62"/>
                      <a:pt x="549" y="63"/>
                    </a:cubicBezTo>
                    <a:cubicBezTo>
                      <a:pt x="553" y="65"/>
                      <a:pt x="556" y="67"/>
                      <a:pt x="557" y="68"/>
                    </a:cubicBezTo>
                    <a:cubicBezTo>
                      <a:pt x="558" y="69"/>
                      <a:pt x="558" y="71"/>
                      <a:pt x="558" y="72"/>
                    </a:cubicBezTo>
                    <a:cubicBezTo>
                      <a:pt x="557" y="74"/>
                      <a:pt x="554" y="74"/>
                      <a:pt x="549" y="74"/>
                    </a:cubicBezTo>
                    <a:cubicBezTo>
                      <a:pt x="546" y="74"/>
                      <a:pt x="543" y="74"/>
                      <a:pt x="542" y="72"/>
                    </a:cubicBezTo>
                    <a:close/>
                    <a:moveTo>
                      <a:pt x="544" y="87"/>
                    </a:moveTo>
                    <a:cubicBezTo>
                      <a:pt x="546" y="85"/>
                      <a:pt x="550" y="82"/>
                      <a:pt x="557" y="77"/>
                    </a:cubicBezTo>
                    <a:cubicBezTo>
                      <a:pt x="561" y="75"/>
                      <a:pt x="563" y="73"/>
                      <a:pt x="563" y="73"/>
                    </a:cubicBezTo>
                    <a:cubicBezTo>
                      <a:pt x="563" y="74"/>
                      <a:pt x="563" y="76"/>
                      <a:pt x="561" y="79"/>
                    </a:cubicBezTo>
                    <a:cubicBezTo>
                      <a:pt x="550" y="90"/>
                      <a:pt x="543" y="97"/>
                      <a:pt x="539" y="102"/>
                    </a:cubicBezTo>
                    <a:cubicBezTo>
                      <a:pt x="539" y="103"/>
                      <a:pt x="538" y="103"/>
                      <a:pt x="538" y="104"/>
                    </a:cubicBezTo>
                    <a:cubicBezTo>
                      <a:pt x="536" y="106"/>
                      <a:pt x="535" y="108"/>
                      <a:pt x="534" y="108"/>
                    </a:cubicBezTo>
                    <a:cubicBezTo>
                      <a:pt x="531" y="106"/>
                      <a:pt x="528" y="102"/>
                      <a:pt x="526" y="96"/>
                    </a:cubicBezTo>
                    <a:cubicBezTo>
                      <a:pt x="526" y="96"/>
                      <a:pt x="528" y="95"/>
                      <a:pt x="532" y="93"/>
                    </a:cubicBezTo>
                    <a:cubicBezTo>
                      <a:pt x="537" y="90"/>
                      <a:pt x="541" y="88"/>
                      <a:pt x="544" y="87"/>
                    </a:cubicBezTo>
                    <a:close/>
                  </a:path>
                </a:pathLst>
              </a:custGeom>
              <a:grpFill/>
              <a:ln>
                <a:noFill/>
              </a:ln>
            </p:spPr>
            <p:txBody>
              <a:bodyPr anchor="ctr"/>
              <a:lstStyle/>
              <a:p>
                <a:pPr algn="ctr"/>
                <a:endParaRPr/>
              </a:p>
            </p:txBody>
          </p:sp>
          <p:sp>
            <p:nvSpPr>
              <p:cNvPr id="78" name="iŝḷïďé">
                <a:extLst>
                  <a:ext uri="{FF2B5EF4-FFF2-40B4-BE49-F238E27FC236}">
                    <a16:creationId xmlns:a16="http://schemas.microsoft.com/office/drawing/2014/main" id="{A5BAE57E-0482-4E8A-809C-C0A0A1192F28}"/>
                  </a:ext>
                </a:extLst>
              </p:cNvPr>
              <p:cNvSpPr/>
              <p:nvPr/>
            </p:nvSpPr>
            <p:spPr bwMode="auto">
              <a:xfrm>
                <a:off x="3214688" y="3644901"/>
                <a:ext cx="268288" cy="95250"/>
              </a:xfrm>
              <a:custGeom>
                <a:avLst/>
                <a:gdLst>
                  <a:gd name="T0" fmla="*/ 49 w 342"/>
                  <a:gd name="T1" fmla="*/ 45 h 121"/>
                  <a:gd name="T2" fmla="*/ 2 w 342"/>
                  <a:gd name="T3" fmla="*/ 66 h 121"/>
                  <a:gd name="T4" fmla="*/ 5 w 342"/>
                  <a:gd name="T5" fmla="*/ 97 h 121"/>
                  <a:gd name="T6" fmla="*/ 31 w 342"/>
                  <a:gd name="T7" fmla="*/ 85 h 121"/>
                  <a:gd name="T8" fmla="*/ 69 w 342"/>
                  <a:gd name="T9" fmla="*/ 107 h 121"/>
                  <a:gd name="T10" fmla="*/ 80 w 342"/>
                  <a:gd name="T11" fmla="*/ 101 h 121"/>
                  <a:gd name="T12" fmla="*/ 65 w 342"/>
                  <a:gd name="T13" fmla="*/ 75 h 121"/>
                  <a:gd name="T14" fmla="*/ 56 w 342"/>
                  <a:gd name="T15" fmla="*/ 68 h 121"/>
                  <a:gd name="T16" fmla="*/ 88 w 342"/>
                  <a:gd name="T17" fmla="*/ 62 h 121"/>
                  <a:gd name="T18" fmla="*/ 73 w 342"/>
                  <a:gd name="T19" fmla="*/ 12 h 121"/>
                  <a:gd name="T20" fmla="*/ 32 w 342"/>
                  <a:gd name="T21" fmla="*/ 14 h 121"/>
                  <a:gd name="T22" fmla="*/ 44 w 342"/>
                  <a:gd name="T23" fmla="*/ 39 h 121"/>
                  <a:gd name="T24" fmla="*/ 52 w 342"/>
                  <a:gd name="T25" fmla="*/ 22 h 121"/>
                  <a:gd name="T26" fmla="*/ 52 w 342"/>
                  <a:gd name="T27" fmla="*/ 14 h 121"/>
                  <a:gd name="T28" fmla="*/ 46 w 342"/>
                  <a:gd name="T29" fmla="*/ 77 h 121"/>
                  <a:gd name="T30" fmla="*/ 44 w 342"/>
                  <a:gd name="T31" fmla="*/ 65 h 121"/>
                  <a:gd name="T32" fmla="*/ 182 w 342"/>
                  <a:gd name="T33" fmla="*/ 95 h 121"/>
                  <a:gd name="T34" fmla="*/ 200 w 342"/>
                  <a:gd name="T35" fmla="*/ 109 h 121"/>
                  <a:gd name="T36" fmla="*/ 202 w 342"/>
                  <a:gd name="T37" fmla="*/ 11 h 121"/>
                  <a:gd name="T38" fmla="*/ 137 w 342"/>
                  <a:gd name="T39" fmla="*/ 61 h 121"/>
                  <a:gd name="T40" fmla="*/ 157 w 342"/>
                  <a:gd name="T41" fmla="*/ 35 h 121"/>
                  <a:gd name="T42" fmla="*/ 174 w 342"/>
                  <a:gd name="T43" fmla="*/ 30 h 121"/>
                  <a:gd name="T44" fmla="*/ 160 w 342"/>
                  <a:gd name="T45" fmla="*/ 18 h 121"/>
                  <a:gd name="T46" fmla="*/ 132 w 342"/>
                  <a:gd name="T47" fmla="*/ 52 h 121"/>
                  <a:gd name="T48" fmla="*/ 180 w 342"/>
                  <a:gd name="T49" fmla="*/ 39 h 121"/>
                  <a:gd name="T50" fmla="*/ 181 w 342"/>
                  <a:gd name="T51" fmla="*/ 70 h 121"/>
                  <a:gd name="T52" fmla="*/ 168 w 342"/>
                  <a:gd name="T53" fmla="*/ 51 h 121"/>
                  <a:gd name="T54" fmla="*/ 147 w 342"/>
                  <a:gd name="T55" fmla="*/ 74 h 121"/>
                  <a:gd name="T56" fmla="*/ 153 w 342"/>
                  <a:gd name="T57" fmla="*/ 92 h 121"/>
                  <a:gd name="T58" fmla="*/ 172 w 342"/>
                  <a:gd name="T59" fmla="*/ 101 h 121"/>
                  <a:gd name="T60" fmla="*/ 140 w 342"/>
                  <a:gd name="T61" fmla="*/ 63 h 121"/>
                  <a:gd name="T62" fmla="*/ 147 w 342"/>
                  <a:gd name="T63" fmla="*/ 57 h 121"/>
                  <a:gd name="T64" fmla="*/ 283 w 342"/>
                  <a:gd name="T65" fmla="*/ 11 h 121"/>
                  <a:gd name="T66" fmla="*/ 282 w 342"/>
                  <a:gd name="T67" fmla="*/ 20 h 121"/>
                  <a:gd name="T68" fmla="*/ 287 w 342"/>
                  <a:gd name="T69" fmla="*/ 34 h 121"/>
                  <a:gd name="T70" fmla="*/ 292 w 342"/>
                  <a:gd name="T71" fmla="*/ 28 h 121"/>
                  <a:gd name="T72" fmla="*/ 257 w 342"/>
                  <a:gd name="T73" fmla="*/ 40 h 121"/>
                  <a:gd name="T74" fmla="*/ 261 w 342"/>
                  <a:gd name="T75" fmla="*/ 50 h 121"/>
                  <a:gd name="T76" fmla="*/ 277 w 342"/>
                  <a:gd name="T77" fmla="*/ 36 h 121"/>
                  <a:gd name="T78" fmla="*/ 253 w 342"/>
                  <a:gd name="T79" fmla="*/ 57 h 121"/>
                  <a:gd name="T80" fmla="*/ 268 w 342"/>
                  <a:gd name="T81" fmla="*/ 62 h 121"/>
                  <a:gd name="T82" fmla="*/ 241 w 342"/>
                  <a:gd name="T83" fmla="*/ 75 h 121"/>
                  <a:gd name="T84" fmla="*/ 257 w 342"/>
                  <a:gd name="T85" fmla="*/ 77 h 121"/>
                  <a:gd name="T86" fmla="*/ 252 w 342"/>
                  <a:gd name="T87" fmla="*/ 101 h 121"/>
                  <a:gd name="T88" fmla="*/ 277 w 342"/>
                  <a:gd name="T89" fmla="*/ 105 h 121"/>
                  <a:gd name="T90" fmla="*/ 280 w 342"/>
                  <a:gd name="T91" fmla="*/ 76 h 121"/>
                  <a:gd name="T92" fmla="*/ 292 w 342"/>
                  <a:gd name="T93" fmla="*/ 67 h 121"/>
                  <a:gd name="T94" fmla="*/ 281 w 342"/>
                  <a:gd name="T95" fmla="*/ 58 h 121"/>
                  <a:gd name="T96" fmla="*/ 282 w 342"/>
                  <a:gd name="T97" fmla="*/ 48 h 121"/>
                  <a:gd name="T98" fmla="*/ 298 w 342"/>
                  <a:gd name="T99" fmla="*/ 78 h 121"/>
                  <a:gd name="T100" fmla="*/ 283 w 342"/>
                  <a:gd name="T101" fmla="*/ 93 h 121"/>
                  <a:gd name="T102" fmla="*/ 316 w 342"/>
                  <a:gd name="T103" fmla="*/ 29 h 121"/>
                  <a:gd name="T104" fmla="*/ 312 w 342"/>
                  <a:gd name="T105" fmla="*/ 40 h 121"/>
                  <a:gd name="T106" fmla="*/ 337 w 342"/>
                  <a:gd name="T107" fmla="*/ 46 h 121"/>
                  <a:gd name="T108" fmla="*/ 327 w 342"/>
                  <a:gd name="T109" fmla="*/ 60 h 121"/>
                  <a:gd name="T110" fmla="*/ 320 w 342"/>
                  <a:gd name="T111" fmla="*/ 107 h 121"/>
                  <a:gd name="T112" fmla="*/ 313 w 342"/>
                  <a:gd name="T113" fmla="*/ 105 h 121"/>
                  <a:gd name="T114" fmla="*/ 261 w 342"/>
                  <a:gd name="T115" fmla="*/ 77 h 121"/>
                  <a:gd name="T116" fmla="*/ 263 w 342"/>
                  <a:gd name="T117" fmla="*/ 9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2" h="121">
                    <a:moveTo>
                      <a:pt x="35" y="50"/>
                    </a:moveTo>
                    <a:cubicBezTo>
                      <a:pt x="36" y="51"/>
                      <a:pt x="37" y="51"/>
                      <a:pt x="39" y="50"/>
                    </a:cubicBezTo>
                    <a:cubicBezTo>
                      <a:pt x="40" y="49"/>
                      <a:pt x="40" y="49"/>
                      <a:pt x="41" y="49"/>
                    </a:cubicBezTo>
                    <a:cubicBezTo>
                      <a:pt x="41" y="49"/>
                      <a:pt x="42" y="49"/>
                      <a:pt x="42" y="48"/>
                    </a:cubicBezTo>
                    <a:cubicBezTo>
                      <a:pt x="46" y="46"/>
                      <a:pt x="48" y="45"/>
                      <a:pt x="49" y="45"/>
                    </a:cubicBezTo>
                    <a:cubicBezTo>
                      <a:pt x="50" y="45"/>
                      <a:pt x="53" y="47"/>
                      <a:pt x="56" y="50"/>
                    </a:cubicBezTo>
                    <a:cubicBezTo>
                      <a:pt x="57" y="51"/>
                      <a:pt x="58" y="52"/>
                      <a:pt x="58" y="52"/>
                    </a:cubicBezTo>
                    <a:cubicBezTo>
                      <a:pt x="31" y="58"/>
                      <a:pt x="13" y="62"/>
                      <a:pt x="6" y="65"/>
                    </a:cubicBezTo>
                    <a:cubicBezTo>
                      <a:pt x="6" y="65"/>
                      <a:pt x="5" y="65"/>
                      <a:pt x="5" y="65"/>
                    </a:cubicBezTo>
                    <a:cubicBezTo>
                      <a:pt x="3" y="65"/>
                      <a:pt x="3" y="65"/>
                      <a:pt x="2" y="66"/>
                    </a:cubicBezTo>
                    <a:cubicBezTo>
                      <a:pt x="3" y="69"/>
                      <a:pt x="4" y="72"/>
                      <a:pt x="7" y="74"/>
                    </a:cubicBezTo>
                    <a:cubicBezTo>
                      <a:pt x="7" y="74"/>
                      <a:pt x="8" y="74"/>
                      <a:pt x="9" y="73"/>
                    </a:cubicBezTo>
                    <a:cubicBezTo>
                      <a:pt x="11" y="72"/>
                      <a:pt x="13" y="70"/>
                      <a:pt x="14" y="70"/>
                    </a:cubicBezTo>
                    <a:cubicBezTo>
                      <a:pt x="18" y="69"/>
                      <a:pt x="24" y="68"/>
                      <a:pt x="31" y="67"/>
                    </a:cubicBezTo>
                    <a:cubicBezTo>
                      <a:pt x="29" y="80"/>
                      <a:pt x="21" y="90"/>
                      <a:pt x="5" y="97"/>
                    </a:cubicBezTo>
                    <a:cubicBezTo>
                      <a:pt x="2" y="98"/>
                      <a:pt x="0" y="100"/>
                      <a:pt x="0" y="100"/>
                    </a:cubicBezTo>
                    <a:cubicBezTo>
                      <a:pt x="1" y="101"/>
                      <a:pt x="3" y="102"/>
                      <a:pt x="7" y="101"/>
                    </a:cubicBezTo>
                    <a:cubicBezTo>
                      <a:pt x="15" y="100"/>
                      <a:pt x="21" y="98"/>
                      <a:pt x="24" y="96"/>
                    </a:cubicBezTo>
                    <a:cubicBezTo>
                      <a:pt x="24" y="96"/>
                      <a:pt x="24" y="95"/>
                      <a:pt x="24" y="94"/>
                    </a:cubicBezTo>
                    <a:cubicBezTo>
                      <a:pt x="25" y="88"/>
                      <a:pt x="27" y="86"/>
                      <a:pt x="31" y="85"/>
                    </a:cubicBezTo>
                    <a:cubicBezTo>
                      <a:pt x="32" y="85"/>
                      <a:pt x="33" y="86"/>
                      <a:pt x="35" y="87"/>
                    </a:cubicBezTo>
                    <a:cubicBezTo>
                      <a:pt x="36" y="87"/>
                      <a:pt x="36" y="87"/>
                      <a:pt x="36" y="87"/>
                    </a:cubicBezTo>
                    <a:cubicBezTo>
                      <a:pt x="40" y="90"/>
                      <a:pt x="44" y="92"/>
                      <a:pt x="49" y="94"/>
                    </a:cubicBezTo>
                    <a:cubicBezTo>
                      <a:pt x="55" y="96"/>
                      <a:pt x="58" y="97"/>
                      <a:pt x="58" y="97"/>
                    </a:cubicBezTo>
                    <a:cubicBezTo>
                      <a:pt x="65" y="100"/>
                      <a:pt x="69" y="103"/>
                      <a:pt x="69" y="107"/>
                    </a:cubicBezTo>
                    <a:cubicBezTo>
                      <a:pt x="69" y="111"/>
                      <a:pt x="71" y="113"/>
                      <a:pt x="75" y="114"/>
                    </a:cubicBezTo>
                    <a:cubicBezTo>
                      <a:pt x="87" y="116"/>
                      <a:pt x="98" y="116"/>
                      <a:pt x="105" y="114"/>
                    </a:cubicBezTo>
                    <a:cubicBezTo>
                      <a:pt x="108" y="113"/>
                      <a:pt x="110" y="113"/>
                      <a:pt x="109" y="112"/>
                    </a:cubicBezTo>
                    <a:cubicBezTo>
                      <a:pt x="109" y="111"/>
                      <a:pt x="108" y="110"/>
                      <a:pt x="104" y="108"/>
                    </a:cubicBezTo>
                    <a:cubicBezTo>
                      <a:pt x="99" y="106"/>
                      <a:pt x="91" y="104"/>
                      <a:pt x="80" y="101"/>
                    </a:cubicBezTo>
                    <a:cubicBezTo>
                      <a:pt x="76" y="100"/>
                      <a:pt x="73" y="99"/>
                      <a:pt x="72" y="99"/>
                    </a:cubicBezTo>
                    <a:cubicBezTo>
                      <a:pt x="72" y="98"/>
                      <a:pt x="69" y="97"/>
                      <a:pt x="64" y="94"/>
                    </a:cubicBezTo>
                    <a:cubicBezTo>
                      <a:pt x="59" y="91"/>
                      <a:pt x="56" y="89"/>
                      <a:pt x="54" y="88"/>
                    </a:cubicBezTo>
                    <a:cubicBezTo>
                      <a:pt x="54" y="84"/>
                      <a:pt x="55" y="81"/>
                      <a:pt x="57" y="79"/>
                    </a:cubicBezTo>
                    <a:cubicBezTo>
                      <a:pt x="60" y="77"/>
                      <a:pt x="62" y="76"/>
                      <a:pt x="65" y="75"/>
                    </a:cubicBezTo>
                    <a:cubicBezTo>
                      <a:pt x="66" y="75"/>
                      <a:pt x="67" y="75"/>
                      <a:pt x="69" y="76"/>
                    </a:cubicBezTo>
                    <a:cubicBezTo>
                      <a:pt x="70" y="76"/>
                      <a:pt x="70" y="76"/>
                      <a:pt x="71" y="76"/>
                    </a:cubicBezTo>
                    <a:cubicBezTo>
                      <a:pt x="71" y="75"/>
                      <a:pt x="71" y="74"/>
                      <a:pt x="71" y="73"/>
                    </a:cubicBezTo>
                    <a:cubicBezTo>
                      <a:pt x="70" y="70"/>
                      <a:pt x="69" y="68"/>
                      <a:pt x="69" y="68"/>
                    </a:cubicBezTo>
                    <a:cubicBezTo>
                      <a:pt x="67" y="67"/>
                      <a:pt x="63" y="67"/>
                      <a:pt x="56" y="68"/>
                    </a:cubicBezTo>
                    <a:cubicBezTo>
                      <a:pt x="56" y="66"/>
                      <a:pt x="56" y="65"/>
                      <a:pt x="56" y="63"/>
                    </a:cubicBezTo>
                    <a:cubicBezTo>
                      <a:pt x="56" y="63"/>
                      <a:pt x="57" y="63"/>
                      <a:pt x="57" y="63"/>
                    </a:cubicBezTo>
                    <a:cubicBezTo>
                      <a:pt x="67" y="61"/>
                      <a:pt x="73" y="60"/>
                      <a:pt x="77" y="61"/>
                    </a:cubicBezTo>
                    <a:cubicBezTo>
                      <a:pt x="78" y="61"/>
                      <a:pt x="80" y="61"/>
                      <a:pt x="82" y="62"/>
                    </a:cubicBezTo>
                    <a:cubicBezTo>
                      <a:pt x="85" y="63"/>
                      <a:pt x="88" y="63"/>
                      <a:pt x="88" y="62"/>
                    </a:cubicBezTo>
                    <a:cubicBezTo>
                      <a:pt x="89" y="62"/>
                      <a:pt x="89" y="59"/>
                      <a:pt x="88" y="56"/>
                    </a:cubicBezTo>
                    <a:cubicBezTo>
                      <a:pt x="86" y="51"/>
                      <a:pt x="85" y="49"/>
                      <a:pt x="83" y="49"/>
                    </a:cubicBezTo>
                    <a:cubicBezTo>
                      <a:pt x="83" y="49"/>
                      <a:pt x="81" y="49"/>
                      <a:pt x="77" y="49"/>
                    </a:cubicBezTo>
                    <a:cubicBezTo>
                      <a:pt x="74" y="50"/>
                      <a:pt x="71" y="51"/>
                      <a:pt x="68" y="51"/>
                    </a:cubicBezTo>
                    <a:cubicBezTo>
                      <a:pt x="70" y="31"/>
                      <a:pt x="71" y="18"/>
                      <a:pt x="73" y="12"/>
                    </a:cubicBezTo>
                    <a:cubicBezTo>
                      <a:pt x="73" y="12"/>
                      <a:pt x="74" y="11"/>
                      <a:pt x="74" y="11"/>
                    </a:cubicBezTo>
                    <a:cubicBezTo>
                      <a:pt x="73" y="10"/>
                      <a:pt x="71" y="9"/>
                      <a:pt x="68" y="8"/>
                    </a:cubicBezTo>
                    <a:cubicBezTo>
                      <a:pt x="63" y="7"/>
                      <a:pt x="56" y="8"/>
                      <a:pt x="49" y="10"/>
                    </a:cubicBezTo>
                    <a:cubicBezTo>
                      <a:pt x="42" y="12"/>
                      <a:pt x="37" y="13"/>
                      <a:pt x="33" y="13"/>
                    </a:cubicBezTo>
                    <a:cubicBezTo>
                      <a:pt x="32" y="13"/>
                      <a:pt x="32" y="13"/>
                      <a:pt x="32" y="14"/>
                    </a:cubicBezTo>
                    <a:cubicBezTo>
                      <a:pt x="31" y="31"/>
                      <a:pt x="32" y="43"/>
                      <a:pt x="35" y="50"/>
                    </a:cubicBezTo>
                    <a:close/>
                    <a:moveTo>
                      <a:pt x="57" y="44"/>
                    </a:moveTo>
                    <a:cubicBezTo>
                      <a:pt x="56" y="44"/>
                      <a:pt x="55" y="44"/>
                      <a:pt x="53" y="43"/>
                    </a:cubicBezTo>
                    <a:cubicBezTo>
                      <a:pt x="53" y="40"/>
                      <a:pt x="53" y="38"/>
                      <a:pt x="53" y="38"/>
                    </a:cubicBezTo>
                    <a:cubicBezTo>
                      <a:pt x="51" y="38"/>
                      <a:pt x="48" y="38"/>
                      <a:pt x="44" y="39"/>
                    </a:cubicBezTo>
                    <a:cubicBezTo>
                      <a:pt x="43" y="39"/>
                      <a:pt x="43" y="39"/>
                      <a:pt x="42" y="39"/>
                    </a:cubicBezTo>
                    <a:cubicBezTo>
                      <a:pt x="42" y="38"/>
                      <a:pt x="42" y="37"/>
                      <a:pt x="42" y="36"/>
                    </a:cubicBezTo>
                    <a:cubicBezTo>
                      <a:pt x="43" y="34"/>
                      <a:pt x="45" y="32"/>
                      <a:pt x="48" y="31"/>
                    </a:cubicBezTo>
                    <a:cubicBezTo>
                      <a:pt x="50" y="31"/>
                      <a:pt x="51" y="31"/>
                      <a:pt x="51" y="30"/>
                    </a:cubicBezTo>
                    <a:cubicBezTo>
                      <a:pt x="52" y="26"/>
                      <a:pt x="53" y="23"/>
                      <a:pt x="52" y="22"/>
                    </a:cubicBezTo>
                    <a:cubicBezTo>
                      <a:pt x="52" y="22"/>
                      <a:pt x="51" y="22"/>
                      <a:pt x="49" y="22"/>
                    </a:cubicBezTo>
                    <a:cubicBezTo>
                      <a:pt x="46" y="23"/>
                      <a:pt x="44" y="23"/>
                      <a:pt x="43" y="23"/>
                    </a:cubicBezTo>
                    <a:cubicBezTo>
                      <a:pt x="43" y="23"/>
                      <a:pt x="43" y="22"/>
                      <a:pt x="43" y="21"/>
                    </a:cubicBezTo>
                    <a:cubicBezTo>
                      <a:pt x="43" y="20"/>
                      <a:pt x="43" y="20"/>
                      <a:pt x="44" y="19"/>
                    </a:cubicBezTo>
                    <a:cubicBezTo>
                      <a:pt x="47" y="17"/>
                      <a:pt x="50" y="15"/>
                      <a:pt x="52" y="14"/>
                    </a:cubicBezTo>
                    <a:cubicBezTo>
                      <a:pt x="55" y="14"/>
                      <a:pt x="57" y="16"/>
                      <a:pt x="58" y="21"/>
                    </a:cubicBezTo>
                    <a:cubicBezTo>
                      <a:pt x="58" y="23"/>
                      <a:pt x="58" y="25"/>
                      <a:pt x="58" y="28"/>
                    </a:cubicBezTo>
                    <a:cubicBezTo>
                      <a:pt x="58" y="38"/>
                      <a:pt x="58" y="43"/>
                      <a:pt x="57" y="44"/>
                    </a:cubicBezTo>
                    <a:close/>
                    <a:moveTo>
                      <a:pt x="44" y="65"/>
                    </a:moveTo>
                    <a:cubicBezTo>
                      <a:pt x="47" y="67"/>
                      <a:pt x="47" y="71"/>
                      <a:pt x="46" y="77"/>
                    </a:cubicBezTo>
                    <a:cubicBezTo>
                      <a:pt x="46" y="79"/>
                      <a:pt x="46" y="80"/>
                      <a:pt x="46" y="82"/>
                    </a:cubicBezTo>
                    <a:cubicBezTo>
                      <a:pt x="43" y="80"/>
                      <a:pt x="40" y="78"/>
                      <a:pt x="37" y="75"/>
                    </a:cubicBezTo>
                    <a:cubicBezTo>
                      <a:pt x="37" y="74"/>
                      <a:pt x="37" y="74"/>
                      <a:pt x="37" y="73"/>
                    </a:cubicBezTo>
                    <a:cubicBezTo>
                      <a:pt x="38" y="69"/>
                      <a:pt x="39" y="66"/>
                      <a:pt x="40" y="65"/>
                    </a:cubicBezTo>
                    <a:cubicBezTo>
                      <a:pt x="44" y="65"/>
                      <a:pt x="44" y="65"/>
                      <a:pt x="44" y="65"/>
                    </a:cubicBezTo>
                    <a:close/>
                    <a:moveTo>
                      <a:pt x="198" y="13"/>
                    </a:moveTo>
                    <a:cubicBezTo>
                      <a:pt x="199" y="26"/>
                      <a:pt x="200" y="40"/>
                      <a:pt x="200" y="56"/>
                    </a:cubicBezTo>
                    <a:cubicBezTo>
                      <a:pt x="201" y="71"/>
                      <a:pt x="201" y="84"/>
                      <a:pt x="200" y="95"/>
                    </a:cubicBezTo>
                    <a:cubicBezTo>
                      <a:pt x="200" y="97"/>
                      <a:pt x="199" y="98"/>
                      <a:pt x="197" y="98"/>
                    </a:cubicBezTo>
                    <a:cubicBezTo>
                      <a:pt x="192" y="98"/>
                      <a:pt x="187" y="97"/>
                      <a:pt x="182" y="95"/>
                    </a:cubicBezTo>
                    <a:cubicBezTo>
                      <a:pt x="182" y="95"/>
                      <a:pt x="181" y="95"/>
                      <a:pt x="181" y="95"/>
                    </a:cubicBezTo>
                    <a:cubicBezTo>
                      <a:pt x="181" y="96"/>
                      <a:pt x="182" y="97"/>
                      <a:pt x="182" y="97"/>
                    </a:cubicBezTo>
                    <a:cubicBezTo>
                      <a:pt x="184" y="99"/>
                      <a:pt x="187" y="102"/>
                      <a:pt x="192" y="105"/>
                    </a:cubicBezTo>
                    <a:cubicBezTo>
                      <a:pt x="194" y="106"/>
                      <a:pt x="195" y="107"/>
                      <a:pt x="195" y="107"/>
                    </a:cubicBezTo>
                    <a:cubicBezTo>
                      <a:pt x="196" y="107"/>
                      <a:pt x="198" y="108"/>
                      <a:pt x="200" y="109"/>
                    </a:cubicBezTo>
                    <a:cubicBezTo>
                      <a:pt x="203" y="110"/>
                      <a:pt x="205" y="111"/>
                      <a:pt x="207" y="112"/>
                    </a:cubicBezTo>
                    <a:cubicBezTo>
                      <a:pt x="209" y="113"/>
                      <a:pt x="211" y="112"/>
                      <a:pt x="211" y="109"/>
                    </a:cubicBezTo>
                    <a:cubicBezTo>
                      <a:pt x="209" y="94"/>
                      <a:pt x="208" y="66"/>
                      <a:pt x="208" y="27"/>
                    </a:cubicBezTo>
                    <a:cubicBezTo>
                      <a:pt x="208" y="24"/>
                      <a:pt x="209" y="21"/>
                      <a:pt x="211" y="17"/>
                    </a:cubicBezTo>
                    <a:cubicBezTo>
                      <a:pt x="212" y="15"/>
                      <a:pt x="209" y="12"/>
                      <a:pt x="202" y="11"/>
                    </a:cubicBezTo>
                    <a:cubicBezTo>
                      <a:pt x="199" y="10"/>
                      <a:pt x="198" y="11"/>
                      <a:pt x="198" y="13"/>
                    </a:cubicBezTo>
                    <a:close/>
                    <a:moveTo>
                      <a:pt x="118" y="71"/>
                    </a:moveTo>
                    <a:cubicBezTo>
                      <a:pt x="117" y="72"/>
                      <a:pt x="117" y="73"/>
                      <a:pt x="117" y="73"/>
                    </a:cubicBezTo>
                    <a:cubicBezTo>
                      <a:pt x="117" y="74"/>
                      <a:pt x="118" y="74"/>
                      <a:pt x="119" y="73"/>
                    </a:cubicBezTo>
                    <a:cubicBezTo>
                      <a:pt x="125" y="72"/>
                      <a:pt x="131" y="68"/>
                      <a:pt x="137" y="61"/>
                    </a:cubicBezTo>
                    <a:cubicBezTo>
                      <a:pt x="138" y="61"/>
                      <a:pt x="138" y="59"/>
                      <a:pt x="137" y="56"/>
                    </a:cubicBezTo>
                    <a:cubicBezTo>
                      <a:pt x="136" y="55"/>
                      <a:pt x="138" y="52"/>
                      <a:pt x="143" y="45"/>
                    </a:cubicBezTo>
                    <a:cubicBezTo>
                      <a:pt x="147" y="38"/>
                      <a:pt x="151" y="34"/>
                      <a:pt x="153" y="33"/>
                    </a:cubicBezTo>
                    <a:cubicBezTo>
                      <a:pt x="154" y="32"/>
                      <a:pt x="155" y="33"/>
                      <a:pt x="157" y="34"/>
                    </a:cubicBezTo>
                    <a:cubicBezTo>
                      <a:pt x="157" y="35"/>
                      <a:pt x="158" y="35"/>
                      <a:pt x="157" y="35"/>
                    </a:cubicBezTo>
                    <a:cubicBezTo>
                      <a:pt x="160" y="38"/>
                      <a:pt x="162" y="39"/>
                      <a:pt x="164" y="39"/>
                    </a:cubicBezTo>
                    <a:cubicBezTo>
                      <a:pt x="166" y="39"/>
                      <a:pt x="167" y="38"/>
                      <a:pt x="169" y="36"/>
                    </a:cubicBezTo>
                    <a:cubicBezTo>
                      <a:pt x="169" y="36"/>
                      <a:pt x="169" y="35"/>
                      <a:pt x="169" y="35"/>
                    </a:cubicBezTo>
                    <a:cubicBezTo>
                      <a:pt x="170" y="35"/>
                      <a:pt x="170" y="35"/>
                      <a:pt x="171" y="34"/>
                    </a:cubicBezTo>
                    <a:cubicBezTo>
                      <a:pt x="173" y="32"/>
                      <a:pt x="174" y="31"/>
                      <a:pt x="174" y="30"/>
                    </a:cubicBezTo>
                    <a:cubicBezTo>
                      <a:pt x="175" y="29"/>
                      <a:pt x="174" y="29"/>
                      <a:pt x="171" y="28"/>
                    </a:cubicBezTo>
                    <a:cubicBezTo>
                      <a:pt x="164" y="28"/>
                      <a:pt x="159" y="28"/>
                      <a:pt x="156" y="27"/>
                    </a:cubicBezTo>
                    <a:cubicBezTo>
                      <a:pt x="156" y="26"/>
                      <a:pt x="156" y="26"/>
                      <a:pt x="156" y="25"/>
                    </a:cubicBezTo>
                    <a:cubicBezTo>
                      <a:pt x="158" y="23"/>
                      <a:pt x="159" y="22"/>
                      <a:pt x="160" y="20"/>
                    </a:cubicBezTo>
                    <a:cubicBezTo>
                      <a:pt x="161" y="20"/>
                      <a:pt x="161" y="19"/>
                      <a:pt x="160" y="18"/>
                    </a:cubicBezTo>
                    <a:cubicBezTo>
                      <a:pt x="160" y="18"/>
                      <a:pt x="160" y="18"/>
                      <a:pt x="160" y="18"/>
                    </a:cubicBezTo>
                    <a:cubicBezTo>
                      <a:pt x="155" y="13"/>
                      <a:pt x="152" y="12"/>
                      <a:pt x="150" y="15"/>
                    </a:cubicBezTo>
                    <a:cubicBezTo>
                      <a:pt x="150" y="16"/>
                      <a:pt x="149" y="19"/>
                      <a:pt x="147" y="22"/>
                    </a:cubicBezTo>
                    <a:cubicBezTo>
                      <a:pt x="146" y="24"/>
                      <a:pt x="146" y="26"/>
                      <a:pt x="145" y="27"/>
                    </a:cubicBezTo>
                    <a:cubicBezTo>
                      <a:pt x="138" y="41"/>
                      <a:pt x="134" y="49"/>
                      <a:pt x="132" y="52"/>
                    </a:cubicBezTo>
                    <a:cubicBezTo>
                      <a:pt x="125" y="60"/>
                      <a:pt x="120" y="66"/>
                      <a:pt x="118" y="71"/>
                    </a:cubicBezTo>
                    <a:close/>
                    <a:moveTo>
                      <a:pt x="181" y="70"/>
                    </a:moveTo>
                    <a:cubicBezTo>
                      <a:pt x="179" y="69"/>
                      <a:pt x="179" y="67"/>
                      <a:pt x="178" y="62"/>
                    </a:cubicBezTo>
                    <a:cubicBezTo>
                      <a:pt x="178" y="56"/>
                      <a:pt x="178" y="50"/>
                      <a:pt x="177" y="45"/>
                    </a:cubicBezTo>
                    <a:cubicBezTo>
                      <a:pt x="177" y="41"/>
                      <a:pt x="178" y="39"/>
                      <a:pt x="180" y="39"/>
                    </a:cubicBezTo>
                    <a:cubicBezTo>
                      <a:pt x="181" y="39"/>
                      <a:pt x="182" y="39"/>
                      <a:pt x="184" y="40"/>
                    </a:cubicBezTo>
                    <a:cubicBezTo>
                      <a:pt x="185" y="41"/>
                      <a:pt x="186" y="41"/>
                      <a:pt x="187" y="41"/>
                    </a:cubicBezTo>
                    <a:cubicBezTo>
                      <a:pt x="188" y="42"/>
                      <a:pt x="189" y="43"/>
                      <a:pt x="188" y="45"/>
                    </a:cubicBezTo>
                    <a:cubicBezTo>
                      <a:pt x="187" y="47"/>
                      <a:pt x="187" y="52"/>
                      <a:pt x="187" y="59"/>
                    </a:cubicBezTo>
                    <a:cubicBezTo>
                      <a:pt x="186" y="66"/>
                      <a:pt x="184" y="70"/>
                      <a:pt x="181" y="70"/>
                    </a:cubicBezTo>
                    <a:close/>
                    <a:moveTo>
                      <a:pt x="140" y="59"/>
                    </a:moveTo>
                    <a:cubicBezTo>
                      <a:pt x="139" y="57"/>
                      <a:pt x="142" y="54"/>
                      <a:pt x="146" y="51"/>
                    </a:cubicBezTo>
                    <a:cubicBezTo>
                      <a:pt x="150" y="49"/>
                      <a:pt x="154" y="48"/>
                      <a:pt x="157" y="47"/>
                    </a:cubicBezTo>
                    <a:cubicBezTo>
                      <a:pt x="161" y="47"/>
                      <a:pt x="165" y="48"/>
                      <a:pt x="167" y="49"/>
                    </a:cubicBezTo>
                    <a:cubicBezTo>
                      <a:pt x="169" y="50"/>
                      <a:pt x="169" y="51"/>
                      <a:pt x="168" y="51"/>
                    </a:cubicBezTo>
                    <a:cubicBezTo>
                      <a:pt x="166" y="55"/>
                      <a:pt x="164" y="60"/>
                      <a:pt x="164" y="68"/>
                    </a:cubicBezTo>
                    <a:cubicBezTo>
                      <a:pt x="164" y="71"/>
                      <a:pt x="164" y="74"/>
                      <a:pt x="163" y="76"/>
                    </a:cubicBezTo>
                    <a:cubicBezTo>
                      <a:pt x="162" y="78"/>
                      <a:pt x="162" y="78"/>
                      <a:pt x="161" y="78"/>
                    </a:cubicBezTo>
                    <a:cubicBezTo>
                      <a:pt x="158" y="78"/>
                      <a:pt x="156" y="76"/>
                      <a:pt x="152" y="74"/>
                    </a:cubicBezTo>
                    <a:cubicBezTo>
                      <a:pt x="151" y="74"/>
                      <a:pt x="150" y="74"/>
                      <a:pt x="147" y="74"/>
                    </a:cubicBezTo>
                    <a:cubicBezTo>
                      <a:pt x="149" y="74"/>
                      <a:pt x="148" y="74"/>
                      <a:pt x="146" y="73"/>
                    </a:cubicBezTo>
                    <a:cubicBezTo>
                      <a:pt x="145" y="73"/>
                      <a:pt x="144" y="74"/>
                      <a:pt x="144" y="77"/>
                    </a:cubicBezTo>
                    <a:cubicBezTo>
                      <a:pt x="144" y="84"/>
                      <a:pt x="145" y="89"/>
                      <a:pt x="146" y="90"/>
                    </a:cubicBezTo>
                    <a:cubicBezTo>
                      <a:pt x="148" y="91"/>
                      <a:pt x="150" y="92"/>
                      <a:pt x="152" y="92"/>
                    </a:cubicBezTo>
                    <a:cubicBezTo>
                      <a:pt x="152" y="92"/>
                      <a:pt x="153" y="92"/>
                      <a:pt x="153" y="92"/>
                    </a:cubicBezTo>
                    <a:cubicBezTo>
                      <a:pt x="157" y="92"/>
                      <a:pt x="160" y="91"/>
                      <a:pt x="161" y="89"/>
                    </a:cubicBezTo>
                    <a:cubicBezTo>
                      <a:pt x="163" y="87"/>
                      <a:pt x="164" y="84"/>
                      <a:pt x="165" y="78"/>
                    </a:cubicBezTo>
                    <a:cubicBezTo>
                      <a:pt x="165" y="77"/>
                      <a:pt x="166" y="77"/>
                      <a:pt x="167" y="78"/>
                    </a:cubicBezTo>
                    <a:cubicBezTo>
                      <a:pt x="169" y="83"/>
                      <a:pt x="171" y="89"/>
                      <a:pt x="172" y="96"/>
                    </a:cubicBezTo>
                    <a:cubicBezTo>
                      <a:pt x="173" y="99"/>
                      <a:pt x="173" y="100"/>
                      <a:pt x="172" y="101"/>
                    </a:cubicBezTo>
                    <a:cubicBezTo>
                      <a:pt x="170" y="101"/>
                      <a:pt x="167" y="102"/>
                      <a:pt x="162" y="102"/>
                    </a:cubicBezTo>
                    <a:cubicBezTo>
                      <a:pt x="154" y="102"/>
                      <a:pt x="148" y="102"/>
                      <a:pt x="145" y="101"/>
                    </a:cubicBezTo>
                    <a:cubicBezTo>
                      <a:pt x="142" y="98"/>
                      <a:pt x="141" y="95"/>
                      <a:pt x="140" y="90"/>
                    </a:cubicBezTo>
                    <a:cubicBezTo>
                      <a:pt x="139" y="85"/>
                      <a:pt x="138" y="79"/>
                      <a:pt x="139" y="74"/>
                    </a:cubicBezTo>
                    <a:cubicBezTo>
                      <a:pt x="139" y="71"/>
                      <a:pt x="140" y="67"/>
                      <a:pt x="140" y="63"/>
                    </a:cubicBezTo>
                    <a:cubicBezTo>
                      <a:pt x="140" y="61"/>
                      <a:pt x="140" y="60"/>
                      <a:pt x="140" y="59"/>
                    </a:cubicBezTo>
                    <a:close/>
                    <a:moveTo>
                      <a:pt x="156" y="67"/>
                    </a:moveTo>
                    <a:cubicBezTo>
                      <a:pt x="155" y="68"/>
                      <a:pt x="153" y="69"/>
                      <a:pt x="150" y="69"/>
                    </a:cubicBezTo>
                    <a:cubicBezTo>
                      <a:pt x="147" y="69"/>
                      <a:pt x="145" y="68"/>
                      <a:pt x="145" y="66"/>
                    </a:cubicBezTo>
                    <a:cubicBezTo>
                      <a:pt x="145" y="63"/>
                      <a:pt x="146" y="60"/>
                      <a:pt x="147" y="57"/>
                    </a:cubicBezTo>
                    <a:cubicBezTo>
                      <a:pt x="148" y="55"/>
                      <a:pt x="150" y="54"/>
                      <a:pt x="152" y="54"/>
                    </a:cubicBezTo>
                    <a:cubicBezTo>
                      <a:pt x="154" y="54"/>
                      <a:pt x="156" y="54"/>
                      <a:pt x="156" y="55"/>
                    </a:cubicBezTo>
                    <a:cubicBezTo>
                      <a:pt x="156" y="59"/>
                      <a:pt x="156" y="63"/>
                      <a:pt x="156" y="67"/>
                    </a:cubicBezTo>
                    <a:close/>
                    <a:moveTo>
                      <a:pt x="282" y="20"/>
                    </a:moveTo>
                    <a:cubicBezTo>
                      <a:pt x="286" y="20"/>
                      <a:pt x="286" y="17"/>
                      <a:pt x="283" y="11"/>
                    </a:cubicBezTo>
                    <a:cubicBezTo>
                      <a:pt x="283" y="10"/>
                      <a:pt x="282" y="8"/>
                      <a:pt x="281" y="6"/>
                    </a:cubicBezTo>
                    <a:cubicBezTo>
                      <a:pt x="280" y="4"/>
                      <a:pt x="280" y="3"/>
                      <a:pt x="280" y="1"/>
                    </a:cubicBezTo>
                    <a:cubicBezTo>
                      <a:pt x="279" y="0"/>
                      <a:pt x="278" y="1"/>
                      <a:pt x="276" y="2"/>
                    </a:cubicBezTo>
                    <a:cubicBezTo>
                      <a:pt x="273" y="6"/>
                      <a:pt x="272" y="10"/>
                      <a:pt x="272" y="13"/>
                    </a:cubicBezTo>
                    <a:cubicBezTo>
                      <a:pt x="273" y="16"/>
                      <a:pt x="276" y="19"/>
                      <a:pt x="282" y="20"/>
                    </a:cubicBezTo>
                    <a:close/>
                    <a:moveTo>
                      <a:pt x="282" y="48"/>
                    </a:moveTo>
                    <a:cubicBezTo>
                      <a:pt x="282" y="47"/>
                      <a:pt x="284" y="45"/>
                      <a:pt x="287" y="42"/>
                    </a:cubicBezTo>
                    <a:cubicBezTo>
                      <a:pt x="287" y="42"/>
                      <a:pt x="288" y="41"/>
                      <a:pt x="289" y="41"/>
                    </a:cubicBezTo>
                    <a:cubicBezTo>
                      <a:pt x="290" y="40"/>
                      <a:pt x="291" y="39"/>
                      <a:pt x="292" y="37"/>
                    </a:cubicBezTo>
                    <a:cubicBezTo>
                      <a:pt x="292" y="36"/>
                      <a:pt x="291" y="35"/>
                      <a:pt x="287" y="34"/>
                    </a:cubicBezTo>
                    <a:cubicBezTo>
                      <a:pt x="286" y="34"/>
                      <a:pt x="286" y="33"/>
                      <a:pt x="286" y="33"/>
                    </a:cubicBezTo>
                    <a:cubicBezTo>
                      <a:pt x="285" y="33"/>
                      <a:pt x="285" y="33"/>
                      <a:pt x="286" y="32"/>
                    </a:cubicBezTo>
                    <a:cubicBezTo>
                      <a:pt x="286" y="32"/>
                      <a:pt x="287" y="32"/>
                      <a:pt x="288" y="31"/>
                    </a:cubicBezTo>
                    <a:cubicBezTo>
                      <a:pt x="290" y="31"/>
                      <a:pt x="290" y="30"/>
                      <a:pt x="290" y="30"/>
                    </a:cubicBezTo>
                    <a:cubicBezTo>
                      <a:pt x="292" y="30"/>
                      <a:pt x="292" y="29"/>
                      <a:pt x="292" y="28"/>
                    </a:cubicBezTo>
                    <a:cubicBezTo>
                      <a:pt x="292" y="28"/>
                      <a:pt x="292" y="27"/>
                      <a:pt x="291" y="25"/>
                    </a:cubicBezTo>
                    <a:cubicBezTo>
                      <a:pt x="291" y="24"/>
                      <a:pt x="288" y="23"/>
                      <a:pt x="285" y="25"/>
                    </a:cubicBezTo>
                    <a:cubicBezTo>
                      <a:pt x="275" y="27"/>
                      <a:pt x="266" y="30"/>
                      <a:pt x="256" y="32"/>
                    </a:cubicBezTo>
                    <a:cubicBezTo>
                      <a:pt x="255" y="32"/>
                      <a:pt x="255" y="32"/>
                      <a:pt x="255" y="33"/>
                    </a:cubicBezTo>
                    <a:cubicBezTo>
                      <a:pt x="255" y="34"/>
                      <a:pt x="255" y="36"/>
                      <a:pt x="257" y="40"/>
                    </a:cubicBezTo>
                    <a:cubicBezTo>
                      <a:pt x="260" y="38"/>
                      <a:pt x="262" y="37"/>
                      <a:pt x="264" y="36"/>
                    </a:cubicBezTo>
                    <a:cubicBezTo>
                      <a:pt x="265" y="36"/>
                      <a:pt x="266" y="36"/>
                      <a:pt x="265" y="37"/>
                    </a:cubicBezTo>
                    <a:cubicBezTo>
                      <a:pt x="265" y="38"/>
                      <a:pt x="264" y="40"/>
                      <a:pt x="263" y="42"/>
                    </a:cubicBezTo>
                    <a:cubicBezTo>
                      <a:pt x="262" y="44"/>
                      <a:pt x="261" y="45"/>
                      <a:pt x="261" y="46"/>
                    </a:cubicBezTo>
                    <a:cubicBezTo>
                      <a:pt x="260" y="48"/>
                      <a:pt x="260" y="49"/>
                      <a:pt x="261" y="50"/>
                    </a:cubicBezTo>
                    <a:cubicBezTo>
                      <a:pt x="262" y="51"/>
                      <a:pt x="263" y="51"/>
                      <a:pt x="264" y="50"/>
                    </a:cubicBezTo>
                    <a:cubicBezTo>
                      <a:pt x="264" y="50"/>
                      <a:pt x="264" y="50"/>
                      <a:pt x="264" y="50"/>
                    </a:cubicBezTo>
                    <a:cubicBezTo>
                      <a:pt x="266" y="49"/>
                      <a:pt x="267" y="48"/>
                      <a:pt x="269" y="45"/>
                    </a:cubicBezTo>
                    <a:cubicBezTo>
                      <a:pt x="271" y="42"/>
                      <a:pt x="272" y="40"/>
                      <a:pt x="274" y="39"/>
                    </a:cubicBezTo>
                    <a:cubicBezTo>
                      <a:pt x="275" y="37"/>
                      <a:pt x="276" y="36"/>
                      <a:pt x="277" y="36"/>
                    </a:cubicBezTo>
                    <a:cubicBezTo>
                      <a:pt x="278" y="37"/>
                      <a:pt x="278" y="38"/>
                      <a:pt x="278" y="39"/>
                    </a:cubicBezTo>
                    <a:cubicBezTo>
                      <a:pt x="278" y="39"/>
                      <a:pt x="278" y="40"/>
                      <a:pt x="278" y="40"/>
                    </a:cubicBezTo>
                    <a:cubicBezTo>
                      <a:pt x="277" y="45"/>
                      <a:pt x="275" y="48"/>
                      <a:pt x="273" y="50"/>
                    </a:cubicBezTo>
                    <a:cubicBezTo>
                      <a:pt x="272" y="50"/>
                      <a:pt x="270" y="51"/>
                      <a:pt x="266" y="53"/>
                    </a:cubicBezTo>
                    <a:cubicBezTo>
                      <a:pt x="260" y="55"/>
                      <a:pt x="256" y="56"/>
                      <a:pt x="253" y="57"/>
                    </a:cubicBezTo>
                    <a:cubicBezTo>
                      <a:pt x="252" y="56"/>
                      <a:pt x="251" y="57"/>
                      <a:pt x="251" y="58"/>
                    </a:cubicBezTo>
                    <a:cubicBezTo>
                      <a:pt x="252" y="61"/>
                      <a:pt x="253" y="64"/>
                      <a:pt x="255" y="65"/>
                    </a:cubicBezTo>
                    <a:cubicBezTo>
                      <a:pt x="255" y="66"/>
                      <a:pt x="256" y="66"/>
                      <a:pt x="257" y="65"/>
                    </a:cubicBezTo>
                    <a:cubicBezTo>
                      <a:pt x="257" y="65"/>
                      <a:pt x="258" y="64"/>
                      <a:pt x="258" y="64"/>
                    </a:cubicBezTo>
                    <a:cubicBezTo>
                      <a:pt x="264" y="63"/>
                      <a:pt x="267" y="62"/>
                      <a:pt x="268" y="62"/>
                    </a:cubicBezTo>
                    <a:cubicBezTo>
                      <a:pt x="269" y="62"/>
                      <a:pt x="270" y="62"/>
                      <a:pt x="270" y="63"/>
                    </a:cubicBezTo>
                    <a:cubicBezTo>
                      <a:pt x="270" y="64"/>
                      <a:pt x="270" y="65"/>
                      <a:pt x="270" y="66"/>
                    </a:cubicBezTo>
                    <a:cubicBezTo>
                      <a:pt x="264" y="66"/>
                      <a:pt x="260" y="68"/>
                      <a:pt x="258" y="70"/>
                    </a:cubicBezTo>
                    <a:cubicBezTo>
                      <a:pt x="242" y="76"/>
                      <a:pt x="242" y="76"/>
                      <a:pt x="242" y="76"/>
                    </a:cubicBezTo>
                    <a:cubicBezTo>
                      <a:pt x="241" y="75"/>
                      <a:pt x="241" y="75"/>
                      <a:pt x="241" y="75"/>
                    </a:cubicBezTo>
                    <a:cubicBezTo>
                      <a:pt x="241" y="75"/>
                      <a:pt x="240" y="76"/>
                      <a:pt x="240" y="77"/>
                    </a:cubicBezTo>
                    <a:cubicBezTo>
                      <a:pt x="240" y="77"/>
                      <a:pt x="241" y="78"/>
                      <a:pt x="242" y="80"/>
                    </a:cubicBezTo>
                    <a:cubicBezTo>
                      <a:pt x="244" y="82"/>
                      <a:pt x="245" y="83"/>
                      <a:pt x="245" y="83"/>
                    </a:cubicBezTo>
                    <a:cubicBezTo>
                      <a:pt x="247" y="81"/>
                      <a:pt x="249" y="79"/>
                      <a:pt x="253" y="78"/>
                    </a:cubicBezTo>
                    <a:cubicBezTo>
                      <a:pt x="255" y="78"/>
                      <a:pt x="256" y="78"/>
                      <a:pt x="257" y="77"/>
                    </a:cubicBezTo>
                    <a:cubicBezTo>
                      <a:pt x="258" y="76"/>
                      <a:pt x="258" y="77"/>
                      <a:pt x="257" y="78"/>
                    </a:cubicBezTo>
                    <a:cubicBezTo>
                      <a:pt x="255" y="81"/>
                      <a:pt x="252" y="84"/>
                      <a:pt x="249" y="89"/>
                    </a:cubicBezTo>
                    <a:cubicBezTo>
                      <a:pt x="248" y="92"/>
                      <a:pt x="246" y="94"/>
                      <a:pt x="245" y="95"/>
                    </a:cubicBezTo>
                    <a:cubicBezTo>
                      <a:pt x="245" y="95"/>
                      <a:pt x="245" y="96"/>
                      <a:pt x="245" y="97"/>
                    </a:cubicBezTo>
                    <a:cubicBezTo>
                      <a:pt x="248" y="99"/>
                      <a:pt x="251" y="100"/>
                      <a:pt x="252" y="101"/>
                    </a:cubicBezTo>
                    <a:cubicBezTo>
                      <a:pt x="253" y="102"/>
                      <a:pt x="254" y="101"/>
                      <a:pt x="255" y="100"/>
                    </a:cubicBezTo>
                    <a:cubicBezTo>
                      <a:pt x="255" y="100"/>
                      <a:pt x="255" y="99"/>
                      <a:pt x="256" y="98"/>
                    </a:cubicBezTo>
                    <a:cubicBezTo>
                      <a:pt x="257" y="96"/>
                      <a:pt x="258" y="94"/>
                      <a:pt x="259" y="93"/>
                    </a:cubicBezTo>
                    <a:cubicBezTo>
                      <a:pt x="266" y="100"/>
                      <a:pt x="272" y="104"/>
                      <a:pt x="275" y="106"/>
                    </a:cubicBezTo>
                    <a:cubicBezTo>
                      <a:pt x="276" y="106"/>
                      <a:pt x="277" y="106"/>
                      <a:pt x="277" y="105"/>
                    </a:cubicBezTo>
                    <a:cubicBezTo>
                      <a:pt x="277" y="98"/>
                      <a:pt x="277" y="92"/>
                      <a:pt x="276" y="86"/>
                    </a:cubicBezTo>
                    <a:cubicBezTo>
                      <a:pt x="276" y="85"/>
                      <a:pt x="276" y="85"/>
                      <a:pt x="277" y="85"/>
                    </a:cubicBezTo>
                    <a:cubicBezTo>
                      <a:pt x="281" y="85"/>
                      <a:pt x="283" y="85"/>
                      <a:pt x="284" y="85"/>
                    </a:cubicBezTo>
                    <a:cubicBezTo>
                      <a:pt x="285" y="85"/>
                      <a:pt x="286" y="84"/>
                      <a:pt x="286" y="82"/>
                    </a:cubicBezTo>
                    <a:cubicBezTo>
                      <a:pt x="286" y="79"/>
                      <a:pt x="284" y="78"/>
                      <a:pt x="280" y="76"/>
                    </a:cubicBezTo>
                    <a:cubicBezTo>
                      <a:pt x="279" y="75"/>
                      <a:pt x="278" y="75"/>
                      <a:pt x="277" y="74"/>
                    </a:cubicBezTo>
                    <a:cubicBezTo>
                      <a:pt x="277" y="73"/>
                      <a:pt x="277" y="72"/>
                      <a:pt x="278" y="72"/>
                    </a:cubicBezTo>
                    <a:cubicBezTo>
                      <a:pt x="278" y="72"/>
                      <a:pt x="279" y="72"/>
                      <a:pt x="281" y="72"/>
                    </a:cubicBezTo>
                    <a:cubicBezTo>
                      <a:pt x="285" y="71"/>
                      <a:pt x="289" y="70"/>
                      <a:pt x="291" y="69"/>
                    </a:cubicBezTo>
                    <a:cubicBezTo>
                      <a:pt x="292" y="68"/>
                      <a:pt x="292" y="67"/>
                      <a:pt x="292" y="67"/>
                    </a:cubicBezTo>
                    <a:cubicBezTo>
                      <a:pt x="291" y="65"/>
                      <a:pt x="290" y="63"/>
                      <a:pt x="288" y="61"/>
                    </a:cubicBezTo>
                    <a:cubicBezTo>
                      <a:pt x="287" y="60"/>
                      <a:pt x="285" y="61"/>
                      <a:pt x="281" y="62"/>
                    </a:cubicBezTo>
                    <a:cubicBezTo>
                      <a:pt x="280" y="63"/>
                      <a:pt x="280" y="63"/>
                      <a:pt x="280" y="63"/>
                    </a:cubicBezTo>
                    <a:cubicBezTo>
                      <a:pt x="280" y="60"/>
                      <a:pt x="280" y="60"/>
                      <a:pt x="280" y="60"/>
                    </a:cubicBezTo>
                    <a:cubicBezTo>
                      <a:pt x="280" y="59"/>
                      <a:pt x="280" y="59"/>
                      <a:pt x="281" y="58"/>
                    </a:cubicBezTo>
                    <a:cubicBezTo>
                      <a:pt x="281" y="58"/>
                      <a:pt x="281" y="58"/>
                      <a:pt x="281" y="58"/>
                    </a:cubicBezTo>
                    <a:cubicBezTo>
                      <a:pt x="282" y="58"/>
                      <a:pt x="283" y="57"/>
                      <a:pt x="285" y="56"/>
                    </a:cubicBezTo>
                    <a:cubicBezTo>
                      <a:pt x="287" y="55"/>
                      <a:pt x="288" y="55"/>
                      <a:pt x="289" y="54"/>
                    </a:cubicBezTo>
                    <a:cubicBezTo>
                      <a:pt x="291" y="53"/>
                      <a:pt x="291" y="51"/>
                      <a:pt x="289" y="48"/>
                    </a:cubicBezTo>
                    <a:cubicBezTo>
                      <a:pt x="282" y="48"/>
                      <a:pt x="282" y="48"/>
                      <a:pt x="282" y="48"/>
                    </a:cubicBezTo>
                    <a:close/>
                    <a:moveTo>
                      <a:pt x="308" y="61"/>
                    </a:moveTo>
                    <a:cubicBezTo>
                      <a:pt x="302" y="64"/>
                      <a:pt x="302" y="64"/>
                      <a:pt x="302" y="64"/>
                    </a:cubicBezTo>
                    <a:cubicBezTo>
                      <a:pt x="301" y="66"/>
                      <a:pt x="301" y="68"/>
                      <a:pt x="300" y="71"/>
                    </a:cubicBezTo>
                    <a:cubicBezTo>
                      <a:pt x="299" y="74"/>
                      <a:pt x="298" y="76"/>
                      <a:pt x="298" y="77"/>
                    </a:cubicBezTo>
                    <a:cubicBezTo>
                      <a:pt x="298" y="77"/>
                      <a:pt x="298" y="78"/>
                      <a:pt x="298" y="78"/>
                    </a:cubicBezTo>
                    <a:cubicBezTo>
                      <a:pt x="299" y="80"/>
                      <a:pt x="299" y="81"/>
                      <a:pt x="299" y="82"/>
                    </a:cubicBezTo>
                    <a:cubicBezTo>
                      <a:pt x="297" y="86"/>
                      <a:pt x="293" y="90"/>
                      <a:pt x="287" y="93"/>
                    </a:cubicBezTo>
                    <a:cubicBezTo>
                      <a:pt x="287" y="93"/>
                      <a:pt x="287" y="93"/>
                      <a:pt x="286" y="93"/>
                    </a:cubicBezTo>
                    <a:cubicBezTo>
                      <a:pt x="283" y="95"/>
                      <a:pt x="282" y="95"/>
                      <a:pt x="282" y="94"/>
                    </a:cubicBezTo>
                    <a:cubicBezTo>
                      <a:pt x="282" y="94"/>
                      <a:pt x="282" y="94"/>
                      <a:pt x="283" y="93"/>
                    </a:cubicBezTo>
                    <a:cubicBezTo>
                      <a:pt x="289" y="84"/>
                      <a:pt x="293" y="75"/>
                      <a:pt x="295" y="66"/>
                    </a:cubicBezTo>
                    <a:cubicBezTo>
                      <a:pt x="297" y="58"/>
                      <a:pt x="298" y="48"/>
                      <a:pt x="297" y="36"/>
                    </a:cubicBezTo>
                    <a:cubicBezTo>
                      <a:pt x="297" y="35"/>
                      <a:pt x="298" y="34"/>
                      <a:pt x="299" y="34"/>
                    </a:cubicBezTo>
                    <a:cubicBezTo>
                      <a:pt x="302" y="33"/>
                      <a:pt x="306" y="31"/>
                      <a:pt x="312" y="30"/>
                    </a:cubicBezTo>
                    <a:cubicBezTo>
                      <a:pt x="314" y="29"/>
                      <a:pt x="315" y="29"/>
                      <a:pt x="316" y="29"/>
                    </a:cubicBezTo>
                    <a:cubicBezTo>
                      <a:pt x="320" y="27"/>
                      <a:pt x="323" y="25"/>
                      <a:pt x="325" y="23"/>
                    </a:cubicBezTo>
                    <a:cubicBezTo>
                      <a:pt x="328" y="26"/>
                      <a:pt x="329" y="30"/>
                      <a:pt x="329" y="33"/>
                    </a:cubicBezTo>
                    <a:cubicBezTo>
                      <a:pt x="329" y="34"/>
                      <a:pt x="328" y="34"/>
                      <a:pt x="326" y="35"/>
                    </a:cubicBezTo>
                    <a:cubicBezTo>
                      <a:pt x="325" y="36"/>
                      <a:pt x="324" y="36"/>
                      <a:pt x="324" y="36"/>
                    </a:cubicBezTo>
                    <a:cubicBezTo>
                      <a:pt x="323" y="37"/>
                      <a:pt x="318" y="39"/>
                      <a:pt x="312" y="40"/>
                    </a:cubicBezTo>
                    <a:cubicBezTo>
                      <a:pt x="309" y="40"/>
                      <a:pt x="307" y="41"/>
                      <a:pt x="307" y="41"/>
                    </a:cubicBezTo>
                    <a:cubicBezTo>
                      <a:pt x="305" y="46"/>
                      <a:pt x="303" y="50"/>
                      <a:pt x="303" y="53"/>
                    </a:cubicBezTo>
                    <a:cubicBezTo>
                      <a:pt x="303" y="54"/>
                      <a:pt x="304" y="54"/>
                      <a:pt x="305" y="54"/>
                    </a:cubicBezTo>
                    <a:cubicBezTo>
                      <a:pt x="315" y="51"/>
                      <a:pt x="325" y="48"/>
                      <a:pt x="335" y="46"/>
                    </a:cubicBezTo>
                    <a:cubicBezTo>
                      <a:pt x="336" y="45"/>
                      <a:pt x="337" y="46"/>
                      <a:pt x="337" y="46"/>
                    </a:cubicBezTo>
                    <a:cubicBezTo>
                      <a:pt x="339" y="50"/>
                      <a:pt x="341" y="54"/>
                      <a:pt x="342" y="58"/>
                    </a:cubicBezTo>
                    <a:cubicBezTo>
                      <a:pt x="342" y="59"/>
                      <a:pt x="342" y="60"/>
                      <a:pt x="341" y="61"/>
                    </a:cubicBezTo>
                    <a:cubicBezTo>
                      <a:pt x="340" y="60"/>
                      <a:pt x="339" y="60"/>
                      <a:pt x="338" y="60"/>
                    </a:cubicBezTo>
                    <a:cubicBezTo>
                      <a:pt x="337" y="61"/>
                      <a:pt x="336" y="61"/>
                      <a:pt x="336" y="61"/>
                    </a:cubicBezTo>
                    <a:cubicBezTo>
                      <a:pt x="333" y="60"/>
                      <a:pt x="330" y="60"/>
                      <a:pt x="327" y="60"/>
                    </a:cubicBezTo>
                    <a:cubicBezTo>
                      <a:pt x="325" y="60"/>
                      <a:pt x="324" y="60"/>
                      <a:pt x="324" y="60"/>
                    </a:cubicBezTo>
                    <a:cubicBezTo>
                      <a:pt x="322" y="71"/>
                      <a:pt x="321" y="82"/>
                      <a:pt x="322" y="92"/>
                    </a:cubicBezTo>
                    <a:cubicBezTo>
                      <a:pt x="322" y="94"/>
                      <a:pt x="322" y="95"/>
                      <a:pt x="322" y="95"/>
                    </a:cubicBezTo>
                    <a:cubicBezTo>
                      <a:pt x="322" y="96"/>
                      <a:pt x="321" y="97"/>
                      <a:pt x="321" y="100"/>
                    </a:cubicBezTo>
                    <a:cubicBezTo>
                      <a:pt x="320" y="103"/>
                      <a:pt x="320" y="106"/>
                      <a:pt x="320" y="107"/>
                    </a:cubicBezTo>
                    <a:cubicBezTo>
                      <a:pt x="320" y="109"/>
                      <a:pt x="320" y="111"/>
                      <a:pt x="321" y="115"/>
                    </a:cubicBezTo>
                    <a:cubicBezTo>
                      <a:pt x="321" y="117"/>
                      <a:pt x="322" y="118"/>
                      <a:pt x="322" y="119"/>
                    </a:cubicBezTo>
                    <a:cubicBezTo>
                      <a:pt x="322" y="120"/>
                      <a:pt x="321" y="121"/>
                      <a:pt x="320" y="121"/>
                    </a:cubicBezTo>
                    <a:cubicBezTo>
                      <a:pt x="317" y="121"/>
                      <a:pt x="315" y="121"/>
                      <a:pt x="314" y="120"/>
                    </a:cubicBezTo>
                    <a:cubicBezTo>
                      <a:pt x="314" y="116"/>
                      <a:pt x="313" y="111"/>
                      <a:pt x="313" y="105"/>
                    </a:cubicBezTo>
                    <a:cubicBezTo>
                      <a:pt x="313" y="100"/>
                      <a:pt x="313" y="94"/>
                      <a:pt x="313" y="88"/>
                    </a:cubicBezTo>
                    <a:cubicBezTo>
                      <a:pt x="313" y="83"/>
                      <a:pt x="313" y="76"/>
                      <a:pt x="312" y="66"/>
                    </a:cubicBezTo>
                    <a:cubicBezTo>
                      <a:pt x="312" y="62"/>
                      <a:pt x="310" y="60"/>
                      <a:pt x="308" y="61"/>
                    </a:cubicBezTo>
                    <a:close/>
                    <a:moveTo>
                      <a:pt x="260" y="90"/>
                    </a:moveTo>
                    <a:cubicBezTo>
                      <a:pt x="261" y="85"/>
                      <a:pt x="261" y="81"/>
                      <a:pt x="261" y="77"/>
                    </a:cubicBezTo>
                    <a:cubicBezTo>
                      <a:pt x="261" y="77"/>
                      <a:pt x="262" y="76"/>
                      <a:pt x="263" y="76"/>
                    </a:cubicBezTo>
                    <a:cubicBezTo>
                      <a:pt x="265" y="76"/>
                      <a:pt x="267" y="76"/>
                      <a:pt x="269" y="75"/>
                    </a:cubicBezTo>
                    <a:cubicBezTo>
                      <a:pt x="271" y="82"/>
                      <a:pt x="271" y="87"/>
                      <a:pt x="269" y="92"/>
                    </a:cubicBezTo>
                    <a:cubicBezTo>
                      <a:pt x="269" y="93"/>
                      <a:pt x="269" y="93"/>
                      <a:pt x="267" y="93"/>
                    </a:cubicBezTo>
                    <a:cubicBezTo>
                      <a:pt x="267" y="93"/>
                      <a:pt x="265" y="93"/>
                      <a:pt x="263" y="92"/>
                    </a:cubicBezTo>
                    <a:cubicBezTo>
                      <a:pt x="262" y="92"/>
                      <a:pt x="261" y="92"/>
                      <a:pt x="261" y="92"/>
                    </a:cubicBezTo>
                    <a:cubicBezTo>
                      <a:pt x="261" y="92"/>
                      <a:pt x="260" y="91"/>
                      <a:pt x="260" y="91"/>
                    </a:cubicBezTo>
                    <a:cubicBezTo>
                      <a:pt x="260" y="91"/>
                      <a:pt x="260" y="91"/>
                      <a:pt x="260" y="90"/>
                    </a:cubicBezTo>
                    <a:close/>
                  </a:path>
                </a:pathLst>
              </a:custGeom>
              <a:grpFill/>
              <a:ln>
                <a:noFill/>
              </a:ln>
            </p:spPr>
            <p:txBody>
              <a:bodyPr anchor="ctr"/>
              <a:lstStyle/>
              <a:p>
                <a:pPr algn="ctr"/>
                <a:endParaRPr/>
              </a:p>
            </p:txBody>
          </p:sp>
          <p:sp>
            <p:nvSpPr>
              <p:cNvPr id="79" name="îślïḓè">
                <a:extLst>
                  <a:ext uri="{FF2B5EF4-FFF2-40B4-BE49-F238E27FC236}">
                    <a16:creationId xmlns:a16="http://schemas.microsoft.com/office/drawing/2014/main" id="{2A42BFF3-0453-4964-B5C1-4481A38B5BB7}"/>
                  </a:ext>
                </a:extLst>
              </p:cNvPr>
              <p:cNvSpPr/>
              <p:nvPr/>
            </p:nvSpPr>
            <p:spPr bwMode="auto">
              <a:xfrm>
                <a:off x="2565401" y="2881313"/>
                <a:ext cx="1050925" cy="1093788"/>
              </a:xfrm>
              <a:prstGeom prst="ellipse">
                <a:avLst/>
              </a:prstGeom>
              <a:noFill/>
              <a:ln w="14288" cap="flat">
                <a:solidFill>
                  <a:schemeClr val="accent1"/>
                </a:solidFill>
                <a:prstDash val="solid"/>
                <a:round/>
                <a:headEnd/>
                <a:tailEnd/>
              </a:ln>
            </p:spPr>
            <p:txBody>
              <a:bodyPr anchor="ctr"/>
              <a:lstStyle/>
              <a:p>
                <a:pPr algn="ctr"/>
                <a:endParaRPr/>
              </a:p>
            </p:txBody>
          </p:sp>
          <p:sp>
            <p:nvSpPr>
              <p:cNvPr id="80" name="ïṡliḓe">
                <a:extLst>
                  <a:ext uri="{FF2B5EF4-FFF2-40B4-BE49-F238E27FC236}">
                    <a16:creationId xmlns:a16="http://schemas.microsoft.com/office/drawing/2014/main" id="{4B0BBBCA-A168-408F-AA00-B9B65EC4ACB8}"/>
                  </a:ext>
                </a:extLst>
              </p:cNvPr>
              <p:cNvSpPr/>
              <p:nvPr/>
            </p:nvSpPr>
            <p:spPr bwMode="auto">
              <a:xfrm>
                <a:off x="2451101" y="2881313"/>
                <a:ext cx="1277938" cy="1093788"/>
              </a:xfrm>
              <a:prstGeom prst="ellipse">
                <a:avLst/>
              </a:prstGeom>
              <a:noFill/>
              <a:ln w="15875" cap="flat">
                <a:solidFill>
                  <a:schemeClr val="accent1"/>
                </a:solidFill>
                <a:prstDash val="solid"/>
                <a:round/>
                <a:headEnd/>
                <a:tailEnd/>
              </a:ln>
            </p:spPr>
            <p:txBody>
              <a:bodyPr anchor="ctr"/>
              <a:lstStyle/>
              <a:p>
                <a:pPr algn="ctr"/>
                <a:endParaRPr/>
              </a:p>
            </p:txBody>
          </p:sp>
          <p:sp>
            <p:nvSpPr>
              <p:cNvPr id="81" name="íšḻíḋé">
                <a:extLst>
                  <a:ext uri="{FF2B5EF4-FFF2-40B4-BE49-F238E27FC236}">
                    <a16:creationId xmlns:a16="http://schemas.microsoft.com/office/drawing/2014/main" id="{07586F0A-C75A-48E8-ACA0-7F5C382C1CAE}"/>
                  </a:ext>
                </a:extLst>
              </p:cNvPr>
              <p:cNvSpPr/>
              <p:nvPr/>
            </p:nvSpPr>
            <p:spPr bwMode="auto">
              <a:xfrm>
                <a:off x="2727326" y="2957513"/>
                <a:ext cx="727075" cy="20638"/>
              </a:xfrm>
              <a:custGeom>
                <a:avLst/>
                <a:gdLst>
                  <a:gd name="T0" fmla="*/ 879 w 928"/>
                  <a:gd name="T1" fmla="*/ 0 h 27"/>
                  <a:gd name="T2" fmla="*/ 928 w 928"/>
                  <a:gd name="T3" fmla="*/ 27 h 27"/>
                  <a:gd name="T4" fmla="*/ 0 w 928"/>
                  <a:gd name="T5" fmla="*/ 27 h 27"/>
                  <a:gd name="T6" fmla="*/ 49 w 928"/>
                  <a:gd name="T7" fmla="*/ 0 h 27"/>
                  <a:gd name="T8" fmla="*/ 879 w 928"/>
                  <a:gd name="T9" fmla="*/ 0 h 27"/>
                </a:gdLst>
                <a:ahLst/>
                <a:cxnLst>
                  <a:cxn ang="0">
                    <a:pos x="T0" y="T1"/>
                  </a:cxn>
                  <a:cxn ang="0">
                    <a:pos x="T2" y="T3"/>
                  </a:cxn>
                  <a:cxn ang="0">
                    <a:pos x="T4" y="T5"/>
                  </a:cxn>
                  <a:cxn ang="0">
                    <a:pos x="T6" y="T7"/>
                  </a:cxn>
                  <a:cxn ang="0">
                    <a:pos x="T8" y="T9"/>
                  </a:cxn>
                </a:cxnLst>
                <a:rect l="0" t="0" r="r" b="b"/>
                <a:pathLst>
                  <a:path w="928" h="27">
                    <a:moveTo>
                      <a:pt x="879" y="0"/>
                    </a:moveTo>
                    <a:cubicBezTo>
                      <a:pt x="895" y="8"/>
                      <a:pt x="912" y="17"/>
                      <a:pt x="928" y="27"/>
                    </a:cubicBezTo>
                    <a:cubicBezTo>
                      <a:pt x="0" y="27"/>
                      <a:pt x="0" y="27"/>
                      <a:pt x="0" y="27"/>
                    </a:cubicBezTo>
                    <a:cubicBezTo>
                      <a:pt x="16" y="17"/>
                      <a:pt x="32" y="8"/>
                      <a:pt x="49" y="0"/>
                    </a:cubicBezTo>
                    <a:lnTo>
                      <a:pt x="879" y="0"/>
                    </a:lnTo>
                    <a:close/>
                  </a:path>
                </a:pathLst>
              </a:custGeom>
              <a:grpFill/>
              <a:ln>
                <a:noFill/>
              </a:ln>
            </p:spPr>
            <p:txBody>
              <a:bodyPr anchor="ctr"/>
              <a:lstStyle/>
              <a:p>
                <a:pPr algn="ctr"/>
                <a:endParaRPr/>
              </a:p>
            </p:txBody>
          </p:sp>
          <p:sp>
            <p:nvSpPr>
              <p:cNvPr id="82" name="îṡliḑè">
                <a:extLst>
                  <a:ext uri="{FF2B5EF4-FFF2-40B4-BE49-F238E27FC236}">
                    <a16:creationId xmlns:a16="http://schemas.microsoft.com/office/drawing/2014/main" id="{166CB932-E7F6-4D04-AEFB-382215D88EE0}"/>
                  </a:ext>
                </a:extLst>
              </p:cNvPr>
              <p:cNvSpPr/>
              <p:nvPr/>
            </p:nvSpPr>
            <p:spPr bwMode="auto">
              <a:xfrm>
                <a:off x="2735263" y="3881438"/>
                <a:ext cx="711200" cy="22225"/>
              </a:xfrm>
              <a:custGeom>
                <a:avLst/>
                <a:gdLst>
                  <a:gd name="T0" fmla="*/ 908 w 908"/>
                  <a:gd name="T1" fmla="*/ 0 h 27"/>
                  <a:gd name="T2" fmla="*/ 857 w 908"/>
                  <a:gd name="T3" fmla="*/ 27 h 27"/>
                  <a:gd name="T4" fmla="*/ 51 w 908"/>
                  <a:gd name="T5" fmla="*/ 27 h 27"/>
                  <a:gd name="T6" fmla="*/ 0 w 908"/>
                  <a:gd name="T7" fmla="*/ 0 h 27"/>
                  <a:gd name="T8" fmla="*/ 908 w 908"/>
                  <a:gd name="T9" fmla="*/ 0 h 27"/>
                </a:gdLst>
                <a:ahLst/>
                <a:cxnLst>
                  <a:cxn ang="0">
                    <a:pos x="T0" y="T1"/>
                  </a:cxn>
                  <a:cxn ang="0">
                    <a:pos x="T2" y="T3"/>
                  </a:cxn>
                  <a:cxn ang="0">
                    <a:pos x="T4" y="T5"/>
                  </a:cxn>
                  <a:cxn ang="0">
                    <a:pos x="T6" y="T7"/>
                  </a:cxn>
                  <a:cxn ang="0">
                    <a:pos x="T8" y="T9"/>
                  </a:cxn>
                </a:cxnLst>
                <a:rect l="0" t="0" r="r" b="b"/>
                <a:pathLst>
                  <a:path w="908" h="27">
                    <a:moveTo>
                      <a:pt x="908" y="0"/>
                    </a:moveTo>
                    <a:cubicBezTo>
                      <a:pt x="891" y="9"/>
                      <a:pt x="874" y="18"/>
                      <a:pt x="857" y="27"/>
                    </a:cubicBezTo>
                    <a:cubicBezTo>
                      <a:pt x="51" y="27"/>
                      <a:pt x="51" y="27"/>
                      <a:pt x="51" y="27"/>
                    </a:cubicBezTo>
                    <a:cubicBezTo>
                      <a:pt x="33" y="18"/>
                      <a:pt x="16" y="9"/>
                      <a:pt x="0" y="0"/>
                    </a:cubicBezTo>
                    <a:lnTo>
                      <a:pt x="908" y="0"/>
                    </a:lnTo>
                    <a:close/>
                  </a:path>
                </a:pathLst>
              </a:custGeom>
              <a:grpFill/>
              <a:ln>
                <a:noFill/>
              </a:ln>
            </p:spPr>
            <p:txBody>
              <a:bodyPr anchor="ctr"/>
              <a:lstStyle/>
              <a:p>
                <a:pPr algn="ctr"/>
                <a:endParaRPr/>
              </a:p>
            </p:txBody>
          </p:sp>
        </p:grpSp>
      </p:grpSp>
      <p:sp>
        <p:nvSpPr>
          <p:cNvPr id="124" name="文本框 123">
            <a:extLst>
              <a:ext uri="{FF2B5EF4-FFF2-40B4-BE49-F238E27FC236}">
                <a16:creationId xmlns:a16="http://schemas.microsoft.com/office/drawing/2014/main" id="{ED08AA28-1402-4DA2-9841-4DC85762DFFB}"/>
              </a:ext>
            </a:extLst>
          </p:cNvPr>
          <p:cNvSpPr txBox="1"/>
          <p:nvPr userDrawn="1"/>
        </p:nvSpPr>
        <p:spPr>
          <a:xfrm>
            <a:off x="566643" y="6187578"/>
            <a:ext cx="4219670" cy="307777"/>
          </a:xfrm>
          <a:prstGeom prst="rect">
            <a:avLst/>
          </a:prstGeom>
          <a:noFill/>
        </p:spPr>
        <p:txBody>
          <a:bodyPr wrap="square" rtlCol="0">
            <a:spAutoFit/>
          </a:bodyPr>
          <a:lstStyle/>
          <a:p>
            <a:r>
              <a:rPr lang="zh-CN" altLang="en-US" sz="1400" dirty="0">
                <a:solidFill>
                  <a:schemeClr val="tx1">
                    <a:lumMod val="65000"/>
                    <a:lumOff val="35000"/>
                  </a:schemeClr>
                </a:solidFill>
              </a:rPr>
              <a:t>明德 厚学 求是 创新      </a:t>
            </a:r>
            <a:r>
              <a:rPr lang="en-US" altLang="zh-CN" sz="1400" dirty="0">
                <a:solidFill>
                  <a:schemeClr val="tx1">
                    <a:lumMod val="65000"/>
                    <a:lumOff val="35000"/>
                  </a:schemeClr>
                </a:solidFill>
              </a:rPr>
              <a:t>http://www.hust.edu.cn/</a:t>
            </a:r>
            <a:endParaRPr lang="zh-CN" altLang="en-US" sz="1400" dirty="0">
              <a:solidFill>
                <a:schemeClr val="tx1">
                  <a:lumMod val="65000"/>
                  <a:lumOff val="35000"/>
                </a:schemeClr>
              </a:solidFill>
            </a:endParaRPr>
          </a:p>
        </p:txBody>
      </p:sp>
      <p:sp>
        <p:nvSpPr>
          <p:cNvPr id="132" name="文本占位符 131">
            <a:extLst>
              <a:ext uri="{FF2B5EF4-FFF2-40B4-BE49-F238E27FC236}">
                <a16:creationId xmlns:a16="http://schemas.microsoft.com/office/drawing/2014/main" id="{D3DC99E1-D660-44F2-86A5-47694E2F1E88}"/>
              </a:ext>
            </a:extLst>
          </p:cNvPr>
          <p:cNvSpPr>
            <a:spLocks noGrp="1"/>
          </p:cNvSpPr>
          <p:nvPr userDrawn="1">
            <p:ph type="body" sz="quarter" idx="11" hasCustomPrompt="1"/>
          </p:nvPr>
        </p:nvSpPr>
        <p:spPr>
          <a:xfrm>
            <a:off x="566643" y="2042329"/>
            <a:ext cx="5951538" cy="1605568"/>
          </a:xfrm>
          <a:prstGeom prst="rect">
            <a:avLst/>
          </a:prstGeom>
          <a:noFill/>
        </p:spPr>
        <p:txBody>
          <a:bodyPr wrap="square" rtlCol="0">
            <a:spAutoFit/>
          </a:bodyPr>
          <a:lstStyle>
            <a:lvl1pPr marL="0" indent="0">
              <a:buNone/>
              <a:defRPr lang="zh-CN" altLang="en-US" sz="5000" b="1" spc="300" dirty="0" smtClean="0">
                <a:solidFill>
                  <a:schemeClr val="tx1">
                    <a:lumMod val="85000"/>
                    <a:lumOff val="15000"/>
                  </a:schemeClr>
                </a:solidFill>
                <a:latin typeface="+mj-ea"/>
                <a:ea typeface="+mj-ea"/>
              </a:defRPr>
            </a:lvl1pPr>
          </a:lstStyle>
          <a:p>
            <a:pPr marL="0" lvl="0"/>
            <a:r>
              <a:rPr lang="zh-CN" altLang="en-US" dirty="0"/>
              <a:t>请输入你的主题</a:t>
            </a:r>
          </a:p>
          <a:p>
            <a:pPr marL="0" lvl="0"/>
            <a:r>
              <a:rPr lang="zh-CN" altLang="en-US" dirty="0"/>
              <a:t>如果太长可以换行</a:t>
            </a:r>
          </a:p>
        </p:txBody>
      </p:sp>
      <p:sp>
        <p:nvSpPr>
          <p:cNvPr id="134" name="文本占位符 133">
            <a:extLst>
              <a:ext uri="{FF2B5EF4-FFF2-40B4-BE49-F238E27FC236}">
                <a16:creationId xmlns:a16="http://schemas.microsoft.com/office/drawing/2014/main" id="{3AD2F258-EF56-42CF-8756-0ECD6E98DD61}"/>
              </a:ext>
            </a:extLst>
          </p:cNvPr>
          <p:cNvSpPr>
            <a:spLocks noGrp="1"/>
          </p:cNvSpPr>
          <p:nvPr userDrawn="1">
            <p:ph type="body" sz="quarter" idx="12" hasCustomPrompt="1"/>
          </p:nvPr>
        </p:nvSpPr>
        <p:spPr>
          <a:xfrm>
            <a:off x="549709" y="3798299"/>
            <a:ext cx="6223041" cy="307777"/>
          </a:xfrm>
          <a:prstGeom prst="rect">
            <a:avLst/>
          </a:prstGeom>
        </p:spPr>
        <p:txBody>
          <a:bodyPr>
            <a:noAutofit/>
          </a:bodyPr>
          <a:lstStyle>
            <a:lvl1pPr>
              <a:defRPr lang="en-US" altLang="zh-CN" sz="2000" dirty="0">
                <a:solidFill>
                  <a:schemeClr val="tx1">
                    <a:lumMod val="85000"/>
                    <a:lumOff val="15000"/>
                  </a:schemeClr>
                </a:solidFill>
                <a:latin typeface="+mn-lt"/>
              </a:defRPr>
            </a:lvl1pPr>
          </a:lstStyle>
          <a:p>
            <a:pPr marL="0" lvl="0" indent="0">
              <a:buNone/>
            </a:pPr>
            <a:r>
              <a:rPr lang="en-US" altLang="zh-CN" dirty="0"/>
              <a:t>Please enter your English theme here</a:t>
            </a:r>
          </a:p>
        </p:txBody>
      </p:sp>
      <p:sp>
        <p:nvSpPr>
          <p:cNvPr id="125" name="矩形: 圆角 124">
            <a:extLst>
              <a:ext uri="{FF2B5EF4-FFF2-40B4-BE49-F238E27FC236}">
                <a16:creationId xmlns:a16="http://schemas.microsoft.com/office/drawing/2014/main" id="{B8CC02C8-2A90-414B-85F4-D0E6D75BF360}"/>
              </a:ext>
            </a:extLst>
          </p:cNvPr>
          <p:cNvSpPr/>
          <p:nvPr userDrawn="1"/>
        </p:nvSpPr>
        <p:spPr>
          <a:xfrm>
            <a:off x="660399" y="4424679"/>
            <a:ext cx="1222829" cy="41315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答辩人</a:t>
            </a:r>
          </a:p>
        </p:txBody>
      </p:sp>
      <p:sp>
        <p:nvSpPr>
          <p:cNvPr id="7" name="文本占位符 6">
            <a:extLst>
              <a:ext uri="{FF2B5EF4-FFF2-40B4-BE49-F238E27FC236}">
                <a16:creationId xmlns:a16="http://schemas.microsoft.com/office/drawing/2014/main" id="{AE6B6082-688A-4E7F-BE27-44C9A5A08F2B}"/>
              </a:ext>
            </a:extLst>
          </p:cNvPr>
          <p:cNvSpPr>
            <a:spLocks noGrp="1"/>
          </p:cNvSpPr>
          <p:nvPr>
            <p:ph type="body" sz="quarter" idx="13" hasCustomPrompt="1"/>
          </p:nvPr>
        </p:nvSpPr>
        <p:spPr>
          <a:xfrm>
            <a:off x="1976054" y="4474808"/>
            <a:ext cx="1132906" cy="307777"/>
          </a:xfrm>
          <a:prstGeom prst="rect">
            <a:avLst/>
          </a:prstGeom>
        </p:spPr>
        <p:txBody>
          <a:bodyPr/>
          <a:lstStyle>
            <a:lvl1pPr marL="0" indent="0">
              <a:buNone/>
              <a:defRPr sz="1800"/>
            </a:lvl1pPr>
          </a:lstStyle>
          <a:p>
            <a:pPr lvl="0"/>
            <a:r>
              <a:rPr lang="zh-CN" altLang="en-US" dirty="0"/>
              <a:t>月明</a:t>
            </a:r>
          </a:p>
        </p:txBody>
      </p:sp>
      <p:sp>
        <p:nvSpPr>
          <p:cNvPr id="126" name="矩形: 圆角 125">
            <a:extLst>
              <a:ext uri="{FF2B5EF4-FFF2-40B4-BE49-F238E27FC236}">
                <a16:creationId xmlns:a16="http://schemas.microsoft.com/office/drawing/2014/main" id="{81AD0219-BA19-4060-A25F-BE6623E4D313}"/>
              </a:ext>
            </a:extLst>
          </p:cNvPr>
          <p:cNvSpPr/>
          <p:nvPr userDrawn="1"/>
        </p:nvSpPr>
        <p:spPr>
          <a:xfrm>
            <a:off x="3480389" y="4424679"/>
            <a:ext cx="1418870" cy="413159"/>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指导老师</a:t>
            </a:r>
          </a:p>
        </p:txBody>
      </p:sp>
      <p:sp>
        <p:nvSpPr>
          <p:cNvPr id="127" name="文本占位符 6">
            <a:extLst>
              <a:ext uri="{FF2B5EF4-FFF2-40B4-BE49-F238E27FC236}">
                <a16:creationId xmlns:a16="http://schemas.microsoft.com/office/drawing/2014/main" id="{81E9912E-8F2F-4790-8F48-A3669983B6AC}"/>
              </a:ext>
            </a:extLst>
          </p:cNvPr>
          <p:cNvSpPr>
            <a:spLocks noGrp="1"/>
          </p:cNvSpPr>
          <p:nvPr>
            <p:ph type="body" sz="quarter" idx="14" hasCustomPrompt="1"/>
          </p:nvPr>
        </p:nvSpPr>
        <p:spPr>
          <a:xfrm>
            <a:off x="4982451" y="4474808"/>
            <a:ext cx="1132906" cy="307777"/>
          </a:xfrm>
          <a:prstGeom prst="rect">
            <a:avLst/>
          </a:prstGeom>
        </p:spPr>
        <p:txBody>
          <a:bodyPr/>
          <a:lstStyle>
            <a:lvl1pPr marL="0" indent="0">
              <a:buNone/>
              <a:defRPr sz="1800"/>
            </a:lvl1pPr>
          </a:lstStyle>
          <a:p>
            <a:pPr lvl="0"/>
            <a:r>
              <a:rPr lang="zh-CN" altLang="en-US" dirty="0"/>
              <a:t>某某某</a:t>
            </a:r>
          </a:p>
        </p:txBody>
      </p:sp>
    </p:spTree>
    <p:extLst>
      <p:ext uri="{BB962C8B-B14F-4D97-AF65-F5344CB8AC3E}">
        <p14:creationId xmlns:p14="http://schemas.microsoft.com/office/powerpoint/2010/main" val="3533335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1">
    <p:spTree>
      <p:nvGrpSpPr>
        <p:cNvPr id="1" name=""/>
        <p:cNvGrpSpPr/>
        <p:nvPr/>
      </p:nvGrpSpPr>
      <p:grpSpPr>
        <a:xfrm>
          <a:off x="0" y="0"/>
          <a:ext cx="0" cy="0"/>
          <a:chOff x="0" y="0"/>
          <a:chExt cx="0" cy="0"/>
        </a:xfrm>
      </p:grpSpPr>
      <p:sp>
        <p:nvSpPr>
          <p:cNvPr id="10" name="图片占位符 9">
            <a:extLst>
              <a:ext uri="{FF2B5EF4-FFF2-40B4-BE49-F238E27FC236}">
                <a16:creationId xmlns:a16="http://schemas.microsoft.com/office/drawing/2014/main" id="{82897DB5-C83D-4444-940E-D43091A551BC}"/>
              </a:ext>
            </a:extLst>
          </p:cNvPr>
          <p:cNvSpPr>
            <a:spLocks noGrp="1"/>
          </p:cNvSpPr>
          <p:nvPr>
            <p:ph type="pic" sz="quarter" idx="10"/>
          </p:nvPr>
        </p:nvSpPr>
        <p:spPr>
          <a:xfrm>
            <a:off x="0" y="0"/>
            <a:ext cx="5419250" cy="6858000"/>
          </a:xfrm>
          <a:custGeom>
            <a:avLst/>
            <a:gdLst>
              <a:gd name="connsiteX0" fmla="*/ 0 w 5419250"/>
              <a:gd name="connsiteY0" fmla="*/ 0 h 6858000"/>
              <a:gd name="connsiteX1" fmla="*/ 1990250 w 5419250"/>
              <a:gd name="connsiteY1" fmla="*/ 0 h 6858000"/>
              <a:gd name="connsiteX2" fmla="*/ 5419250 w 5419250"/>
              <a:gd name="connsiteY2" fmla="*/ 3429000 h 6858000"/>
              <a:gd name="connsiteX3" fmla="*/ 1990250 w 5419250"/>
              <a:gd name="connsiteY3" fmla="*/ 6858000 h 6858000"/>
              <a:gd name="connsiteX4" fmla="*/ 0 w 541925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19250" h="6858000">
                <a:moveTo>
                  <a:pt x="0" y="0"/>
                </a:moveTo>
                <a:lnTo>
                  <a:pt x="1990250" y="0"/>
                </a:lnTo>
                <a:cubicBezTo>
                  <a:pt x="3884034" y="0"/>
                  <a:pt x="5419250" y="1535216"/>
                  <a:pt x="5419250" y="3429000"/>
                </a:cubicBezTo>
                <a:cubicBezTo>
                  <a:pt x="5419250" y="5322784"/>
                  <a:pt x="3884034" y="6858000"/>
                  <a:pt x="1990250" y="6858000"/>
                </a:cubicBezTo>
                <a:lnTo>
                  <a:pt x="0" y="6858000"/>
                </a:lnTo>
                <a:close/>
              </a:path>
            </a:pathLst>
          </a:custGeom>
        </p:spPr>
        <p:txBody>
          <a:bodyPr wrap="square">
            <a:noAutofit/>
          </a:bodyPr>
          <a:lstStyle/>
          <a:p>
            <a:endParaRPr lang="zh-CN" altLang="en-US"/>
          </a:p>
        </p:txBody>
      </p:sp>
      <p:sp>
        <p:nvSpPr>
          <p:cNvPr id="11" name="任意多边形: 形状 10">
            <a:extLst>
              <a:ext uri="{FF2B5EF4-FFF2-40B4-BE49-F238E27FC236}">
                <a16:creationId xmlns:a16="http://schemas.microsoft.com/office/drawing/2014/main" id="{9416F631-392C-4C92-A81F-6B4F3CDCF6DE}"/>
              </a:ext>
            </a:extLst>
          </p:cNvPr>
          <p:cNvSpPr/>
          <p:nvPr userDrawn="1"/>
        </p:nvSpPr>
        <p:spPr>
          <a:xfrm flipH="1">
            <a:off x="4266481" y="260350"/>
            <a:ext cx="1828807" cy="6337300"/>
          </a:xfrm>
          <a:custGeom>
            <a:avLst/>
            <a:gdLst>
              <a:gd name="connsiteX0" fmla="*/ 1816103 w 1828803"/>
              <a:gd name="connsiteY0" fmla="*/ 0 h 6337300"/>
              <a:gd name="connsiteX1" fmla="*/ 3 w 1828803"/>
              <a:gd name="connsiteY1" fmla="*/ 3162300 h 6337300"/>
              <a:gd name="connsiteX2" fmla="*/ 1828803 w 1828803"/>
              <a:gd name="connsiteY2" fmla="*/ 6337300 h 6337300"/>
              <a:gd name="connsiteX0" fmla="*/ 1816108 w 1828808"/>
              <a:gd name="connsiteY0" fmla="*/ 0 h 6337300"/>
              <a:gd name="connsiteX1" fmla="*/ 8 w 1828808"/>
              <a:gd name="connsiteY1" fmla="*/ 3162300 h 6337300"/>
              <a:gd name="connsiteX2" fmla="*/ 1828808 w 1828808"/>
              <a:gd name="connsiteY2" fmla="*/ 6337300 h 6337300"/>
              <a:gd name="connsiteX0" fmla="*/ 1816108 w 1828808"/>
              <a:gd name="connsiteY0" fmla="*/ 0 h 6337300"/>
              <a:gd name="connsiteX1" fmla="*/ 8 w 1828808"/>
              <a:gd name="connsiteY1" fmla="*/ 3162300 h 6337300"/>
              <a:gd name="connsiteX2" fmla="*/ 1828808 w 1828808"/>
              <a:gd name="connsiteY2" fmla="*/ 6337300 h 6337300"/>
              <a:gd name="connsiteX0" fmla="*/ 1816107 w 1828807"/>
              <a:gd name="connsiteY0" fmla="*/ 0 h 6337300"/>
              <a:gd name="connsiteX1" fmla="*/ 7 w 1828807"/>
              <a:gd name="connsiteY1" fmla="*/ 3162300 h 6337300"/>
              <a:gd name="connsiteX2" fmla="*/ 1828807 w 1828807"/>
              <a:gd name="connsiteY2" fmla="*/ 6337300 h 6337300"/>
              <a:gd name="connsiteX0" fmla="*/ 1816107 w 1828807"/>
              <a:gd name="connsiteY0" fmla="*/ 0 h 6337300"/>
              <a:gd name="connsiteX1" fmla="*/ 7 w 1828807"/>
              <a:gd name="connsiteY1" fmla="*/ 3162300 h 6337300"/>
              <a:gd name="connsiteX2" fmla="*/ 1828807 w 1828807"/>
              <a:gd name="connsiteY2" fmla="*/ 6337300 h 6337300"/>
              <a:gd name="connsiteX0" fmla="*/ 1816107 w 1828807"/>
              <a:gd name="connsiteY0" fmla="*/ 0 h 6337300"/>
              <a:gd name="connsiteX1" fmla="*/ 7 w 1828807"/>
              <a:gd name="connsiteY1" fmla="*/ 3162300 h 6337300"/>
              <a:gd name="connsiteX2" fmla="*/ 1828807 w 1828807"/>
              <a:gd name="connsiteY2" fmla="*/ 6337300 h 6337300"/>
            </a:gdLst>
            <a:ahLst/>
            <a:cxnLst>
              <a:cxn ang="0">
                <a:pos x="connsiteX0" y="connsiteY0"/>
              </a:cxn>
              <a:cxn ang="0">
                <a:pos x="connsiteX1" y="connsiteY1"/>
              </a:cxn>
              <a:cxn ang="0">
                <a:pos x="connsiteX2" y="connsiteY2"/>
              </a:cxn>
            </a:cxnLst>
            <a:rect l="l" t="t" r="r" b="b"/>
            <a:pathLst>
              <a:path w="1828807" h="6337300">
                <a:moveTo>
                  <a:pt x="1816107" y="0"/>
                </a:moveTo>
                <a:cubicBezTo>
                  <a:pt x="472597" y="832856"/>
                  <a:pt x="-2110" y="2106083"/>
                  <a:pt x="7" y="3162300"/>
                </a:cubicBezTo>
                <a:cubicBezTo>
                  <a:pt x="2124" y="4218517"/>
                  <a:pt x="571647" y="5766476"/>
                  <a:pt x="1828807" y="6337300"/>
                </a:cubicBezTo>
              </a:path>
            </a:pathLst>
          </a:custGeom>
          <a:noFill/>
          <a:ln w="38100" cap="rnd">
            <a:solidFill>
              <a:schemeClr val="accent1">
                <a:lumMod val="20000"/>
                <a:lumOff val="80000"/>
                <a:alpha val="75000"/>
              </a:schemeClr>
            </a:solidFill>
            <a:headEnd type="ova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DA0E8D43-F599-4C3B-BE36-7D1FD54A752E}"/>
              </a:ext>
            </a:extLst>
          </p:cNvPr>
          <p:cNvSpPr/>
          <p:nvPr userDrawn="1"/>
        </p:nvSpPr>
        <p:spPr>
          <a:xfrm>
            <a:off x="5174534" y="997015"/>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13C66369-0AE4-4F8E-A582-F5986555F1A8}"/>
              </a:ext>
            </a:extLst>
          </p:cNvPr>
          <p:cNvSpPr/>
          <p:nvPr userDrawn="1"/>
        </p:nvSpPr>
        <p:spPr>
          <a:xfrm>
            <a:off x="5939738" y="2566660"/>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5" name="椭圆 14">
            <a:extLst>
              <a:ext uri="{FF2B5EF4-FFF2-40B4-BE49-F238E27FC236}">
                <a16:creationId xmlns:a16="http://schemas.microsoft.com/office/drawing/2014/main" id="{5607023D-480A-4C8A-916D-FB9976EA5B38}"/>
              </a:ext>
            </a:extLst>
          </p:cNvPr>
          <p:cNvSpPr/>
          <p:nvPr userDrawn="1"/>
        </p:nvSpPr>
        <p:spPr>
          <a:xfrm>
            <a:off x="5939738" y="4157244"/>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6" name="椭圆 15">
            <a:extLst>
              <a:ext uri="{FF2B5EF4-FFF2-40B4-BE49-F238E27FC236}">
                <a16:creationId xmlns:a16="http://schemas.microsoft.com/office/drawing/2014/main" id="{BD1A1F42-A240-457E-BD2A-25B0AF003625}"/>
              </a:ext>
            </a:extLst>
          </p:cNvPr>
          <p:cNvSpPr/>
          <p:nvPr userDrawn="1"/>
        </p:nvSpPr>
        <p:spPr>
          <a:xfrm>
            <a:off x="5174534" y="5735054"/>
            <a:ext cx="139700" cy="139700"/>
          </a:xfrm>
          <a:prstGeom prst="ellipse">
            <a:avLst/>
          </a:prstGeom>
          <a:ln>
            <a:solidFill>
              <a:schemeClr val="bg1"/>
            </a:solidFill>
          </a:ln>
          <a:effectLst>
            <a:outerShdw blurRad="127000" dist="127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8" name="文本框 17">
            <a:extLst>
              <a:ext uri="{FF2B5EF4-FFF2-40B4-BE49-F238E27FC236}">
                <a16:creationId xmlns:a16="http://schemas.microsoft.com/office/drawing/2014/main" id="{99F2F201-D094-4AD7-B469-E9FF90D22317}"/>
              </a:ext>
            </a:extLst>
          </p:cNvPr>
          <p:cNvSpPr txBox="1"/>
          <p:nvPr userDrawn="1"/>
        </p:nvSpPr>
        <p:spPr>
          <a:xfrm rot="16200000">
            <a:off x="5782116" y="673165"/>
            <a:ext cx="861774" cy="787400"/>
          </a:xfrm>
          <a:prstGeom prst="rect">
            <a:avLst/>
          </a:prstGeom>
          <a:noFill/>
        </p:spPr>
        <p:txBody>
          <a:bodyPr vert="eaVert" wrap="square" rtlCol="0">
            <a:spAutoFit/>
          </a:bodyPr>
          <a:lstStyle/>
          <a:p>
            <a:r>
              <a:rPr lang="en-US" altLang="zh-CN" sz="4400" dirty="0">
                <a:solidFill>
                  <a:schemeClr val="accent1"/>
                </a:solidFill>
              </a:rPr>
              <a:t>01.</a:t>
            </a:r>
            <a:endParaRPr lang="zh-CN" altLang="en-US" sz="4400" dirty="0">
              <a:solidFill>
                <a:schemeClr val="accent1"/>
              </a:solidFill>
            </a:endParaRPr>
          </a:p>
        </p:txBody>
      </p:sp>
      <p:sp>
        <p:nvSpPr>
          <p:cNvPr id="24" name="文本框 23">
            <a:extLst>
              <a:ext uri="{FF2B5EF4-FFF2-40B4-BE49-F238E27FC236}">
                <a16:creationId xmlns:a16="http://schemas.microsoft.com/office/drawing/2014/main" id="{B08D6585-B629-4D79-9077-B939D2E2C05B}"/>
              </a:ext>
            </a:extLst>
          </p:cNvPr>
          <p:cNvSpPr txBox="1"/>
          <p:nvPr userDrawn="1"/>
        </p:nvSpPr>
        <p:spPr>
          <a:xfrm rot="16200000">
            <a:off x="6532796" y="2242811"/>
            <a:ext cx="861774" cy="787400"/>
          </a:xfrm>
          <a:prstGeom prst="rect">
            <a:avLst/>
          </a:prstGeom>
          <a:noFill/>
        </p:spPr>
        <p:txBody>
          <a:bodyPr vert="eaVert" wrap="square" rtlCol="0">
            <a:spAutoFit/>
          </a:bodyPr>
          <a:lstStyle/>
          <a:p>
            <a:r>
              <a:rPr lang="en-US" altLang="zh-CN" sz="4400" dirty="0">
                <a:solidFill>
                  <a:schemeClr val="accent1"/>
                </a:solidFill>
              </a:rPr>
              <a:t>02.</a:t>
            </a:r>
            <a:endParaRPr lang="zh-CN" altLang="en-US" sz="4400" dirty="0">
              <a:solidFill>
                <a:schemeClr val="accent1"/>
              </a:solidFill>
            </a:endParaRPr>
          </a:p>
        </p:txBody>
      </p:sp>
      <p:sp>
        <p:nvSpPr>
          <p:cNvPr id="34" name="文本框 33">
            <a:extLst>
              <a:ext uri="{FF2B5EF4-FFF2-40B4-BE49-F238E27FC236}">
                <a16:creationId xmlns:a16="http://schemas.microsoft.com/office/drawing/2014/main" id="{6E9FF2D6-1167-4ADA-AB9A-9FBA535CCEE9}"/>
              </a:ext>
            </a:extLst>
          </p:cNvPr>
          <p:cNvSpPr txBox="1"/>
          <p:nvPr userDrawn="1"/>
        </p:nvSpPr>
        <p:spPr>
          <a:xfrm rot="16200000">
            <a:off x="5782116" y="5411205"/>
            <a:ext cx="861774" cy="787400"/>
          </a:xfrm>
          <a:prstGeom prst="rect">
            <a:avLst/>
          </a:prstGeom>
          <a:noFill/>
        </p:spPr>
        <p:txBody>
          <a:bodyPr vert="eaVert" wrap="square" rtlCol="0">
            <a:spAutoFit/>
          </a:bodyPr>
          <a:lstStyle/>
          <a:p>
            <a:r>
              <a:rPr lang="en-US" altLang="zh-CN" sz="4400" dirty="0">
                <a:solidFill>
                  <a:schemeClr val="accent1"/>
                </a:solidFill>
              </a:rPr>
              <a:t>04.</a:t>
            </a:r>
            <a:endParaRPr lang="zh-CN" altLang="en-US" sz="4400" dirty="0">
              <a:solidFill>
                <a:schemeClr val="accent1"/>
              </a:solidFill>
            </a:endParaRPr>
          </a:p>
        </p:txBody>
      </p:sp>
      <p:sp>
        <p:nvSpPr>
          <p:cNvPr id="36" name="文本框 35">
            <a:extLst>
              <a:ext uri="{FF2B5EF4-FFF2-40B4-BE49-F238E27FC236}">
                <a16:creationId xmlns:a16="http://schemas.microsoft.com/office/drawing/2014/main" id="{19730CCE-7F07-4B41-86E1-ED04F5F4E496}"/>
              </a:ext>
            </a:extLst>
          </p:cNvPr>
          <p:cNvSpPr txBox="1"/>
          <p:nvPr userDrawn="1"/>
        </p:nvSpPr>
        <p:spPr>
          <a:xfrm rot="16200000">
            <a:off x="6532796" y="3833395"/>
            <a:ext cx="861774" cy="787400"/>
          </a:xfrm>
          <a:prstGeom prst="rect">
            <a:avLst/>
          </a:prstGeom>
          <a:noFill/>
        </p:spPr>
        <p:txBody>
          <a:bodyPr vert="eaVert" wrap="square" rtlCol="0">
            <a:spAutoFit/>
          </a:bodyPr>
          <a:lstStyle/>
          <a:p>
            <a:r>
              <a:rPr lang="en-US" altLang="zh-CN" sz="4400" dirty="0">
                <a:solidFill>
                  <a:schemeClr val="accent1"/>
                </a:solidFill>
              </a:rPr>
              <a:t>03.</a:t>
            </a:r>
            <a:endParaRPr lang="zh-CN" altLang="en-US" sz="4400" dirty="0">
              <a:solidFill>
                <a:schemeClr val="accent1"/>
              </a:solidFill>
            </a:endParaRPr>
          </a:p>
        </p:txBody>
      </p:sp>
      <p:sp>
        <p:nvSpPr>
          <p:cNvPr id="3" name="文本占位符 2">
            <a:extLst>
              <a:ext uri="{FF2B5EF4-FFF2-40B4-BE49-F238E27FC236}">
                <a16:creationId xmlns:a16="http://schemas.microsoft.com/office/drawing/2014/main" id="{F14E857B-DEB2-468F-8937-3DC3910A1378}"/>
              </a:ext>
            </a:extLst>
          </p:cNvPr>
          <p:cNvSpPr>
            <a:spLocks noGrp="1"/>
          </p:cNvSpPr>
          <p:nvPr>
            <p:ph type="body" sz="quarter" idx="16" hasCustomPrompt="1"/>
          </p:nvPr>
        </p:nvSpPr>
        <p:spPr>
          <a:xfrm>
            <a:off x="6772400" y="847339"/>
            <a:ext cx="2248833" cy="473075"/>
          </a:xfrm>
          <a:prstGeom prst="rect">
            <a:avLst/>
          </a:prstGeom>
        </p:spPr>
        <p:txBody>
          <a:bodyPr/>
          <a:lstStyle>
            <a:lvl1pPr marL="0" indent="0">
              <a:buNone/>
              <a:defRPr>
                <a:latin typeface="+mn-ea"/>
                <a:ea typeface="+mn-ea"/>
              </a:defRPr>
            </a:lvl1pPr>
          </a:lstStyle>
          <a:p>
            <a:pPr lvl="0"/>
            <a:r>
              <a:rPr lang="zh-CN" altLang="en-US" dirty="0"/>
              <a:t>论文背景</a:t>
            </a:r>
          </a:p>
        </p:txBody>
      </p:sp>
      <p:sp>
        <p:nvSpPr>
          <p:cNvPr id="5" name="文本占位符 4">
            <a:extLst>
              <a:ext uri="{FF2B5EF4-FFF2-40B4-BE49-F238E27FC236}">
                <a16:creationId xmlns:a16="http://schemas.microsoft.com/office/drawing/2014/main" id="{A34FEE0B-A57F-4B41-98A0-91FFA5827F89}"/>
              </a:ext>
            </a:extLst>
          </p:cNvPr>
          <p:cNvSpPr>
            <a:spLocks noGrp="1"/>
          </p:cNvSpPr>
          <p:nvPr>
            <p:ph type="body" sz="quarter" idx="17" hasCustomPrompt="1"/>
          </p:nvPr>
        </p:nvSpPr>
        <p:spPr>
          <a:xfrm>
            <a:off x="7523080" y="2411380"/>
            <a:ext cx="2403240" cy="439052"/>
          </a:xfrm>
          <a:prstGeom prst="rect">
            <a:avLst/>
          </a:prstGeom>
        </p:spPr>
        <p:txBody>
          <a:bodyPr/>
          <a:lstStyle>
            <a:lvl1pPr marL="0" indent="0">
              <a:buNone/>
              <a:defRPr>
                <a:latin typeface="+mn-ea"/>
                <a:ea typeface="+mn-ea"/>
              </a:defRPr>
            </a:lvl1pPr>
          </a:lstStyle>
          <a:p>
            <a:pPr lvl="0"/>
            <a:r>
              <a:rPr lang="zh-CN" altLang="en-US" dirty="0"/>
              <a:t>研究进展</a:t>
            </a:r>
          </a:p>
        </p:txBody>
      </p:sp>
      <p:sp>
        <p:nvSpPr>
          <p:cNvPr id="7" name="文本占位符 6">
            <a:extLst>
              <a:ext uri="{FF2B5EF4-FFF2-40B4-BE49-F238E27FC236}">
                <a16:creationId xmlns:a16="http://schemas.microsoft.com/office/drawing/2014/main" id="{7AB81AB7-D1E1-421C-85F1-F679DC8652ED}"/>
              </a:ext>
            </a:extLst>
          </p:cNvPr>
          <p:cNvSpPr>
            <a:spLocks noGrp="1"/>
          </p:cNvSpPr>
          <p:nvPr>
            <p:ph type="body" sz="quarter" idx="18" hasCustomPrompt="1"/>
          </p:nvPr>
        </p:nvSpPr>
        <p:spPr>
          <a:xfrm>
            <a:off x="7523080" y="4014134"/>
            <a:ext cx="2328753" cy="439738"/>
          </a:xfrm>
          <a:prstGeom prst="rect">
            <a:avLst/>
          </a:prstGeom>
        </p:spPr>
        <p:txBody>
          <a:bodyPr/>
          <a:lstStyle>
            <a:lvl1pPr marL="0" indent="0">
              <a:buNone/>
              <a:defRPr>
                <a:latin typeface="+mn-ea"/>
                <a:ea typeface="+mn-ea"/>
              </a:defRPr>
            </a:lvl1pPr>
          </a:lstStyle>
          <a:p>
            <a:pPr lvl="0"/>
            <a:r>
              <a:rPr lang="zh-CN" altLang="en-US" dirty="0"/>
              <a:t>研究过程</a:t>
            </a:r>
          </a:p>
        </p:txBody>
      </p:sp>
      <p:sp>
        <p:nvSpPr>
          <p:cNvPr id="9" name="文本占位符 8">
            <a:extLst>
              <a:ext uri="{FF2B5EF4-FFF2-40B4-BE49-F238E27FC236}">
                <a16:creationId xmlns:a16="http://schemas.microsoft.com/office/drawing/2014/main" id="{9212CD02-B9D5-4D86-ACF5-9F70E44DCE98}"/>
              </a:ext>
            </a:extLst>
          </p:cNvPr>
          <p:cNvSpPr>
            <a:spLocks noGrp="1"/>
          </p:cNvSpPr>
          <p:nvPr>
            <p:ph type="body" sz="quarter" idx="19" hasCustomPrompt="1"/>
          </p:nvPr>
        </p:nvSpPr>
        <p:spPr>
          <a:xfrm>
            <a:off x="6764993" y="5585378"/>
            <a:ext cx="2328753" cy="439052"/>
          </a:xfrm>
          <a:prstGeom prst="rect">
            <a:avLst/>
          </a:prstGeom>
        </p:spPr>
        <p:txBody>
          <a:bodyPr/>
          <a:lstStyle>
            <a:lvl1pPr marL="0" indent="0">
              <a:buNone/>
              <a:defRPr>
                <a:latin typeface="+mn-ea"/>
                <a:ea typeface="+mn-ea"/>
              </a:defRPr>
            </a:lvl1pPr>
          </a:lstStyle>
          <a:p>
            <a:pPr lvl="0"/>
            <a:r>
              <a:rPr lang="zh-CN" altLang="en-US" dirty="0"/>
              <a:t>论文结论</a:t>
            </a:r>
          </a:p>
        </p:txBody>
      </p:sp>
      <p:sp>
        <p:nvSpPr>
          <p:cNvPr id="2" name="页脚占位符 1"/>
          <p:cNvSpPr>
            <a:spLocks noGrp="1"/>
          </p:cNvSpPr>
          <p:nvPr>
            <p:ph type="ftr" sz="quarter" idx="20"/>
          </p:nvPr>
        </p:nvSpPr>
        <p:spPr/>
        <p:txBody>
          <a:bodyPr/>
          <a:lstStyle/>
          <a:p>
            <a:endParaRPr lang="zh-CN" altLang="en-US"/>
          </a:p>
        </p:txBody>
      </p:sp>
      <p:sp>
        <p:nvSpPr>
          <p:cNvPr id="4" name="灯片编号占位符 3"/>
          <p:cNvSpPr>
            <a:spLocks noGrp="1"/>
          </p:cNvSpPr>
          <p:nvPr>
            <p:ph type="sldNum" sz="quarter" idx="21"/>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85271451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37" name="图片占位符 36">
            <a:extLst>
              <a:ext uri="{FF2B5EF4-FFF2-40B4-BE49-F238E27FC236}">
                <a16:creationId xmlns:a16="http://schemas.microsoft.com/office/drawing/2014/main" id="{740F6025-3196-4FA0-83DC-EE1179AC9D6C}"/>
              </a:ext>
            </a:extLst>
          </p:cNvPr>
          <p:cNvSpPr>
            <a:spLocks noGrp="1"/>
          </p:cNvSpPr>
          <p:nvPr>
            <p:ph type="pic" sz="quarter" idx="15"/>
          </p:nvPr>
        </p:nvSpPr>
        <p:spPr>
          <a:xfrm>
            <a:off x="-142829" y="0"/>
            <a:ext cx="12477663" cy="1972932"/>
          </a:xfrm>
          <a:custGeom>
            <a:avLst/>
            <a:gdLst>
              <a:gd name="connsiteX0" fmla="*/ 0 w 12477663"/>
              <a:gd name="connsiteY0" fmla="*/ 0 h 1972932"/>
              <a:gd name="connsiteX1" fmla="*/ 12477663 w 12477663"/>
              <a:gd name="connsiteY1" fmla="*/ 0 h 1972932"/>
              <a:gd name="connsiteX2" fmla="*/ 12458763 w 12477663"/>
              <a:gd name="connsiteY2" fmla="*/ 47047 h 1972932"/>
              <a:gd name="connsiteX3" fmla="*/ 6238831 w 12477663"/>
              <a:gd name="connsiteY3" fmla="*/ 1972932 h 1972932"/>
              <a:gd name="connsiteX4" fmla="*/ 18900 w 12477663"/>
              <a:gd name="connsiteY4" fmla="*/ 47047 h 1972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77663" h="1972932">
                <a:moveTo>
                  <a:pt x="0" y="0"/>
                </a:moveTo>
                <a:lnTo>
                  <a:pt x="12477663" y="0"/>
                </a:lnTo>
                <a:lnTo>
                  <a:pt x="12458763" y="47047"/>
                </a:lnTo>
                <a:cubicBezTo>
                  <a:pt x="11866750" y="1146147"/>
                  <a:pt x="9306941" y="1972932"/>
                  <a:pt x="6238831" y="1972932"/>
                </a:cubicBezTo>
                <a:cubicBezTo>
                  <a:pt x="3170721" y="1972932"/>
                  <a:pt x="610913" y="1146147"/>
                  <a:pt x="18900" y="47047"/>
                </a:cubicBezTo>
                <a:close/>
              </a:path>
            </a:pathLst>
          </a:custGeom>
        </p:spPr>
        <p:txBody>
          <a:bodyPr wrap="square">
            <a:noAutofit/>
          </a:bodyPr>
          <a:lstStyle/>
          <a:p>
            <a:endParaRPr lang="zh-CN" altLang="en-US"/>
          </a:p>
        </p:txBody>
      </p:sp>
      <p:sp>
        <p:nvSpPr>
          <p:cNvPr id="23" name="文本框 22">
            <a:extLst>
              <a:ext uri="{FF2B5EF4-FFF2-40B4-BE49-F238E27FC236}">
                <a16:creationId xmlns:a16="http://schemas.microsoft.com/office/drawing/2014/main" id="{D8B5D204-87E5-427E-BB02-DA7D22EC0A2F}"/>
              </a:ext>
            </a:extLst>
          </p:cNvPr>
          <p:cNvSpPr txBox="1"/>
          <p:nvPr/>
        </p:nvSpPr>
        <p:spPr>
          <a:xfrm rot="16200000">
            <a:off x="562328" y="2233386"/>
            <a:ext cx="861774" cy="787400"/>
          </a:xfrm>
          <a:prstGeom prst="rect">
            <a:avLst/>
          </a:prstGeom>
          <a:noFill/>
        </p:spPr>
        <p:txBody>
          <a:bodyPr vert="eaVert" wrap="square" rtlCol="0">
            <a:spAutoFit/>
          </a:bodyPr>
          <a:lstStyle/>
          <a:p>
            <a:r>
              <a:rPr lang="en-US" altLang="zh-CN" sz="4400" dirty="0">
                <a:solidFill>
                  <a:schemeClr val="accent1"/>
                </a:solidFill>
              </a:rPr>
              <a:t>01.</a:t>
            </a:r>
            <a:endParaRPr lang="zh-CN" altLang="en-US" sz="4400" dirty="0">
              <a:solidFill>
                <a:schemeClr val="accent1"/>
              </a:solidFill>
            </a:endParaRPr>
          </a:p>
        </p:txBody>
      </p:sp>
      <p:cxnSp>
        <p:nvCxnSpPr>
          <p:cNvPr id="24" name="直接连接符 23">
            <a:extLst>
              <a:ext uri="{FF2B5EF4-FFF2-40B4-BE49-F238E27FC236}">
                <a16:creationId xmlns:a16="http://schemas.microsoft.com/office/drawing/2014/main" id="{2F371450-7476-4869-ABD4-D78E4EFF9B2C}"/>
              </a:ext>
            </a:extLst>
          </p:cNvPr>
          <p:cNvCxnSpPr>
            <a:cxnSpLocks/>
          </p:cNvCxnSpPr>
          <p:nvPr/>
        </p:nvCxnSpPr>
        <p:spPr>
          <a:xfrm>
            <a:off x="660400" y="3005980"/>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5A0BFB36-33E5-4B00-AFFA-3D114104E615}"/>
              </a:ext>
            </a:extLst>
          </p:cNvPr>
          <p:cNvSpPr txBox="1"/>
          <p:nvPr/>
        </p:nvSpPr>
        <p:spPr>
          <a:xfrm rot="16200000">
            <a:off x="4609919" y="2233386"/>
            <a:ext cx="861774" cy="787400"/>
          </a:xfrm>
          <a:prstGeom prst="rect">
            <a:avLst/>
          </a:prstGeom>
          <a:noFill/>
        </p:spPr>
        <p:txBody>
          <a:bodyPr vert="eaVert" wrap="square" rtlCol="0">
            <a:spAutoFit/>
          </a:bodyPr>
          <a:lstStyle/>
          <a:p>
            <a:r>
              <a:rPr lang="en-US" altLang="zh-CN" sz="4400" dirty="0">
                <a:solidFill>
                  <a:schemeClr val="accent1"/>
                </a:solidFill>
              </a:rPr>
              <a:t>02.</a:t>
            </a:r>
            <a:endParaRPr lang="zh-CN" altLang="en-US" sz="4400" dirty="0">
              <a:solidFill>
                <a:schemeClr val="accent1"/>
              </a:solidFill>
            </a:endParaRPr>
          </a:p>
        </p:txBody>
      </p:sp>
      <p:cxnSp>
        <p:nvCxnSpPr>
          <p:cNvPr id="29" name="直接连接符 28">
            <a:extLst>
              <a:ext uri="{FF2B5EF4-FFF2-40B4-BE49-F238E27FC236}">
                <a16:creationId xmlns:a16="http://schemas.microsoft.com/office/drawing/2014/main" id="{5885CF53-AFA6-4BCD-ACD7-C936DAB2DCCB}"/>
              </a:ext>
            </a:extLst>
          </p:cNvPr>
          <p:cNvCxnSpPr>
            <a:cxnSpLocks/>
          </p:cNvCxnSpPr>
          <p:nvPr/>
        </p:nvCxnSpPr>
        <p:spPr>
          <a:xfrm>
            <a:off x="4707991" y="3005980"/>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FB1AFA5B-9366-4E92-A1A8-650789D6FE27}"/>
              </a:ext>
            </a:extLst>
          </p:cNvPr>
          <p:cNvSpPr txBox="1"/>
          <p:nvPr/>
        </p:nvSpPr>
        <p:spPr>
          <a:xfrm rot="16200000">
            <a:off x="9043411" y="2233385"/>
            <a:ext cx="861774" cy="787400"/>
          </a:xfrm>
          <a:prstGeom prst="rect">
            <a:avLst/>
          </a:prstGeom>
          <a:noFill/>
        </p:spPr>
        <p:txBody>
          <a:bodyPr vert="eaVert" wrap="square" rtlCol="0">
            <a:spAutoFit/>
          </a:bodyPr>
          <a:lstStyle/>
          <a:p>
            <a:r>
              <a:rPr lang="en-US" altLang="zh-CN" sz="4400" dirty="0">
                <a:solidFill>
                  <a:schemeClr val="accent1"/>
                </a:solidFill>
              </a:rPr>
              <a:t>03.</a:t>
            </a:r>
            <a:endParaRPr lang="zh-CN" altLang="en-US" sz="4400" dirty="0">
              <a:solidFill>
                <a:schemeClr val="accent1"/>
              </a:solidFill>
            </a:endParaRPr>
          </a:p>
        </p:txBody>
      </p:sp>
      <p:cxnSp>
        <p:nvCxnSpPr>
          <p:cNvPr id="34" name="直接连接符 33">
            <a:extLst>
              <a:ext uri="{FF2B5EF4-FFF2-40B4-BE49-F238E27FC236}">
                <a16:creationId xmlns:a16="http://schemas.microsoft.com/office/drawing/2014/main" id="{C5A026E9-295E-4DD0-A1A7-24F2752DF1F0}"/>
              </a:ext>
            </a:extLst>
          </p:cNvPr>
          <p:cNvCxnSpPr>
            <a:cxnSpLocks/>
          </p:cNvCxnSpPr>
          <p:nvPr/>
        </p:nvCxnSpPr>
        <p:spPr>
          <a:xfrm>
            <a:off x="9141483" y="3005980"/>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49EE7BA2-3D72-40FD-9831-242C8E3234EE}"/>
              </a:ext>
            </a:extLst>
          </p:cNvPr>
          <p:cNvSpPr txBox="1"/>
          <p:nvPr/>
        </p:nvSpPr>
        <p:spPr>
          <a:xfrm rot="16200000">
            <a:off x="2977842" y="4559831"/>
            <a:ext cx="861774" cy="787400"/>
          </a:xfrm>
          <a:prstGeom prst="rect">
            <a:avLst/>
          </a:prstGeom>
          <a:noFill/>
        </p:spPr>
        <p:txBody>
          <a:bodyPr vert="eaVert" wrap="square" rtlCol="0">
            <a:spAutoFit/>
          </a:bodyPr>
          <a:lstStyle/>
          <a:p>
            <a:r>
              <a:rPr lang="en-US" altLang="zh-CN" sz="4400">
                <a:solidFill>
                  <a:schemeClr val="accent1"/>
                </a:solidFill>
              </a:rPr>
              <a:t>04.</a:t>
            </a:r>
            <a:endParaRPr lang="zh-CN" altLang="en-US" sz="4400" dirty="0">
              <a:solidFill>
                <a:schemeClr val="accent1"/>
              </a:solidFill>
            </a:endParaRPr>
          </a:p>
        </p:txBody>
      </p:sp>
      <p:cxnSp>
        <p:nvCxnSpPr>
          <p:cNvPr id="45" name="直接连接符 44">
            <a:extLst>
              <a:ext uri="{FF2B5EF4-FFF2-40B4-BE49-F238E27FC236}">
                <a16:creationId xmlns:a16="http://schemas.microsoft.com/office/drawing/2014/main" id="{B14D238C-5295-460B-9F73-0A6C665AADEE}"/>
              </a:ext>
            </a:extLst>
          </p:cNvPr>
          <p:cNvCxnSpPr>
            <a:cxnSpLocks/>
          </p:cNvCxnSpPr>
          <p:nvPr/>
        </p:nvCxnSpPr>
        <p:spPr>
          <a:xfrm>
            <a:off x="3075914" y="5332425"/>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570F8935-A799-464B-A969-50F10DC9224E}"/>
              </a:ext>
            </a:extLst>
          </p:cNvPr>
          <p:cNvSpPr txBox="1"/>
          <p:nvPr/>
        </p:nvSpPr>
        <p:spPr>
          <a:xfrm rot="16200000">
            <a:off x="7025433" y="4559831"/>
            <a:ext cx="861774" cy="787400"/>
          </a:xfrm>
          <a:prstGeom prst="rect">
            <a:avLst/>
          </a:prstGeom>
          <a:noFill/>
        </p:spPr>
        <p:txBody>
          <a:bodyPr vert="eaVert" wrap="square" rtlCol="0">
            <a:spAutoFit/>
          </a:bodyPr>
          <a:lstStyle/>
          <a:p>
            <a:r>
              <a:rPr lang="en-US" altLang="zh-CN" sz="4400" dirty="0">
                <a:solidFill>
                  <a:schemeClr val="accent1"/>
                </a:solidFill>
              </a:rPr>
              <a:t>05.</a:t>
            </a:r>
            <a:endParaRPr lang="zh-CN" altLang="en-US" sz="4400" dirty="0">
              <a:solidFill>
                <a:schemeClr val="accent1"/>
              </a:solidFill>
            </a:endParaRPr>
          </a:p>
        </p:txBody>
      </p:sp>
      <p:cxnSp>
        <p:nvCxnSpPr>
          <p:cNvPr id="41" name="直接连接符 40">
            <a:extLst>
              <a:ext uri="{FF2B5EF4-FFF2-40B4-BE49-F238E27FC236}">
                <a16:creationId xmlns:a16="http://schemas.microsoft.com/office/drawing/2014/main" id="{3B7022D4-18C5-4008-AC4D-9CB858B782B3}"/>
              </a:ext>
            </a:extLst>
          </p:cNvPr>
          <p:cNvCxnSpPr>
            <a:cxnSpLocks/>
          </p:cNvCxnSpPr>
          <p:nvPr/>
        </p:nvCxnSpPr>
        <p:spPr>
          <a:xfrm>
            <a:off x="7123505" y="5332425"/>
            <a:ext cx="0" cy="809625"/>
          </a:xfrm>
          <a:prstGeom prst="line">
            <a:avLst/>
          </a:prstGeom>
          <a:ln w="28575" cap="rnd">
            <a:round/>
            <a:headEnd type="oval"/>
            <a:tailEnd type="oval"/>
          </a:ln>
        </p:spPr>
        <p:style>
          <a:lnRef idx="1">
            <a:schemeClr val="accent1"/>
          </a:lnRef>
          <a:fillRef idx="0">
            <a:schemeClr val="accent1"/>
          </a:fillRef>
          <a:effectRef idx="0">
            <a:schemeClr val="accent1"/>
          </a:effectRef>
          <a:fontRef idx="minor">
            <a:schemeClr val="tx1"/>
          </a:fontRef>
        </p:style>
      </p:cxnSp>
      <p:sp>
        <p:nvSpPr>
          <p:cNvPr id="49" name="文本占位符 48">
            <a:extLst>
              <a:ext uri="{FF2B5EF4-FFF2-40B4-BE49-F238E27FC236}">
                <a16:creationId xmlns:a16="http://schemas.microsoft.com/office/drawing/2014/main" id="{8AAFBE5E-9951-468D-842C-C373B57E162C}"/>
              </a:ext>
            </a:extLst>
          </p:cNvPr>
          <p:cNvSpPr>
            <a:spLocks noGrp="1"/>
          </p:cNvSpPr>
          <p:nvPr>
            <p:ph type="body" sz="quarter" idx="10" hasCustomPrompt="1"/>
          </p:nvPr>
        </p:nvSpPr>
        <p:spPr>
          <a:xfrm>
            <a:off x="747157" y="2989948"/>
            <a:ext cx="2328753"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56" name="文本占位符 48">
            <a:extLst>
              <a:ext uri="{FF2B5EF4-FFF2-40B4-BE49-F238E27FC236}">
                <a16:creationId xmlns:a16="http://schemas.microsoft.com/office/drawing/2014/main" id="{22B6D61A-4B56-40D1-9606-DE6C1B116D46}"/>
              </a:ext>
            </a:extLst>
          </p:cNvPr>
          <p:cNvSpPr>
            <a:spLocks noGrp="1"/>
          </p:cNvSpPr>
          <p:nvPr>
            <p:ph type="body" sz="quarter" idx="11" hasCustomPrompt="1"/>
          </p:nvPr>
        </p:nvSpPr>
        <p:spPr>
          <a:xfrm>
            <a:off x="4789304" y="2989948"/>
            <a:ext cx="2333631"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61" name="文本占位符 48">
            <a:extLst>
              <a:ext uri="{FF2B5EF4-FFF2-40B4-BE49-F238E27FC236}">
                <a16:creationId xmlns:a16="http://schemas.microsoft.com/office/drawing/2014/main" id="{BB7DBF4A-F336-4D0E-AEAA-442EF57D61E6}"/>
              </a:ext>
            </a:extLst>
          </p:cNvPr>
          <p:cNvSpPr>
            <a:spLocks noGrp="1"/>
          </p:cNvSpPr>
          <p:nvPr>
            <p:ph type="body" sz="quarter" idx="12" hasCustomPrompt="1"/>
          </p:nvPr>
        </p:nvSpPr>
        <p:spPr>
          <a:xfrm>
            <a:off x="9223944" y="2989948"/>
            <a:ext cx="2333631"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63" name="文本占位符 48">
            <a:extLst>
              <a:ext uri="{FF2B5EF4-FFF2-40B4-BE49-F238E27FC236}">
                <a16:creationId xmlns:a16="http://schemas.microsoft.com/office/drawing/2014/main" id="{ABAC8E71-7622-44BD-B9EF-FB2DDE2DEC12}"/>
              </a:ext>
            </a:extLst>
          </p:cNvPr>
          <p:cNvSpPr>
            <a:spLocks noGrp="1"/>
          </p:cNvSpPr>
          <p:nvPr>
            <p:ph type="body" sz="quarter" idx="13" hasCustomPrompt="1"/>
          </p:nvPr>
        </p:nvSpPr>
        <p:spPr>
          <a:xfrm>
            <a:off x="3158375" y="5333191"/>
            <a:ext cx="2328753"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sp>
        <p:nvSpPr>
          <p:cNvPr id="65" name="文本占位符 48">
            <a:extLst>
              <a:ext uri="{FF2B5EF4-FFF2-40B4-BE49-F238E27FC236}">
                <a16:creationId xmlns:a16="http://schemas.microsoft.com/office/drawing/2014/main" id="{BF93E37B-BAE5-44B2-9D04-125CCAB615B8}"/>
              </a:ext>
            </a:extLst>
          </p:cNvPr>
          <p:cNvSpPr>
            <a:spLocks noGrp="1"/>
          </p:cNvSpPr>
          <p:nvPr>
            <p:ph type="body" sz="quarter" idx="14" hasCustomPrompt="1"/>
          </p:nvPr>
        </p:nvSpPr>
        <p:spPr>
          <a:xfrm>
            <a:off x="7205966" y="5333191"/>
            <a:ext cx="2328753" cy="439052"/>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latin typeface="+mn-ea"/>
                <a:ea typeface="+mn-ea"/>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sz="2800" dirty="0">
                <a:solidFill>
                  <a:schemeClr val="tx1">
                    <a:lumMod val="85000"/>
                    <a:lumOff val="15000"/>
                  </a:schemeClr>
                </a:solidFill>
              </a:rPr>
              <a:t>单击添加文本</a:t>
            </a:r>
          </a:p>
        </p:txBody>
      </p:sp>
      <p:grpSp>
        <p:nvGrpSpPr>
          <p:cNvPr id="39" name="组合 38">
            <a:extLst>
              <a:ext uri="{FF2B5EF4-FFF2-40B4-BE49-F238E27FC236}">
                <a16:creationId xmlns:a16="http://schemas.microsoft.com/office/drawing/2014/main" id="{4689036F-78DA-4278-A853-444342F03DB3}"/>
              </a:ext>
            </a:extLst>
          </p:cNvPr>
          <p:cNvGrpSpPr/>
          <p:nvPr userDrawn="1"/>
        </p:nvGrpSpPr>
        <p:grpSpPr>
          <a:xfrm>
            <a:off x="2539883" y="2413261"/>
            <a:ext cx="7112234" cy="3564639"/>
            <a:chOff x="1585727" y="453077"/>
            <a:chExt cx="374706" cy="187802"/>
          </a:xfrm>
          <a:solidFill>
            <a:schemeClr val="bg1">
              <a:lumMod val="65000"/>
              <a:alpha val="5000"/>
            </a:schemeClr>
          </a:solidFill>
        </p:grpSpPr>
        <p:sp>
          <p:nvSpPr>
            <p:cNvPr id="42" name="îśliďe">
              <a:extLst>
                <a:ext uri="{FF2B5EF4-FFF2-40B4-BE49-F238E27FC236}">
                  <a16:creationId xmlns:a16="http://schemas.microsoft.com/office/drawing/2014/main" id="{14FFDB68-D4A2-4EF1-B52B-39615FA1529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43" name="íšḻíḍé">
              <a:extLst>
                <a:ext uri="{FF2B5EF4-FFF2-40B4-BE49-F238E27FC236}">
                  <a16:creationId xmlns:a16="http://schemas.microsoft.com/office/drawing/2014/main" id="{0AB45B29-6AB1-4C60-9DD1-33AF43FFA1E5}"/>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46" name="ïṥḻïḓé">
              <a:extLst>
                <a:ext uri="{FF2B5EF4-FFF2-40B4-BE49-F238E27FC236}">
                  <a16:creationId xmlns:a16="http://schemas.microsoft.com/office/drawing/2014/main" id="{CD99A818-0C1D-482E-A96C-917036EBFF9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47" name="î$ḷíḋè">
              <a:extLst>
                <a:ext uri="{FF2B5EF4-FFF2-40B4-BE49-F238E27FC236}">
                  <a16:creationId xmlns:a16="http://schemas.microsoft.com/office/drawing/2014/main" id="{220B3C49-5424-4D5C-B740-92DDFE0807AA}"/>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48" name="i$ḷiḍe">
              <a:extLst>
                <a:ext uri="{FF2B5EF4-FFF2-40B4-BE49-F238E27FC236}">
                  <a16:creationId xmlns:a16="http://schemas.microsoft.com/office/drawing/2014/main" id="{29EBB59F-1A1E-4BEC-B5EF-DE011D905D0C}"/>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50" name="ïṡļïdè">
              <a:extLst>
                <a:ext uri="{FF2B5EF4-FFF2-40B4-BE49-F238E27FC236}">
                  <a16:creationId xmlns:a16="http://schemas.microsoft.com/office/drawing/2014/main" id="{62EA3F3B-BAF9-4E7B-B86E-52EAD2AA10B3}"/>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51" name="íŝḻíḓê">
              <a:extLst>
                <a:ext uri="{FF2B5EF4-FFF2-40B4-BE49-F238E27FC236}">
                  <a16:creationId xmlns:a16="http://schemas.microsoft.com/office/drawing/2014/main" id="{FB650BD5-0822-472D-B58F-AE9450B041D1}"/>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52" name="isľîḑê">
              <a:extLst>
                <a:ext uri="{FF2B5EF4-FFF2-40B4-BE49-F238E27FC236}">
                  <a16:creationId xmlns:a16="http://schemas.microsoft.com/office/drawing/2014/main" id="{09B8C62F-2EFC-4D33-851E-989224FE0B5C}"/>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 name="页脚占位符 1"/>
          <p:cNvSpPr>
            <a:spLocks noGrp="1"/>
          </p:cNvSpPr>
          <p:nvPr>
            <p:ph type="ftr" sz="quarter" idx="16"/>
          </p:nvPr>
        </p:nvSpPr>
        <p:spPr/>
        <p:txBody>
          <a:bodyPr/>
          <a:lstStyle/>
          <a:p>
            <a:endParaRPr lang="zh-CN" altLang="en-US"/>
          </a:p>
        </p:txBody>
      </p:sp>
      <p:sp>
        <p:nvSpPr>
          <p:cNvPr id="3" name="灯片编号占位符 2"/>
          <p:cNvSpPr>
            <a:spLocks noGrp="1"/>
          </p:cNvSpPr>
          <p:nvPr>
            <p:ph type="sldNum" sz="quarter" idx="17"/>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518949665"/>
      </p:ext>
    </p:extLst>
  </p:cSld>
  <p:clrMapOvr>
    <a:masterClrMapping/>
  </p:clrMapOvr>
  <p:extLst>
    <p:ext uri="{DCECCB84-F9BA-43D5-87BE-67443E8EF086}">
      <p15:sldGuideLst xmlns:p15="http://schemas.microsoft.com/office/powerpoint/2012/main">
        <p15:guide id="1" pos="20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22" name="图片占位符 21">
            <a:extLst>
              <a:ext uri="{FF2B5EF4-FFF2-40B4-BE49-F238E27FC236}">
                <a16:creationId xmlns:a16="http://schemas.microsoft.com/office/drawing/2014/main" id="{7AE66B26-FD1C-4615-AFBA-EC01DC5A60D8}"/>
              </a:ext>
            </a:extLst>
          </p:cNvPr>
          <p:cNvSpPr>
            <a:spLocks noGrp="1"/>
          </p:cNvSpPr>
          <p:nvPr>
            <p:ph type="pic" sz="quarter" idx="14"/>
          </p:nvPr>
        </p:nvSpPr>
        <p:spPr>
          <a:xfrm>
            <a:off x="5656409" y="322405"/>
            <a:ext cx="6540686" cy="6540688"/>
          </a:xfrm>
          <a:custGeom>
            <a:avLst/>
            <a:gdLst>
              <a:gd name="connsiteX0" fmla="*/ 6530501 w 6530501"/>
              <a:gd name="connsiteY0" fmla="*/ 0 h 6530502"/>
              <a:gd name="connsiteX1" fmla="*/ 6530501 w 6530501"/>
              <a:gd name="connsiteY1" fmla="*/ 6530502 h 6530502"/>
              <a:gd name="connsiteX2" fmla="*/ 0 w 6530501"/>
              <a:gd name="connsiteY2" fmla="*/ 6530502 h 6530502"/>
              <a:gd name="connsiteX3" fmla="*/ 6530501 w 6530501"/>
              <a:gd name="connsiteY3" fmla="*/ 0 h 6530502"/>
            </a:gdLst>
            <a:ahLst/>
            <a:cxnLst>
              <a:cxn ang="0">
                <a:pos x="connsiteX0" y="connsiteY0"/>
              </a:cxn>
              <a:cxn ang="0">
                <a:pos x="connsiteX1" y="connsiteY1"/>
              </a:cxn>
              <a:cxn ang="0">
                <a:pos x="connsiteX2" y="connsiteY2"/>
              </a:cxn>
              <a:cxn ang="0">
                <a:pos x="connsiteX3" y="connsiteY3"/>
              </a:cxn>
            </a:cxnLst>
            <a:rect l="l" t="t" r="r" b="b"/>
            <a:pathLst>
              <a:path w="6530501" h="6530502">
                <a:moveTo>
                  <a:pt x="6530501" y="0"/>
                </a:moveTo>
                <a:lnTo>
                  <a:pt x="6530501" y="6530502"/>
                </a:lnTo>
                <a:lnTo>
                  <a:pt x="0" y="6530502"/>
                </a:lnTo>
                <a:cubicBezTo>
                  <a:pt x="0" y="2923805"/>
                  <a:pt x="2923804" y="0"/>
                  <a:pt x="6530501" y="0"/>
                </a:cubicBez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7706648" y="2962113"/>
            <a:ext cx="4155152" cy="2854487"/>
          </a:xfrm>
          <a:prstGeom prst="rect">
            <a:avLst/>
          </a:prstGeom>
          <a:noFill/>
        </p:spPr>
        <p:txBody>
          <a:bodyPr wrap="none" lIns="0" rIns="0" rtlCol="0">
            <a:noAutofit/>
          </a:bodyPr>
          <a:lstStyle>
            <a:lvl1pPr marL="0" indent="0">
              <a:buNone/>
              <a:defRPr lang="zh-CN" altLang="en-US" sz="23900" b="1" smtClean="0">
                <a:solidFill>
                  <a:schemeClr val="bg1">
                    <a:alpha val="72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1296778" y="2278356"/>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1296778" y="3712453"/>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1311324" y="3436355"/>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660400"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549059" y="6259195"/>
            <a:ext cx="4219670" cy="307777"/>
          </a:xfrm>
          <a:prstGeom prst="rect">
            <a:avLst/>
          </a:prstGeom>
          <a:noFill/>
        </p:spPr>
        <p:txBody>
          <a:bodyPr wrap="square" rtlCol="0">
            <a:spAutoFit/>
          </a:bodyPr>
          <a:lstStyle/>
          <a:p>
            <a:r>
              <a:rPr lang="zh-CN" altLang="en-US" sz="1400" dirty="0">
                <a:solidFill>
                  <a:schemeClr val="bg1">
                    <a:lumMod val="65000"/>
                  </a:schemeClr>
                </a:solidFill>
              </a:rPr>
              <a:t>明德 厚学 求是 创新      </a:t>
            </a:r>
            <a:r>
              <a:rPr lang="en-US" altLang="zh-CN" sz="1400" dirty="0">
                <a:solidFill>
                  <a:schemeClr val="bg1">
                    <a:lumMod val="65000"/>
                  </a:schemeClr>
                </a:solidFill>
              </a:rPr>
              <a:t>http://www.hust.edu.cn/</a:t>
            </a:r>
            <a:endParaRPr lang="zh-CN" altLang="en-US" sz="1400" dirty="0">
              <a:solidFill>
                <a:schemeClr val="bg1">
                  <a:lumMod val="65000"/>
                </a:schemeClr>
              </a:solidFill>
            </a:endParaRPr>
          </a:p>
        </p:txBody>
      </p:sp>
      <p:sp>
        <p:nvSpPr>
          <p:cNvPr id="2" name="页脚占位符 1"/>
          <p:cNvSpPr>
            <a:spLocks noGrp="1"/>
          </p:cNvSpPr>
          <p:nvPr>
            <p:ph type="ftr" sz="quarter" idx="15"/>
          </p:nvPr>
        </p:nvSpPr>
        <p:spPr/>
        <p:txBody>
          <a:bodyPr/>
          <a:lstStyle/>
          <a:p>
            <a:endParaRPr lang="zh-CN" altLang="en-US"/>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129668405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过渡页">
    <p:spTree>
      <p:nvGrpSpPr>
        <p:cNvPr id="1" name=""/>
        <p:cNvGrpSpPr/>
        <p:nvPr/>
      </p:nvGrpSpPr>
      <p:grpSpPr>
        <a:xfrm>
          <a:off x="0" y="0"/>
          <a:ext cx="0" cy="0"/>
          <a:chOff x="0" y="0"/>
          <a:chExt cx="0" cy="0"/>
        </a:xfrm>
      </p:grpSpPr>
      <p:sp>
        <p:nvSpPr>
          <p:cNvPr id="25" name="图片占位符 24">
            <a:extLst>
              <a:ext uri="{FF2B5EF4-FFF2-40B4-BE49-F238E27FC236}">
                <a16:creationId xmlns:a16="http://schemas.microsoft.com/office/drawing/2014/main" id="{C9513911-6F82-465B-AA1D-A50590958317}"/>
              </a:ext>
            </a:extLst>
          </p:cNvPr>
          <p:cNvSpPr>
            <a:spLocks noGrp="1"/>
          </p:cNvSpPr>
          <p:nvPr>
            <p:ph type="pic" sz="quarter" idx="14"/>
          </p:nvPr>
        </p:nvSpPr>
        <p:spPr>
          <a:xfrm>
            <a:off x="0" y="327498"/>
            <a:ext cx="6530502" cy="6530502"/>
          </a:xfrm>
          <a:custGeom>
            <a:avLst/>
            <a:gdLst>
              <a:gd name="connsiteX0" fmla="*/ 0 w 6530502"/>
              <a:gd name="connsiteY0" fmla="*/ 0 h 6530502"/>
              <a:gd name="connsiteX1" fmla="*/ 6530502 w 6530502"/>
              <a:gd name="connsiteY1" fmla="*/ 6530502 h 6530502"/>
              <a:gd name="connsiteX2" fmla="*/ 0 w 6530502"/>
              <a:gd name="connsiteY2" fmla="*/ 6530502 h 6530502"/>
            </a:gdLst>
            <a:ahLst/>
            <a:cxnLst>
              <a:cxn ang="0">
                <a:pos x="connsiteX0" y="connsiteY0"/>
              </a:cxn>
              <a:cxn ang="0">
                <a:pos x="connsiteX1" y="connsiteY1"/>
              </a:cxn>
              <a:cxn ang="0">
                <a:pos x="connsiteX2" y="connsiteY2"/>
              </a:cxn>
            </a:cxnLst>
            <a:rect l="l" t="t" r="r" b="b"/>
            <a:pathLst>
              <a:path w="6530502" h="6530502">
                <a:moveTo>
                  <a:pt x="0" y="0"/>
                </a:moveTo>
                <a:cubicBezTo>
                  <a:pt x="3606697" y="0"/>
                  <a:pt x="6530502" y="2923805"/>
                  <a:pt x="6530502" y="6530502"/>
                </a:cubicBezTo>
                <a:lnTo>
                  <a:pt x="0" y="6530502"/>
                </a:ln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474030" y="2962113"/>
            <a:ext cx="4155152" cy="2854487"/>
          </a:xfrm>
          <a:prstGeom prst="rect">
            <a:avLst/>
          </a:prstGeom>
          <a:noFill/>
        </p:spPr>
        <p:txBody>
          <a:bodyPr wrap="none" lIns="0" rIns="0" rtlCol="0">
            <a:noAutofit/>
          </a:bodyPr>
          <a:lstStyle>
            <a:lvl1pPr marL="0" indent="0">
              <a:buNone/>
              <a:defRPr lang="zh-CN" altLang="en-US" sz="23900" b="1" smtClean="0">
                <a:solidFill>
                  <a:schemeClr val="bg1">
                    <a:alpha val="72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7197557" y="2284554"/>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7197557" y="3711395"/>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7237503" y="3436629"/>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10227936"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7692930" y="6259195"/>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sp>
        <p:nvSpPr>
          <p:cNvPr id="2" name="页脚占位符 1"/>
          <p:cNvSpPr>
            <a:spLocks noGrp="1"/>
          </p:cNvSpPr>
          <p:nvPr>
            <p:ph type="ftr" sz="quarter" idx="15"/>
          </p:nvPr>
        </p:nvSpPr>
        <p:spPr/>
        <p:txBody>
          <a:bodyPr/>
          <a:lstStyle/>
          <a:p>
            <a:endParaRPr lang="zh-CN" altLang="en-US"/>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358438523"/>
      </p:ext>
    </p:extLst>
  </p:cSld>
  <p:clrMapOvr>
    <a:masterClrMapping/>
  </p:clrMapOvr>
  <p:extLst>
    <p:ext uri="{DCECCB84-F9BA-43D5-87BE-67443E8EF086}">
      <p15:sldGuideLst xmlns:p15="http://schemas.microsoft.com/office/powerpoint/2012/main">
        <p15:guide id="3" pos="23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过渡页">
    <p:spTree>
      <p:nvGrpSpPr>
        <p:cNvPr id="1" name=""/>
        <p:cNvGrpSpPr/>
        <p:nvPr/>
      </p:nvGrpSpPr>
      <p:grpSpPr>
        <a:xfrm>
          <a:off x="0" y="0"/>
          <a:ext cx="0" cy="0"/>
          <a:chOff x="0" y="0"/>
          <a:chExt cx="0" cy="0"/>
        </a:xfrm>
      </p:grpSpPr>
      <p:sp>
        <p:nvSpPr>
          <p:cNvPr id="38" name="图片占位符 37">
            <a:extLst>
              <a:ext uri="{FF2B5EF4-FFF2-40B4-BE49-F238E27FC236}">
                <a16:creationId xmlns:a16="http://schemas.microsoft.com/office/drawing/2014/main" id="{15DC2A65-FE98-4711-9BCC-2CEE396972E9}"/>
              </a:ext>
            </a:extLst>
          </p:cNvPr>
          <p:cNvSpPr>
            <a:spLocks noGrp="1"/>
          </p:cNvSpPr>
          <p:nvPr>
            <p:ph type="pic" sz="quarter" idx="14"/>
          </p:nvPr>
        </p:nvSpPr>
        <p:spPr>
          <a:xfrm>
            <a:off x="5661498" y="0"/>
            <a:ext cx="6530502" cy="6530502"/>
          </a:xfrm>
          <a:custGeom>
            <a:avLst/>
            <a:gdLst>
              <a:gd name="connsiteX0" fmla="*/ 0 w 6530502"/>
              <a:gd name="connsiteY0" fmla="*/ 0 h 6530502"/>
              <a:gd name="connsiteX1" fmla="*/ 6530502 w 6530502"/>
              <a:gd name="connsiteY1" fmla="*/ 0 h 6530502"/>
              <a:gd name="connsiteX2" fmla="*/ 6530502 w 6530502"/>
              <a:gd name="connsiteY2" fmla="*/ 6530502 h 6530502"/>
              <a:gd name="connsiteX3" fmla="*/ 0 w 6530502"/>
              <a:gd name="connsiteY3" fmla="*/ 0 h 6530502"/>
            </a:gdLst>
            <a:ahLst/>
            <a:cxnLst>
              <a:cxn ang="0">
                <a:pos x="connsiteX0" y="connsiteY0"/>
              </a:cxn>
              <a:cxn ang="0">
                <a:pos x="connsiteX1" y="connsiteY1"/>
              </a:cxn>
              <a:cxn ang="0">
                <a:pos x="connsiteX2" y="connsiteY2"/>
              </a:cxn>
              <a:cxn ang="0">
                <a:pos x="connsiteX3" y="connsiteY3"/>
              </a:cxn>
            </a:cxnLst>
            <a:rect l="l" t="t" r="r" b="b"/>
            <a:pathLst>
              <a:path w="6530502" h="6530502">
                <a:moveTo>
                  <a:pt x="0" y="0"/>
                </a:moveTo>
                <a:lnTo>
                  <a:pt x="6530502" y="0"/>
                </a:lnTo>
                <a:lnTo>
                  <a:pt x="6530502" y="6530502"/>
                </a:lnTo>
                <a:cubicBezTo>
                  <a:pt x="2923805" y="6530502"/>
                  <a:pt x="0" y="3606697"/>
                  <a:pt x="0" y="0"/>
                </a:cubicBez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7706648" y="1130300"/>
            <a:ext cx="4155152" cy="2854487"/>
          </a:xfrm>
          <a:prstGeom prst="rect">
            <a:avLst/>
          </a:prstGeom>
          <a:noFill/>
        </p:spPr>
        <p:txBody>
          <a:bodyPr wrap="none" lIns="0" rIns="0" rtlCol="0">
            <a:noAutofit/>
          </a:bodyPr>
          <a:lstStyle>
            <a:lvl1pPr marL="0" indent="0">
              <a:buNone/>
              <a:defRPr lang="zh-CN" altLang="en-US" sz="23900" b="1" smtClean="0">
                <a:solidFill>
                  <a:schemeClr val="bg1">
                    <a:alpha val="60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1296778" y="2284554"/>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1296778" y="3709946"/>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1336724" y="3429067"/>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660400"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549059" y="6259195"/>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sp>
        <p:nvSpPr>
          <p:cNvPr id="2" name="页脚占位符 1"/>
          <p:cNvSpPr>
            <a:spLocks noGrp="1"/>
          </p:cNvSpPr>
          <p:nvPr>
            <p:ph type="ftr" sz="quarter" idx="15"/>
          </p:nvPr>
        </p:nvSpPr>
        <p:spPr/>
        <p:txBody>
          <a:bodyPr/>
          <a:lstStyle/>
          <a:p>
            <a:endParaRPr lang="zh-CN" altLang="en-US"/>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23943104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过渡页">
    <p:spTree>
      <p:nvGrpSpPr>
        <p:cNvPr id="1" name=""/>
        <p:cNvGrpSpPr/>
        <p:nvPr/>
      </p:nvGrpSpPr>
      <p:grpSpPr>
        <a:xfrm>
          <a:off x="0" y="0"/>
          <a:ext cx="0" cy="0"/>
          <a:chOff x="0" y="0"/>
          <a:chExt cx="0" cy="0"/>
        </a:xfrm>
      </p:grpSpPr>
      <p:sp>
        <p:nvSpPr>
          <p:cNvPr id="21" name="图片占位符 20">
            <a:extLst>
              <a:ext uri="{FF2B5EF4-FFF2-40B4-BE49-F238E27FC236}">
                <a16:creationId xmlns:a16="http://schemas.microsoft.com/office/drawing/2014/main" id="{FC237A11-D652-4937-8A62-5371D6867CA4}"/>
              </a:ext>
            </a:extLst>
          </p:cNvPr>
          <p:cNvSpPr>
            <a:spLocks noGrp="1"/>
          </p:cNvSpPr>
          <p:nvPr>
            <p:ph type="pic" sz="quarter" idx="14"/>
          </p:nvPr>
        </p:nvSpPr>
        <p:spPr>
          <a:xfrm>
            <a:off x="0" y="0"/>
            <a:ext cx="6530502" cy="6530502"/>
          </a:xfrm>
          <a:custGeom>
            <a:avLst/>
            <a:gdLst>
              <a:gd name="connsiteX0" fmla="*/ 0 w 6530502"/>
              <a:gd name="connsiteY0" fmla="*/ 0 h 6530502"/>
              <a:gd name="connsiteX1" fmla="*/ 6530502 w 6530502"/>
              <a:gd name="connsiteY1" fmla="*/ 0 h 6530502"/>
              <a:gd name="connsiteX2" fmla="*/ 0 w 6530502"/>
              <a:gd name="connsiteY2" fmla="*/ 6530502 h 6530502"/>
            </a:gdLst>
            <a:ahLst/>
            <a:cxnLst>
              <a:cxn ang="0">
                <a:pos x="connsiteX0" y="connsiteY0"/>
              </a:cxn>
              <a:cxn ang="0">
                <a:pos x="connsiteX1" y="connsiteY1"/>
              </a:cxn>
              <a:cxn ang="0">
                <a:pos x="connsiteX2" y="connsiteY2"/>
              </a:cxn>
            </a:cxnLst>
            <a:rect l="l" t="t" r="r" b="b"/>
            <a:pathLst>
              <a:path w="6530502" h="6530502">
                <a:moveTo>
                  <a:pt x="0" y="0"/>
                </a:moveTo>
                <a:lnTo>
                  <a:pt x="6530502" y="0"/>
                </a:lnTo>
                <a:cubicBezTo>
                  <a:pt x="6530502" y="3606697"/>
                  <a:pt x="3606697" y="6530502"/>
                  <a:pt x="0" y="6530502"/>
                </a:cubicBezTo>
                <a:close/>
              </a:path>
            </a:pathLst>
          </a:custGeom>
        </p:spPr>
        <p:txBody>
          <a:bodyPr wrap="square">
            <a:noAutofit/>
          </a:bodyPr>
          <a:lstStyle/>
          <a:p>
            <a:endParaRPr lang="zh-CN" altLang="en-US"/>
          </a:p>
        </p:txBody>
      </p:sp>
      <p:pic>
        <p:nvPicPr>
          <p:cNvPr id="13" name="图片 12">
            <a:extLst>
              <a:ext uri="{FF2B5EF4-FFF2-40B4-BE49-F238E27FC236}">
                <a16:creationId xmlns:a16="http://schemas.microsoft.com/office/drawing/2014/main" id="{31F15EFC-0D55-4F34-B344-4E1EE79A70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0" name="文本占位符 13">
            <a:extLst>
              <a:ext uri="{FF2B5EF4-FFF2-40B4-BE49-F238E27FC236}">
                <a16:creationId xmlns:a16="http://schemas.microsoft.com/office/drawing/2014/main" id="{AD261FF8-B76B-4B6C-B886-997FC5E617CA}"/>
              </a:ext>
            </a:extLst>
          </p:cNvPr>
          <p:cNvSpPr>
            <a:spLocks noGrp="1"/>
          </p:cNvSpPr>
          <p:nvPr>
            <p:ph type="body" sz="quarter" idx="11" hasCustomPrompt="1"/>
          </p:nvPr>
        </p:nvSpPr>
        <p:spPr>
          <a:xfrm>
            <a:off x="474030" y="1207371"/>
            <a:ext cx="4155152" cy="2854487"/>
          </a:xfrm>
          <a:prstGeom prst="rect">
            <a:avLst/>
          </a:prstGeom>
          <a:noFill/>
        </p:spPr>
        <p:txBody>
          <a:bodyPr wrap="none" lIns="0" rIns="0" rtlCol="0">
            <a:noAutofit/>
          </a:bodyPr>
          <a:lstStyle>
            <a:lvl1pPr marL="0" indent="0">
              <a:buNone/>
              <a:defRPr lang="zh-CN" altLang="en-US" sz="23900" b="1" smtClean="0">
                <a:solidFill>
                  <a:schemeClr val="bg1">
                    <a:alpha val="72000"/>
                  </a:schemeClr>
                </a:solidFill>
                <a:latin typeface="+mn-ea"/>
                <a:ea typeface="+mn-ea"/>
              </a:defRPr>
            </a:lvl1pPr>
          </a:lstStyle>
          <a:p>
            <a:pPr marL="0" lvl="0"/>
            <a:r>
              <a:rPr lang="en-US" altLang="zh-CN" dirty="0"/>
              <a:t>0X</a:t>
            </a:r>
            <a:endParaRPr lang="zh-CN" altLang="en-US" dirty="0"/>
          </a:p>
        </p:txBody>
      </p:sp>
      <p:sp>
        <p:nvSpPr>
          <p:cNvPr id="11" name="文本占位符 13">
            <a:extLst>
              <a:ext uri="{FF2B5EF4-FFF2-40B4-BE49-F238E27FC236}">
                <a16:creationId xmlns:a16="http://schemas.microsoft.com/office/drawing/2014/main" id="{E9BD208D-31FF-43DD-9BD8-F665676DD15B}"/>
              </a:ext>
            </a:extLst>
          </p:cNvPr>
          <p:cNvSpPr>
            <a:spLocks noGrp="1"/>
          </p:cNvSpPr>
          <p:nvPr>
            <p:ph type="body" sz="quarter" idx="12" hasCustomPrompt="1"/>
          </p:nvPr>
        </p:nvSpPr>
        <p:spPr>
          <a:xfrm>
            <a:off x="7197557" y="2284554"/>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2" name="文本占位符 13">
            <a:extLst>
              <a:ext uri="{FF2B5EF4-FFF2-40B4-BE49-F238E27FC236}">
                <a16:creationId xmlns:a16="http://schemas.microsoft.com/office/drawing/2014/main" id="{EE75DC56-A856-4027-A6E9-6F0AFFB70D89}"/>
              </a:ext>
            </a:extLst>
          </p:cNvPr>
          <p:cNvSpPr>
            <a:spLocks noGrp="1"/>
          </p:cNvSpPr>
          <p:nvPr>
            <p:ph type="body" sz="quarter" idx="13" hasCustomPrompt="1"/>
          </p:nvPr>
        </p:nvSpPr>
        <p:spPr>
          <a:xfrm>
            <a:off x="7197557" y="3711707"/>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cxnSp>
        <p:nvCxnSpPr>
          <p:cNvPr id="27" name="直接连接符 26">
            <a:extLst>
              <a:ext uri="{FF2B5EF4-FFF2-40B4-BE49-F238E27FC236}">
                <a16:creationId xmlns:a16="http://schemas.microsoft.com/office/drawing/2014/main" id="{C09A50D6-2850-4D9E-9127-285FB821A321}"/>
              </a:ext>
            </a:extLst>
          </p:cNvPr>
          <p:cNvCxnSpPr>
            <a:cxnSpLocks/>
          </p:cNvCxnSpPr>
          <p:nvPr userDrawn="1"/>
        </p:nvCxnSpPr>
        <p:spPr>
          <a:xfrm>
            <a:off x="7237503" y="3429067"/>
            <a:ext cx="1103522" cy="0"/>
          </a:xfrm>
          <a:prstGeom prst="line">
            <a:avLst/>
          </a:prstGeom>
          <a:ln w="508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2B1109C1-BE14-4007-867B-C608C8E8BCD4}"/>
              </a:ext>
            </a:extLst>
          </p:cNvPr>
          <p:cNvGrpSpPr/>
          <p:nvPr userDrawn="1"/>
        </p:nvGrpSpPr>
        <p:grpSpPr>
          <a:xfrm>
            <a:off x="10227936" y="338593"/>
            <a:ext cx="1378010" cy="690656"/>
            <a:chOff x="1585727" y="453077"/>
            <a:chExt cx="374706" cy="187802"/>
          </a:xfrm>
          <a:solidFill>
            <a:schemeClr val="accent1"/>
          </a:solidFill>
        </p:grpSpPr>
        <p:sp>
          <p:nvSpPr>
            <p:cNvPr id="29" name="îśliďe">
              <a:extLst>
                <a:ext uri="{FF2B5EF4-FFF2-40B4-BE49-F238E27FC236}">
                  <a16:creationId xmlns:a16="http://schemas.microsoft.com/office/drawing/2014/main" id="{F3BCF2A2-6C87-4620-95DF-7E07907362C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65F985B7-E3F7-4429-AE2E-A2B148FC7E1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18246C92-7580-4E66-8710-8767865C401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F02EF40A-93D5-4144-BF73-14BF33F81D12}"/>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FC5AD484-3D4C-43C9-BA11-0357F1D61CB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F97D9523-78C6-4FCB-BE80-E3E0978F476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E5BD207C-4E93-4E60-BE2F-DE890592A90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6417E722-F866-4256-8145-2ABD39CE389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 name="文本框 36">
            <a:extLst>
              <a:ext uri="{FF2B5EF4-FFF2-40B4-BE49-F238E27FC236}">
                <a16:creationId xmlns:a16="http://schemas.microsoft.com/office/drawing/2014/main" id="{E9781AC3-8B0A-4AB9-8394-5CA7A029210E}"/>
              </a:ext>
            </a:extLst>
          </p:cNvPr>
          <p:cNvSpPr txBox="1"/>
          <p:nvPr userDrawn="1"/>
        </p:nvSpPr>
        <p:spPr>
          <a:xfrm>
            <a:off x="7692930" y="6259195"/>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sp>
        <p:nvSpPr>
          <p:cNvPr id="2" name="页脚占位符 1"/>
          <p:cNvSpPr>
            <a:spLocks noGrp="1"/>
          </p:cNvSpPr>
          <p:nvPr>
            <p:ph type="ftr" sz="quarter" idx="15"/>
          </p:nvPr>
        </p:nvSpPr>
        <p:spPr/>
        <p:txBody>
          <a:bodyPr/>
          <a:lstStyle/>
          <a:p>
            <a:endParaRPr lang="zh-CN" altLang="en-US"/>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231510787"/>
      </p:ext>
    </p:extLst>
  </p:cSld>
  <p:clrMapOvr>
    <a:masterClrMapping/>
  </p:clrMapOvr>
  <p:extLst>
    <p:ext uri="{DCECCB84-F9BA-43D5-87BE-67443E8EF086}">
      <p15:sldGuideLst xmlns:p15="http://schemas.microsoft.com/office/powerpoint/2012/main">
        <p15:guide id="1" orient="horz" pos="2160">
          <p15:clr>
            <a:srgbClr val="FBAE40"/>
          </p15:clr>
        </p15:guide>
        <p15:guide id="3" pos="234">
          <p15:clr>
            <a:srgbClr val="FBAE40"/>
          </p15:clr>
        </p15:guide>
        <p15:guide id="4" orient="horz" pos="1933">
          <p15:clr>
            <a:srgbClr val="FBAE40"/>
          </p15:clr>
        </p15:guide>
        <p15:guide id="5" orient="horz" pos="238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过渡页1">
    <p:spTree>
      <p:nvGrpSpPr>
        <p:cNvPr id="1" name=""/>
        <p:cNvGrpSpPr/>
        <p:nvPr/>
      </p:nvGrpSpPr>
      <p:grpSpPr>
        <a:xfrm>
          <a:off x="0" y="0"/>
          <a:ext cx="0" cy="0"/>
          <a:chOff x="0" y="0"/>
          <a:chExt cx="0" cy="0"/>
        </a:xfrm>
      </p:grpSpPr>
      <p:sp>
        <p:nvSpPr>
          <p:cNvPr id="7" name="图片占位符 10">
            <a:extLst>
              <a:ext uri="{FF2B5EF4-FFF2-40B4-BE49-F238E27FC236}">
                <a16:creationId xmlns:a16="http://schemas.microsoft.com/office/drawing/2014/main" id="{35313B20-8690-4136-A1F3-47CF2D2E1067}"/>
              </a:ext>
            </a:extLst>
          </p:cNvPr>
          <p:cNvSpPr>
            <a:spLocks noGrp="1"/>
          </p:cNvSpPr>
          <p:nvPr>
            <p:ph type="pic" sz="quarter" idx="10"/>
          </p:nvPr>
        </p:nvSpPr>
        <p:spPr>
          <a:xfrm>
            <a:off x="6772750" y="0"/>
            <a:ext cx="5419250" cy="6858000"/>
          </a:xfrm>
          <a:custGeom>
            <a:avLst/>
            <a:gdLst>
              <a:gd name="connsiteX0" fmla="*/ 3429000 w 5419250"/>
              <a:gd name="connsiteY0" fmla="*/ 0 h 6858000"/>
              <a:gd name="connsiteX1" fmla="*/ 5419250 w 5419250"/>
              <a:gd name="connsiteY1" fmla="*/ 0 h 6858000"/>
              <a:gd name="connsiteX2" fmla="*/ 5419250 w 5419250"/>
              <a:gd name="connsiteY2" fmla="*/ 6858000 h 6858000"/>
              <a:gd name="connsiteX3" fmla="*/ 3429000 w 5419250"/>
              <a:gd name="connsiteY3" fmla="*/ 6858000 h 6858000"/>
              <a:gd name="connsiteX4" fmla="*/ 0 w 5419250"/>
              <a:gd name="connsiteY4" fmla="*/ 3429000 h 6858000"/>
              <a:gd name="connsiteX5" fmla="*/ 3429000 w 541925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19250" h="6858000">
                <a:moveTo>
                  <a:pt x="3429000" y="0"/>
                </a:moveTo>
                <a:lnTo>
                  <a:pt x="5419250" y="0"/>
                </a:lnTo>
                <a:lnTo>
                  <a:pt x="5419250" y="6858000"/>
                </a:lnTo>
                <a:lnTo>
                  <a:pt x="3429000" y="6858000"/>
                </a:lnTo>
                <a:cubicBezTo>
                  <a:pt x="1535216" y="6858000"/>
                  <a:pt x="0" y="5322784"/>
                  <a:pt x="0" y="3429000"/>
                </a:cubicBezTo>
                <a:cubicBezTo>
                  <a:pt x="0" y="1535216"/>
                  <a:pt x="1535216" y="0"/>
                  <a:pt x="3429000" y="0"/>
                </a:cubicBezTo>
                <a:close/>
              </a:path>
            </a:pathLst>
          </a:custGeom>
        </p:spPr>
        <p:txBody>
          <a:bodyPr wrap="square">
            <a:noAutofit/>
          </a:bodyPr>
          <a:lstStyle/>
          <a:p>
            <a:endParaRPr lang="zh-CN" altLang="en-US"/>
          </a:p>
        </p:txBody>
      </p:sp>
      <p:cxnSp>
        <p:nvCxnSpPr>
          <p:cNvPr id="8" name="直接连接符 7">
            <a:extLst>
              <a:ext uri="{FF2B5EF4-FFF2-40B4-BE49-F238E27FC236}">
                <a16:creationId xmlns:a16="http://schemas.microsoft.com/office/drawing/2014/main" id="{49E68DCC-3FD5-47C1-AFCE-A8CBA6C16AB7}"/>
              </a:ext>
            </a:extLst>
          </p:cNvPr>
          <p:cNvCxnSpPr>
            <a:cxnSpLocks/>
          </p:cNvCxnSpPr>
          <p:nvPr userDrawn="1"/>
        </p:nvCxnSpPr>
        <p:spPr>
          <a:xfrm>
            <a:off x="1626978" y="5301345"/>
            <a:ext cx="3124636"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文本占位符 13">
            <a:extLst>
              <a:ext uri="{FF2B5EF4-FFF2-40B4-BE49-F238E27FC236}">
                <a16:creationId xmlns:a16="http://schemas.microsoft.com/office/drawing/2014/main" id="{9C424561-9732-440B-AB95-190BCC88D5CE}"/>
              </a:ext>
            </a:extLst>
          </p:cNvPr>
          <p:cNvSpPr>
            <a:spLocks noGrp="1"/>
          </p:cNvSpPr>
          <p:nvPr>
            <p:ph type="body" sz="quarter" idx="11" hasCustomPrompt="1"/>
          </p:nvPr>
        </p:nvSpPr>
        <p:spPr>
          <a:xfrm>
            <a:off x="1550777" y="1819627"/>
            <a:ext cx="2732752" cy="2003625"/>
          </a:xfrm>
          <a:prstGeom prst="rect">
            <a:avLst/>
          </a:prstGeom>
          <a:noFill/>
        </p:spPr>
        <p:txBody>
          <a:bodyPr wrap="none" lIns="0" rIns="0" rtlCol="0">
            <a:noAutofit/>
          </a:bodyPr>
          <a:lstStyle>
            <a:lvl1pPr marL="0" indent="0">
              <a:buNone/>
              <a:defRPr lang="zh-CN" altLang="en-US" sz="13800" b="1" smtClean="0">
                <a:gradFill>
                  <a:gsLst>
                    <a:gs pos="9000">
                      <a:schemeClr val="accent1">
                        <a:lumMod val="5000"/>
                        <a:lumOff val="95000"/>
                        <a:alpha val="0"/>
                      </a:schemeClr>
                    </a:gs>
                    <a:gs pos="35255">
                      <a:schemeClr val="accent1">
                        <a:lumMod val="40000"/>
                        <a:lumOff val="60000"/>
                      </a:schemeClr>
                    </a:gs>
                    <a:gs pos="61000">
                      <a:schemeClr val="accent1">
                        <a:lumMod val="60000"/>
                        <a:lumOff val="40000"/>
                      </a:schemeClr>
                    </a:gs>
                    <a:gs pos="100000">
                      <a:schemeClr val="accent1"/>
                    </a:gs>
                  </a:gsLst>
                  <a:lin ang="16200000" scaled="0"/>
                </a:gradFill>
                <a:latin typeface="+mn-ea"/>
                <a:ea typeface="+mn-ea"/>
              </a:defRPr>
            </a:lvl1pPr>
          </a:lstStyle>
          <a:p>
            <a:pPr marL="0" lvl="0"/>
            <a:r>
              <a:rPr lang="en-US" altLang="zh-CN" dirty="0"/>
              <a:t>0X</a:t>
            </a:r>
            <a:endParaRPr lang="zh-CN" altLang="en-US" dirty="0"/>
          </a:p>
        </p:txBody>
      </p:sp>
      <p:sp>
        <p:nvSpPr>
          <p:cNvPr id="10" name="文本占位符 13">
            <a:extLst>
              <a:ext uri="{FF2B5EF4-FFF2-40B4-BE49-F238E27FC236}">
                <a16:creationId xmlns:a16="http://schemas.microsoft.com/office/drawing/2014/main" id="{6A8E70DD-B9AA-401F-9F1E-D97B8C26A1C9}"/>
              </a:ext>
            </a:extLst>
          </p:cNvPr>
          <p:cNvSpPr>
            <a:spLocks noGrp="1"/>
          </p:cNvSpPr>
          <p:nvPr>
            <p:ph type="body" sz="quarter" idx="12" hasCustomPrompt="1"/>
          </p:nvPr>
        </p:nvSpPr>
        <p:spPr>
          <a:xfrm>
            <a:off x="1626978" y="3706948"/>
            <a:ext cx="3574579" cy="923330"/>
          </a:xfrm>
          <a:prstGeom prst="rect">
            <a:avLst/>
          </a:prstGeom>
          <a:noFill/>
        </p:spPr>
        <p:txBody>
          <a:bodyPr wrap="square" lIns="0" rtlCol="0">
            <a:spAutoFit/>
          </a:bodyPr>
          <a:lstStyle>
            <a:lvl1pPr marL="0" indent="0">
              <a:buNone/>
              <a:defRPr lang="zh-CN" altLang="en-US" sz="6000" b="1" smtClean="0">
                <a:solidFill>
                  <a:schemeClr val="accent1"/>
                </a:solidFill>
                <a:latin typeface="+mn-ea"/>
                <a:ea typeface="+mn-ea"/>
              </a:defRPr>
            </a:lvl1pPr>
          </a:lstStyle>
          <a:p>
            <a:pPr marL="0" lvl="0"/>
            <a:r>
              <a:rPr lang="zh-CN" altLang="en-US" dirty="0"/>
              <a:t>章节标题</a:t>
            </a:r>
            <a:endParaRPr lang="en-US" altLang="zh-CN" dirty="0"/>
          </a:p>
        </p:txBody>
      </p:sp>
      <p:sp>
        <p:nvSpPr>
          <p:cNvPr id="11" name="文本占位符 13">
            <a:extLst>
              <a:ext uri="{FF2B5EF4-FFF2-40B4-BE49-F238E27FC236}">
                <a16:creationId xmlns:a16="http://schemas.microsoft.com/office/drawing/2014/main" id="{B3F042AC-770A-4123-8A4B-A2ADC3C86B4C}"/>
              </a:ext>
            </a:extLst>
          </p:cNvPr>
          <p:cNvSpPr>
            <a:spLocks noGrp="1"/>
          </p:cNvSpPr>
          <p:nvPr>
            <p:ph type="body" sz="quarter" idx="13" hasCustomPrompt="1"/>
          </p:nvPr>
        </p:nvSpPr>
        <p:spPr>
          <a:xfrm>
            <a:off x="1626978" y="4646022"/>
            <a:ext cx="3574579" cy="424732"/>
          </a:xfrm>
          <a:prstGeom prst="rect">
            <a:avLst/>
          </a:prstGeom>
        </p:spPr>
        <p:txBody>
          <a:bodyPr wrap="square" lIns="0">
            <a:spAutoFit/>
          </a:bodyPr>
          <a:lstStyle>
            <a:lvl1pPr marL="0" indent="0">
              <a:buNone/>
              <a:defRPr lang="en-US" altLang="zh-CN" sz="2400" smtClean="0">
                <a:solidFill>
                  <a:schemeClr val="tx1">
                    <a:lumMod val="65000"/>
                    <a:lumOff val="35000"/>
                  </a:schemeClr>
                </a:solidFill>
                <a:latin typeface="+mn-lt"/>
                <a:ea typeface="+mn-ea"/>
              </a:defRPr>
            </a:lvl1pPr>
          </a:lstStyle>
          <a:p>
            <a:pPr marL="0" lvl="0"/>
            <a:r>
              <a:rPr lang="en-US" altLang="zh-CN" dirty="0"/>
              <a:t>Chapter Title</a:t>
            </a:r>
          </a:p>
        </p:txBody>
      </p:sp>
      <p:sp>
        <p:nvSpPr>
          <p:cNvPr id="118" name="文本框 117">
            <a:extLst>
              <a:ext uri="{FF2B5EF4-FFF2-40B4-BE49-F238E27FC236}">
                <a16:creationId xmlns:a16="http://schemas.microsoft.com/office/drawing/2014/main" id="{1B56CCC1-ACA5-4C89-AF09-34F0893C245F}"/>
              </a:ext>
            </a:extLst>
          </p:cNvPr>
          <p:cNvSpPr txBox="1"/>
          <p:nvPr userDrawn="1"/>
        </p:nvSpPr>
        <p:spPr>
          <a:xfrm>
            <a:off x="566643" y="6187578"/>
            <a:ext cx="4219670" cy="307777"/>
          </a:xfrm>
          <a:prstGeom prst="rect">
            <a:avLst/>
          </a:prstGeom>
          <a:noFill/>
        </p:spPr>
        <p:txBody>
          <a:bodyPr wrap="square" rtlCol="0">
            <a:spAutoFit/>
          </a:bodyPr>
          <a:lstStyle>
            <a:defPPr>
              <a:defRPr lang="zh-CN"/>
            </a:defPPr>
            <a:lvl1pPr>
              <a:defRPr sz="1400">
                <a:solidFill>
                  <a:schemeClr val="bg1">
                    <a:lumMod val="65000"/>
                  </a:schemeClr>
                </a:solidFill>
              </a:defRPr>
            </a:lvl1pPr>
          </a:lstStyle>
          <a:p>
            <a:pPr lvl="0"/>
            <a:r>
              <a:rPr lang="zh-CN" altLang="en-US" dirty="0"/>
              <a:t>明德 厚学 求是 创新      </a:t>
            </a:r>
            <a:r>
              <a:rPr lang="en-US" altLang="zh-CN" dirty="0"/>
              <a:t>http://www.hust.edu.cn/</a:t>
            </a:r>
            <a:endParaRPr lang="zh-CN" altLang="en-US" dirty="0"/>
          </a:p>
        </p:txBody>
      </p:sp>
      <p:grpSp>
        <p:nvGrpSpPr>
          <p:cNvPr id="119" name="组合 118">
            <a:extLst>
              <a:ext uri="{FF2B5EF4-FFF2-40B4-BE49-F238E27FC236}">
                <a16:creationId xmlns:a16="http://schemas.microsoft.com/office/drawing/2014/main" id="{8A6FC628-761A-4B9D-B9A9-FBF5C3E43D27}"/>
              </a:ext>
            </a:extLst>
          </p:cNvPr>
          <p:cNvGrpSpPr/>
          <p:nvPr userDrawn="1"/>
        </p:nvGrpSpPr>
        <p:grpSpPr>
          <a:xfrm>
            <a:off x="660401" y="439644"/>
            <a:ext cx="966578" cy="484447"/>
            <a:chOff x="1585727" y="453077"/>
            <a:chExt cx="374706" cy="187802"/>
          </a:xfrm>
          <a:solidFill>
            <a:schemeClr val="accent1"/>
          </a:solidFill>
        </p:grpSpPr>
        <p:sp>
          <p:nvSpPr>
            <p:cNvPr id="120" name="îśliďe">
              <a:extLst>
                <a:ext uri="{FF2B5EF4-FFF2-40B4-BE49-F238E27FC236}">
                  <a16:creationId xmlns:a16="http://schemas.microsoft.com/office/drawing/2014/main" id="{4964739B-F193-4C9B-9600-A6BB32703660}"/>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1" name="íšḻíḍé">
              <a:extLst>
                <a:ext uri="{FF2B5EF4-FFF2-40B4-BE49-F238E27FC236}">
                  <a16:creationId xmlns:a16="http://schemas.microsoft.com/office/drawing/2014/main" id="{05F18555-B9F4-4238-B849-F4ACE5A3C877}"/>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AA558284-346E-499C-B4D2-013EA57A53D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A9668D34-6F9C-40AF-BD4E-0B221468C698}"/>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D6E56324-F00A-470C-BC5C-8EED22547343}"/>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5" name="ïṡļïdè">
              <a:extLst>
                <a:ext uri="{FF2B5EF4-FFF2-40B4-BE49-F238E27FC236}">
                  <a16:creationId xmlns:a16="http://schemas.microsoft.com/office/drawing/2014/main" id="{F6414755-474B-4557-BEBE-B01CBF06F838}"/>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6" name="íŝḻíḓê">
              <a:extLst>
                <a:ext uri="{FF2B5EF4-FFF2-40B4-BE49-F238E27FC236}">
                  <a16:creationId xmlns:a16="http://schemas.microsoft.com/office/drawing/2014/main" id="{2CFE885F-1278-4915-B764-4876D079105F}"/>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7" name="isľîḑê">
              <a:extLst>
                <a:ext uri="{FF2B5EF4-FFF2-40B4-BE49-F238E27FC236}">
                  <a16:creationId xmlns:a16="http://schemas.microsoft.com/office/drawing/2014/main" id="{DFC7FD85-FA4D-4D1C-8647-E1BA23B9F026}"/>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705938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119" name="文本框 118">
            <a:extLst>
              <a:ext uri="{FF2B5EF4-FFF2-40B4-BE49-F238E27FC236}">
                <a16:creationId xmlns:a16="http://schemas.microsoft.com/office/drawing/2014/main" id="{B3C25A68-AD4D-4079-835C-08450F3BB764}"/>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287" name="椭圆 286">
            <a:extLst>
              <a:ext uri="{FF2B5EF4-FFF2-40B4-BE49-F238E27FC236}">
                <a16:creationId xmlns:a16="http://schemas.microsoft.com/office/drawing/2014/main" id="{C99B26D8-2643-44DC-B5E7-FAFF3847668B}"/>
              </a:ext>
            </a:extLst>
          </p:cNvPr>
          <p:cNvSpPr/>
          <p:nvPr userDrawn="1"/>
        </p:nvSpPr>
        <p:spPr>
          <a:xfrm>
            <a:off x="314691" y="151816"/>
            <a:ext cx="654470" cy="65447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占位符 163">
            <a:extLst>
              <a:ext uri="{FF2B5EF4-FFF2-40B4-BE49-F238E27FC236}">
                <a16:creationId xmlns:a16="http://schemas.microsoft.com/office/drawing/2014/main" id="{FB1CF7D9-3AF3-4B69-93BC-184D5C1A583E}"/>
              </a:ext>
            </a:extLst>
          </p:cNvPr>
          <p:cNvSpPr>
            <a:spLocks noGrp="1"/>
          </p:cNvSpPr>
          <p:nvPr userDrawn="1">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cxnSp>
        <p:nvCxnSpPr>
          <p:cNvPr id="123" name="直接连接符 122">
            <a:extLst>
              <a:ext uri="{FF2B5EF4-FFF2-40B4-BE49-F238E27FC236}">
                <a16:creationId xmlns:a16="http://schemas.microsoft.com/office/drawing/2014/main" id="{DF36D376-C633-4FC3-A794-52336E7CD063}"/>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275" name="组合 274">
            <a:extLst>
              <a:ext uri="{FF2B5EF4-FFF2-40B4-BE49-F238E27FC236}">
                <a16:creationId xmlns:a16="http://schemas.microsoft.com/office/drawing/2014/main" id="{8C880A74-95D2-486E-88F0-7B63631B9516}"/>
              </a:ext>
            </a:extLst>
          </p:cNvPr>
          <p:cNvGrpSpPr/>
          <p:nvPr userDrawn="1"/>
        </p:nvGrpSpPr>
        <p:grpSpPr>
          <a:xfrm>
            <a:off x="10672870" y="250062"/>
            <a:ext cx="913766" cy="457978"/>
            <a:chOff x="1585727" y="453077"/>
            <a:chExt cx="374706" cy="187802"/>
          </a:xfrm>
          <a:solidFill>
            <a:schemeClr val="accent1"/>
          </a:solidFill>
        </p:grpSpPr>
        <p:sp>
          <p:nvSpPr>
            <p:cNvPr id="276" name="îśliďe">
              <a:extLst>
                <a:ext uri="{FF2B5EF4-FFF2-40B4-BE49-F238E27FC236}">
                  <a16:creationId xmlns:a16="http://schemas.microsoft.com/office/drawing/2014/main" id="{ED2BDFF9-0084-4885-A9E5-43AF06C0D73D}"/>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277" name="íšḻíḍé">
              <a:extLst>
                <a:ext uri="{FF2B5EF4-FFF2-40B4-BE49-F238E27FC236}">
                  <a16:creationId xmlns:a16="http://schemas.microsoft.com/office/drawing/2014/main" id="{C0A46737-19ED-48C8-829E-E3901C0E3DA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278" name="ïṥḻïḓé">
              <a:extLst>
                <a:ext uri="{FF2B5EF4-FFF2-40B4-BE49-F238E27FC236}">
                  <a16:creationId xmlns:a16="http://schemas.microsoft.com/office/drawing/2014/main" id="{1E4D9741-32E1-4390-BDFD-369B5E5B8EF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279" name="î$ḷíḋè">
              <a:extLst>
                <a:ext uri="{FF2B5EF4-FFF2-40B4-BE49-F238E27FC236}">
                  <a16:creationId xmlns:a16="http://schemas.microsoft.com/office/drawing/2014/main" id="{1A3E3C42-5720-4C54-BE49-541615956810}"/>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80" name="i$ḷiḍe">
              <a:extLst>
                <a:ext uri="{FF2B5EF4-FFF2-40B4-BE49-F238E27FC236}">
                  <a16:creationId xmlns:a16="http://schemas.microsoft.com/office/drawing/2014/main" id="{C73BBF15-75A1-48DB-B8E8-928413E7220A}"/>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81" name="ïṡļïdè">
              <a:extLst>
                <a:ext uri="{FF2B5EF4-FFF2-40B4-BE49-F238E27FC236}">
                  <a16:creationId xmlns:a16="http://schemas.microsoft.com/office/drawing/2014/main" id="{FC002ACE-A1AF-43FA-BE5A-52DB0A175F95}"/>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82" name="íŝḻíḓê">
              <a:extLst>
                <a:ext uri="{FF2B5EF4-FFF2-40B4-BE49-F238E27FC236}">
                  <a16:creationId xmlns:a16="http://schemas.microsoft.com/office/drawing/2014/main" id="{7E83EF4E-8255-4A54-919D-96F33CDE0EE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83" name="isľîḑê">
              <a:extLst>
                <a:ext uri="{FF2B5EF4-FFF2-40B4-BE49-F238E27FC236}">
                  <a16:creationId xmlns:a16="http://schemas.microsoft.com/office/drawing/2014/main" id="{FBCD47E7-AD51-4747-B593-899B4A61EF97}"/>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 name="页脚占位符 2"/>
          <p:cNvSpPr>
            <a:spLocks noGrp="1"/>
          </p:cNvSpPr>
          <p:nvPr>
            <p:ph type="ftr" sz="quarter" idx="13"/>
          </p:nvPr>
        </p:nvSpPr>
        <p:spPr/>
        <p:txBody>
          <a:bodyPr/>
          <a:lstStyle/>
          <a:p>
            <a:endParaRPr lang="zh-CN" altLang="en-US"/>
          </a:p>
        </p:txBody>
      </p:sp>
      <p:sp>
        <p:nvSpPr>
          <p:cNvPr id="4" name="灯片编号占位符 3"/>
          <p:cNvSpPr>
            <a:spLocks noGrp="1"/>
          </p:cNvSpPr>
          <p:nvPr>
            <p:ph type="sldNum" sz="quarter" idx="14"/>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415230152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1">
    <p:bg>
      <p:bgPr>
        <a:solidFill>
          <a:schemeClr val="bg1">
            <a:lumMod val="95000"/>
          </a:schemeClr>
        </a:solidFill>
        <a:effectLst/>
      </p:bgPr>
    </p:bg>
    <p:spTree>
      <p:nvGrpSpPr>
        <p:cNvPr id="1" name=""/>
        <p:cNvGrpSpPr/>
        <p:nvPr/>
      </p:nvGrpSpPr>
      <p:grpSpPr>
        <a:xfrm>
          <a:off x="0" y="0"/>
          <a:ext cx="0" cy="0"/>
          <a:chOff x="0" y="0"/>
          <a:chExt cx="0" cy="0"/>
        </a:xfrm>
      </p:grpSpPr>
      <p:grpSp>
        <p:nvGrpSpPr>
          <p:cNvPr id="118" name="组合 117">
            <a:extLst>
              <a:ext uri="{FF2B5EF4-FFF2-40B4-BE49-F238E27FC236}">
                <a16:creationId xmlns:a16="http://schemas.microsoft.com/office/drawing/2014/main" id="{1E2418E3-90AE-43BF-A10B-BC189BDF46B0}"/>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19" name="îśliďe">
              <a:extLst>
                <a:ext uri="{FF2B5EF4-FFF2-40B4-BE49-F238E27FC236}">
                  <a16:creationId xmlns:a16="http://schemas.microsoft.com/office/drawing/2014/main" id="{2B892EE9-FFDB-4643-8C0F-5D2686CABC2B}"/>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0" name="íšḻíḍé">
              <a:extLst>
                <a:ext uri="{FF2B5EF4-FFF2-40B4-BE49-F238E27FC236}">
                  <a16:creationId xmlns:a16="http://schemas.microsoft.com/office/drawing/2014/main" id="{ED1526E3-7677-47B3-AFE6-0B33E4FA531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3" name="ïṥḻïḓé">
              <a:extLst>
                <a:ext uri="{FF2B5EF4-FFF2-40B4-BE49-F238E27FC236}">
                  <a16:creationId xmlns:a16="http://schemas.microsoft.com/office/drawing/2014/main" id="{0153E713-418B-4DD8-AE62-D7AE022CE87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7" name="î$ḷíḋè">
              <a:extLst>
                <a:ext uri="{FF2B5EF4-FFF2-40B4-BE49-F238E27FC236}">
                  <a16:creationId xmlns:a16="http://schemas.microsoft.com/office/drawing/2014/main" id="{288F63C9-7866-4AD6-9D20-761FB6A3BA4C}"/>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8" name="i$ḷiḍe">
              <a:extLst>
                <a:ext uri="{FF2B5EF4-FFF2-40B4-BE49-F238E27FC236}">
                  <a16:creationId xmlns:a16="http://schemas.microsoft.com/office/drawing/2014/main" id="{CBDD266E-B9E3-4518-BC06-663B8A4B14C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9" name="ïṡļïdè">
              <a:extLst>
                <a:ext uri="{FF2B5EF4-FFF2-40B4-BE49-F238E27FC236}">
                  <a16:creationId xmlns:a16="http://schemas.microsoft.com/office/drawing/2014/main" id="{62FDF345-2740-4D18-B201-90270DDE14EC}"/>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30" name="íŝḻíḓê">
              <a:extLst>
                <a:ext uri="{FF2B5EF4-FFF2-40B4-BE49-F238E27FC236}">
                  <a16:creationId xmlns:a16="http://schemas.microsoft.com/office/drawing/2014/main" id="{723C742F-60A0-419C-B5CD-C8AE454EAB73}"/>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31" name="isľîḑê">
              <a:extLst>
                <a:ext uri="{FF2B5EF4-FFF2-40B4-BE49-F238E27FC236}">
                  <a16:creationId xmlns:a16="http://schemas.microsoft.com/office/drawing/2014/main" id="{E7B53164-D3F8-4014-8C1D-7732CF1FB06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21" name="图片占位符 120">
            <a:extLst>
              <a:ext uri="{FF2B5EF4-FFF2-40B4-BE49-F238E27FC236}">
                <a16:creationId xmlns:a16="http://schemas.microsoft.com/office/drawing/2014/main" id="{323C6BF8-77A1-41DC-9ACD-C1502733FEE3}"/>
              </a:ext>
            </a:extLst>
          </p:cNvPr>
          <p:cNvSpPr>
            <a:spLocks noGrp="1"/>
          </p:cNvSpPr>
          <p:nvPr>
            <p:ph type="pic" sz="quarter" idx="11"/>
          </p:nvPr>
        </p:nvSpPr>
        <p:spPr>
          <a:xfrm>
            <a:off x="5070600" y="1278508"/>
            <a:ext cx="2050802" cy="2050802"/>
          </a:xfrm>
          <a:custGeom>
            <a:avLst/>
            <a:gdLst>
              <a:gd name="connsiteX0" fmla="*/ 1240971 w 2481942"/>
              <a:gd name="connsiteY0" fmla="*/ 0 h 2481942"/>
              <a:gd name="connsiteX1" fmla="*/ 2481942 w 2481942"/>
              <a:gd name="connsiteY1" fmla="*/ 1240971 h 2481942"/>
              <a:gd name="connsiteX2" fmla="*/ 1240971 w 2481942"/>
              <a:gd name="connsiteY2" fmla="*/ 2481942 h 2481942"/>
              <a:gd name="connsiteX3" fmla="*/ 0 w 2481942"/>
              <a:gd name="connsiteY3" fmla="*/ 1240971 h 2481942"/>
              <a:gd name="connsiteX4" fmla="*/ 1240971 w 2481942"/>
              <a:gd name="connsiteY4" fmla="*/ 0 h 2481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1942" h="2481942">
                <a:moveTo>
                  <a:pt x="1240971" y="0"/>
                </a:moveTo>
                <a:cubicBezTo>
                  <a:pt x="1926340" y="0"/>
                  <a:pt x="2481942" y="555602"/>
                  <a:pt x="2481942" y="1240971"/>
                </a:cubicBezTo>
                <a:cubicBezTo>
                  <a:pt x="2481942" y="1926340"/>
                  <a:pt x="1926340" y="2481942"/>
                  <a:pt x="1240971" y="2481942"/>
                </a:cubicBezTo>
                <a:cubicBezTo>
                  <a:pt x="555602" y="2481942"/>
                  <a:pt x="0" y="1926340"/>
                  <a:pt x="0" y="1240971"/>
                </a:cubicBezTo>
                <a:cubicBezTo>
                  <a:pt x="0" y="555602"/>
                  <a:pt x="555602" y="0"/>
                  <a:pt x="1240971" y="0"/>
                </a:cubicBezTo>
                <a:close/>
              </a:path>
            </a:pathLst>
          </a:custGeom>
        </p:spPr>
        <p:txBody>
          <a:bodyPr wrap="square">
            <a:noAutofit/>
          </a:bodyPr>
          <a:lstStyle/>
          <a:p>
            <a:endParaRPr lang="zh-CN" altLang="en-US"/>
          </a:p>
        </p:txBody>
      </p:sp>
      <p:pic>
        <p:nvPicPr>
          <p:cNvPr id="8" name="图片 7">
            <a:extLst>
              <a:ext uri="{FF2B5EF4-FFF2-40B4-BE49-F238E27FC236}">
                <a16:creationId xmlns:a16="http://schemas.microsoft.com/office/drawing/2014/main" id="{07616EA2-0DF6-48C4-BD32-48464B28726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47" name="文本框 346">
            <a:extLst>
              <a:ext uri="{FF2B5EF4-FFF2-40B4-BE49-F238E27FC236}">
                <a16:creationId xmlns:a16="http://schemas.microsoft.com/office/drawing/2014/main" id="{A2ECFAA8-206F-4AA0-8305-C520C5D1DE5A}"/>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51" name="直接连接符 350">
            <a:extLst>
              <a:ext uri="{FF2B5EF4-FFF2-40B4-BE49-F238E27FC236}">
                <a16:creationId xmlns:a16="http://schemas.microsoft.com/office/drawing/2014/main" id="{02D58E79-F76E-45E1-B421-D8CC974C829B}"/>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52" name="组合 351">
            <a:extLst>
              <a:ext uri="{FF2B5EF4-FFF2-40B4-BE49-F238E27FC236}">
                <a16:creationId xmlns:a16="http://schemas.microsoft.com/office/drawing/2014/main" id="{E19E2B6D-A785-47BD-B862-B06670927FD3}"/>
              </a:ext>
            </a:extLst>
          </p:cNvPr>
          <p:cNvGrpSpPr/>
          <p:nvPr userDrawn="1"/>
        </p:nvGrpSpPr>
        <p:grpSpPr>
          <a:xfrm>
            <a:off x="10672870" y="250062"/>
            <a:ext cx="913766" cy="457978"/>
            <a:chOff x="1585727" y="453077"/>
            <a:chExt cx="374706" cy="187802"/>
          </a:xfrm>
          <a:solidFill>
            <a:schemeClr val="accent1"/>
          </a:solidFill>
        </p:grpSpPr>
        <p:sp>
          <p:nvSpPr>
            <p:cNvPr id="353" name="îśliďe">
              <a:extLst>
                <a:ext uri="{FF2B5EF4-FFF2-40B4-BE49-F238E27FC236}">
                  <a16:creationId xmlns:a16="http://schemas.microsoft.com/office/drawing/2014/main" id="{CEF25128-4655-449E-B316-1856E167699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54" name="íšḻíḍé">
              <a:extLst>
                <a:ext uri="{FF2B5EF4-FFF2-40B4-BE49-F238E27FC236}">
                  <a16:creationId xmlns:a16="http://schemas.microsoft.com/office/drawing/2014/main" id="{00B9D041-DE30-4BD5-A2AA-909BD82110A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55" name="ïṥḻïḓé">
              <a:extLst>
                <a:ext uri="{FF2B5EF4-FFF2-40B4-BE49-F238E27FC236}">
                  <a16:creationId xmlns:a16="http://schemas.microsoft.com/office/drawing/2014/main" id="{4BE6B472-4374-4E6A-BBC0-4C63900A6682}"/>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6" name="î$ḷíḋè">
              <a:extLst>
                <a:ext uri="{FF2B5EF4-FFF2-40B4-BE49-F238E27FC236}">
                  <a16:creationId xmlns:a16="http://schemas.microsoft.com/office/drawing/2014/main" id="{43559C2C-DC59-40F2-805D-5292ADB6B75E}"/>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7" name="i$ḷiḍe">
              <a:extLst>
                <a:ext uri="{FF2B5EF4-FFF2-40B4-BE49-F238E27FC236}">
                  <a16:creationId xmlns:a16="http://schemas.microsoft.com/office/drawing/2014/main" id="{F9F4FA1C-6CAA-4B98-8608-D2F9F924C671}"/>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8" name="ïṡļïdè">
              <a:extLst>
                <a:ext uri="{FF2B5EF4-FFF2-40B4-BE49-F238E27FC236}">
                  <a16:creationId xmlns:a16="http://schemas.microsoft.com/office/drawing/2014/main" id="{A08104C8-DA98-4A93-B610-97649A3C6EB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9" name="íŝḻíḓê">
              <a:extLst>
                <a:ext uri="{FF2B5EF4-FFF2-40B4-BE49-F238E27FC236}">
                  <a16:creationId xmlns:a16="http://schemas.microsoft.com/office/drawing/2014/main" id="{01220153-D429-47C5-9403-E793067CEE64}"/>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0" name="isľîḑê">
              <a:extLst>
                <a:ext uri="{FF2B5EF4-FFF2-40B4-BE49-F238E27FC236}">
                  <a16:creationId xmlns:a16="http://schemas.microsoft.com/office/drawing/2014/main" id="{D3B54AD9-D8BE-4C26-A0B9-909F8FD29A6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61" name="椭圆 360">
            <a:extLst>
              <a:ext uri="{FF2B5EF4-FFF2-40B4-BE49-F238E27FC236}">
                <a16:creationId xmlns:a16="http://schemas.microsoft.com/office/drawing/2014/main" id="{84C3B27C-731D-42A4-9ACD-CF5037CBAF87}"/>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2" name="文本占位符 163">
            <a:extLst>
              <a:ext uri="{FF2B5EF4-FFF2-40B4-BE49-F238E27FC236}">
                <a16:creationId xmlns:a16="http://schemas.microsoft.com/office/drawing/2014/main" id="{8BD139AB-6E69-4566-87E7-FB93889149AE}"/>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3"/>
          </p:nvPr>
        </p:nvSpPr>
        <p:spPr/>
        <p:txBody>
          <a:bodyPr/>
          <a:lstStyle/>
          <a:p>
            <a:endParaRPr lang="zh-CN" altLang="en-US" dirty="0"/>
          </a:p>
        </p:txBody>
      </p:sp>
      <p:sp>
        <p:nvSpPr>
          <p:cNvPr id="3" name="灯片编号占位符 2"/>
          <p:cNvSpPr>
            <a:spLocks noGrp="1"/>
          </p:cNvSpPr>
          <p:nvPr>
            <p:ph type="sldNum" sz="quarter" idx="14"/>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785324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2">
    <p:bg>
      <p:bgPr>
        <a:solidFill>
          <a:schemeClr val="bg1">
            <a:lumMod val="95000"/>
          </a:schemeClr>
        </a:solidFill>
        <a:effectLst/>
      </p:bgPr>
    </p:bg>
    <p:spTree>
      <p:nvGrpSpPr>
        <p:cNvPr id="1" name=""/>
        <p:cNvGrpSpPr/>
        <p:nvPr/>
      </p:nvGrpSpPr>
      <p:grpSpPr>
        <a:xfrm>
          <a:off x="0" y="0"/>
          <a:ext cx="0" cy="0"/>
          <a:chOff x="0" y="0"/>
          <a:chExt cx="0" cy="0"/>
        </a:xfrm>
      </p:grpSpPr>
      <p:grpSp>
        <p:nvGrpSpPr>
          <p:cNvPr id="137" name="组合 136">
            <a:extLst>
              <a:ext uri="{FF2B5EF4-FFF2-40B4-BE49-F238E27FC236}">
                <a16:creationId xmlns:a16="http://schemas.microsoft.com/office/drawing/2014/main" id="{E991BD3E-67BB-4829-85E7-D6E9E18878D3}"/>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38" name="îśliďe">
              <a:extLst>
                <a:ext uri="{FF2B5EF4-FFF2-40B4-BE49-F238E27FC236}">
                  <a16:creationId xmlns:a16="http://schemas.microsoft.com/office/drawing/2014/main" id="{737BB387-BCB1-49C0-97EF-03674D646E4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39" name="íšḻíḍé">
              <a:extLst>
                <a:ext uri="{FF2B5EF4-FFF2-40B4-BE49-F238E27FC236}">
                  <a16:creationId xmlns:a16="http://schemas.microsoft.com/office/drawing/2014/main" id="{BFAB35F3-DFAD-485F-BCEB-B28F03C0B2EE}"/>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40" name="ïṥḻïḓé">
              <a:extLst>
                <a:ext uri="{FF2B5EF4-FFF2-40B4-BE49-F238E27FC236}">
                  <a16:creationId xmlns:a16="http://schemas.microsoft.com/office/drawing/2014/main" id="{C2F31780-1775-4B04-B1F4-F7DB6DF2D17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41" name="î$ḷíḋè">
              <a:extLst>
                <a:ext uri="{FF2B5EF4-FFF2-40B4-BE49-F238E27FC236}">
                  <a16:creationId xmlns:a16="http://schemas.microsoft.com/office/drawing/2014/main" id="{71040F92-8B4A-4B45-91C5-B94081BBE57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42" name="i$ḷiḍe">
              <a:extLst>
                <a:ext uri="{FF2B5EF4-FFF2-40B4-BE49-F238E27FC236}">
                  <a16:creationId xmlns:a16="http://schemas.microsoft.com/office/drawing/2014/main" id="{A005456B-4FDB-400A-BA47-463A5D2AFB8B}"/>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43" name="ïṡļïdè">
              <a:extLst>
                <a:ext uri="{FF2B5EF4-FFF2-40B4-BE49-F238E27FC236}">
                  <a16:creationId xmlns:a16="http://schemas.microsoft.com/office/drawing/2014/main" id="{7D10F0F7-9170-41F7-8F68-A9CC630A3A9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44" name="íŝḻíḓê">
              <a:extLst>
                <a:ext uri="{FF2B5EF4-FFF2-40B4-BE49-F238E27FC236}">
                  <a16:creationId xmlns:a16="http://schemas.microsoft.com/office/drawing/2014/main" id="{3B105AC1-55B9-493F-B03A-BA92FFC40402}"/>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45" name="isľîḑê">
              <a:extLst>
                <a:ext uri="{FF2B5EF4-FFF2-40B4-BE49-F238E27FC236}">
                  <a16:creationId xmlns:a16="http://schemas.microsoft.com/office/drawing/2014/main" id="{D7D61FD1-E278-4E21-A675-134CADBBA897}"/>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07616EA2-0DF6-48C4-BD32-48464B28726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7" name="图片占位符 126">
            <a:extLst>
              <a:ext uri="{FF2B5EF4-FFF2-40B4-BE49-F238E27FC236}">
                <a16:creationId xmlns:a16="http://schemas.microsoft.com/office/drawing/2014/main" id="{45FCB2FD-380A-4453-A606-806502470DD0}"/>
              </a:ext>
            </a:extLst>
          </p:cNvPr>
          <p:cNvSpPr>
            <a:spLocks noGrp="1"/>
          </p:cNvSpPr>
          <p:nvPr>
            <p:ph type="pic" sz="quarter" idx="11"/>
          </p:nvPr>
        </p:nvSpPr>
        <p:spPr>
          <a:xfrm>
            <a:off x="1313730"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129" name="图片占位符 128">
            <a:extLst>
              <a:ext uri="{FF2B5EF4-FFF2-40B4-BE49-F238E27FC236}">
                <a16:creationId xmlns:a16="http://schemas.microsoft.com/office/drawing/2014/main" id="{56ED064B-0301-455B-A676-B845AA0A773F}"/>
              </a:ext>
            </a:extLst>
          </p:cNvPr>
          <p:cNvSpPr>
            <a:spLocks noGrp="1"/>
          </p:cNvSpPr>
          <p:nvPr>
            <p:ph type="pic" sz="quarter" idx="12"/>
          </p:nvPr>
        </p:nvSpPr>
        <p:spPr>
          <a:xfrm>
            <a:off x="4083980"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131" name="图片占位符 130">
            <a:extLst>
              <a:ext uri="{FF2B5EF4-FFF2-40B4-BE49-F238E27FC236}">
                <a16:creationId xmlns:a16="http://schemas.microsoft.com/office/drawing/2014/main" id="{0F2B9BCD-C13B-453B-BE58-277931F29C9F}"/>
              </a:ext>
            </a:extLst>
          </p:cNvPr>
          <p:cNvSpPr>
            <a:spLocks noGrp="1"/>
          </p:cNvSpPr>
          <p:nvPr>
            <p:ph type="pic" sz="quarter" idx="13"/>
          </p:nvPr>
        </p:nvSpPr>
        <p:spPr>
          <a:xfrm>
            <a:off x="6858564"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133" name="图片占位符 132">
            <a:extLst>
              <a:ext uri="{FF2B5EF4-FFF2-40B4-BE49-F238E27FC236}">
                <a16:creationId xmlns:a16="http://schemas.microsoft.com/office/drawing/2014/main" id="{6B2C8993-ACCE-4097-97E0-B6CE061E1459}"/>
              </a:ext>
            </a:extLst>
          </p:cNvPr>
          <p:cNvSpPr>
            <a:spLocks noGrp="1"/>
          </p:cNvSpPr>
          <p:nvPr>
            <p:ph type="pic" sz="quarter" idx="14"/>
          </p:nvPr>
        </p:nvSpPr>
        <p:spPr>
          <a:xfrm>
            <a:off x="9628315" y="1631595"/>
            <a:ext cx="1238478" cy="1238478"/>
          </a:xfrm>
          <a:custGeom>
            <a:avLst/>
            <a:gdLst>
              <a:gd name="connsiteX0" fmla="*/ 619239 w 1238478"/>
              <a:gd name="connsiteY0" fmla="*/ 0 h 1238478"/>
              <a:gd name="connsiteX1" fmla="*/ 1238478 w 1238478"/>
              <a:gd name="connsiteY1" fmla="*/ 619239 h 1238478"/>
              <a:gd name="connsiteX2" fmla="*/ 619239 w 1238478"/>
              <a:gd name="connsiteY2" fmla="*/ 1238478 h 1238478"/>
              <a:gd name="connsiteX3" fmla="*/ 0 w 1238478"/>
              <a:gd name="connsiteY3" fmla="*/ 619239 h 1238478"/>
              <a:gd name="connsiteX4" fmla="*/ 619239 w 1238478"/>
              <a:gd name="connsiteY4" fmla="*/ 0 h 1238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8478" h="1238478">
                <a:moveTo>
                  <a:pt x="619239" y="0"/>
                </a:moveTo>
                <a:cubicBezTo>
                  <a:pt x="961235" y="0"/>
                  <a:pt x="1238478" y="277243"/>
                  <a:pt x="1238478" y="619239"/>
                </a:cubicBezTo>
                <a:cubicBezTo>
                  <a:pt x="1238478" y="961235"/>
                  <a:pt x="961235" y="1238478"/>
                  <a:pt x="619239" y="1238478"/>
                </a:cubicBezTo>
                <a:cubicBezTo>
                  <a:pt x="277243" y="1238478"/>
                  <a:pt x="0" y="961235"/>
                  <a:pt x="0" y="619239"/>
                </a:cubicBezTo>
                <a:cubicBezTo>
                  <a:pt x="0" y="277243"/>
                  <a:pt x="277243" y="0"/>
                  <a:pt x="619239" y="0"/>
                </a:cubicBezTo>
                <a:close/>
              </a:path>
            </a:pathLst>
          </a:custGeom>
        </p:spPr>
        <p:txBody>
          <a:bodyPr wrap="square">
            <a:noAutofit/>
          </a:bodyPr>
          <a:lstStyle/>
          <a:p>
            <a:endParaRPr lang="zh-CN" altLang="en-US"/>
          </a:p>
        </p:txBody>
      </p:sp>
      <p:sp>
        <p:nvSpPr>
          <p:cNvPr id="358" name="文本框 357">
            <a:extLst>
              <a:ext uri="{FF2B5EF4-FFF2-40B4-BE49-F238E27FC236}">
                <a16:creationId xmlns:a16="http://schemas.microsoft.com/office/drawing/2014/main" id="{079ED008-DC4F-4C7D-9796-09E7AFCA0780}"/>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62" name="直接连接符 361">
            <a:extLst>
              <a:ext uri="{FF2B5EF4-FFF2-40B4-BE49-F238E27FC236}">
                <a16:creationId xmlns:a16="http://schemas.microsoft.com/office/drawing/2014/main" id="{6344B003-5E03-4834-8E61-65F88EBC5A33}"/>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63" name="组合 362">
            <a:extLst>
              <a:ext uri="{FF2B5EF4-FFF2-40B4-BE49-F238E27FC236}">
                <a16:creationId xmlns:a16="http://schemas.microsoft.com/office/drawing/2014/main" id="{AE612BE4-594F-4645-AB1C-1128F5BA5E69}"/>
              </a:ext>
            </a:extLst>
          </p:cNvPr>
          <p:cNvGrpSpPr/>
          <p:nvPr userDrawn="1"/>
        </p:nvGrpSpPr>
        <p:grpSpPr>
          <a:xfrm>
            <a:off x="10672870" y="250062"/>
            <a:ext cx="913766" cy="457978"/>
            <a:chOff x="1585727" y="453077"/>
            <a:chExt cx="374706" cy="187802"/>
          </a:xfrm>
          <a:solidFill>
            <a:schemeClr val="accent1"/>
          </a:solidFill>
        </p:grpSpPr>
        <p:sp>
          <p:nvSpPr>
            <p:cNvPr id="364" name="îśliďe">
              <a:extLst>
                <a:ext uri="{FF2B5EF4-FFF2-40B4-BE49-F238E27FC236}">
                  <a16:creationId xmlns:a16="http://schemas.microsoft.com/office/drawing/2014/main" id="{BAFAC900-28FD-49D5-91B4-EA2D4B74851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65" name="íšḻíḍé">
              <a:extLst>
                <a:ext uri="{FF2B5EF4-FFF2-40B4-BE49-F238E27FC236}">
                  <a16:creationId xmlns:a16="http://schemas.microsoft.com/office/drawing/2014/main" id="{6FEC6858-D1AA-427F-99AC-20F2A1F8614E}"/>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66" name="ïṥḻïḓé">
              <a:extLst>
                <a:ext uri="{FF2B5EF4-FFF2-40B4-BE49-F238E27FC236}">
                  <a16:creationId xmlns:a16="http://schemas.microsoft.com/office/drawing/2014/main" id="{B11DEFCA-A765-4E3F-8AC6-B95A43D952F7}"/>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67" name="î$ḷíḋè">
              <a:extLst>
                <a:ext uri="{FF2B5EF4-FFF2-40B4-BE49-F238E27FC236}">
                  <a16:creationId xmlns:a16="http://schemas.microsoft.com/office/drawing/2014/main" id="{77812D85-3783-4980-AA02-560C67B8C9A6}"/>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68" name="i$ḷiḍe">
              <a:extLst>
                <a:ext uri="{FF2B5EF4-FFF2-40B4-BE49-F238E27FC236}">
                  <a16:creationId xmlns:a16="http://schemas.microsoft.com/office/drawing/2014/main" id="{40259058-070C-4556-A23E-9089D814C523}"/>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69" name="ïṡļïdè">
              <a:extLst>
                <a:ext uri="{FF2B5EF4-FFF2-40B4-BE49-F238E27FC236}">
                  <a16:creationId xmlns:a16="http://schemas.microsoft.com/office/drawing/2014/main" id="{FA6C4463-F474-490F-8F47-D496A78224BD}"/>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0" name="íŝḻíḓê">
              <a:extLst>
                <a:ext uri="{FF2B5EF4-FFF2-40B4-BE49-F238E27FC236}">
                  <a16:creationId xmlns:a16="http://schemas.microsoft.com/office/drawing/2014/main" id="{36EF2C54-31E1-4E62-A4F3-453696019340}"/>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71" name="isľîḑê">
              <a:extLst>
                <a:ext uri="{FF2B5EF4-FFF2-40B4-BE49-F238E27FC236}">
                  <a16:creationId xmlns:a16="http://schemas.microsoft.com/office/drawing/2014/main" id="{9085F1FB-EB5A-4465-941C-DF795C2CE4D8}"/>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2" name="椭圆 371">
            <a:extLst>
              <a:ext uri="{FF2B5EF4-FFF2-40B4-BE49-F238E27FC236}">
                <a16:creationId xmlns:a16="http://schemas.microsoft.com/office/drawing/2014/main" id="{4E58E19E-CAFB-4CB1-8EC8-D3C20D51C869}"/>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3" name="文本占位符 163">
            <a:extLst>
              <a:ext uri="{FF2B5EF4-FFF2-40B4-BE49-F238E27FC236}">
                <a16:creationId xmlns:a16="http://schemas.microsoft.com/office/drawing/2014/main" id="{157A7B50-0552-4F91-943F-E1E8ADC2BBD9}"/>
              </a:ext>
            </a:extLst>
          </p:cNvPr>
          <p:cNvSpPr>
            <a:spLocks noGrp="1"/>
          </p:cNvSpPr>
          <p:nvPr>
            <p:ph type="body" sz="quarter" idx="15"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6"/>
          </p:nvPr>
        </p:nvSpPr>
        <p:spPr/>
        <p:txBody>
          <a:bodyPr/>
          <a:lstStyle/>
          <a:p>
            <a:endParaRPr lang="zh-CN" altLang="en-US"/>
          </a:p>
        </p:txBody>
      </p:sp>
      <p:sp>
        <p:nvSpPr>
          <p:cNvPr id="3" name="灯片编号占位符 2"/>
          <p:cNvSpPr>
            <a:spLocks noGrp="1"/>
          </p:cNvSpPr>
          <p:nvPr>
            <p:ph type="sldNum" sz="quarter" idx="17"/>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4049669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3">
    <p:bg>
      <p:bgPr>
        <a:solidFill>
          <a:schemeClr val="bg1">
            <a:lumMod val="95000"/>
          </a:schemeClr>
        </a:solidFill>
        <a:effectLst/>
      </p:bgPr>
    </p:bg>
    <p:spTree>
      <p:nvGrpSpPr>
        <p:cNvPr id="1" name=""/>
        <p:cNvGrpSpPr/>
        <p:nvPr/>
      </p:nvGrpSpPr>
      <p:grpSpPr>
        <a:xfrm>
          <a:off x="0" y="0"/>
          <a:ext cx="0" cy="0"/>
          <a:chOff x="0" y="0"/>
          <a:chExt cx="0" cy="0"/>
        </a:xfrm>
      </p:grpSpPr>
      <p:grpSp>
        <p:nvGrpSpPr>
          <p:cNvPr id="120" name="组合 119">
            <a:extLst>
              <a:ext uri="{FF2B5EF4-FFF2-40B4-BE49-F238E27FC236}">
                <a16:creationId xmlns:a16="http://schemas.microsoft.com/office/drawing/2014/main" id="{82238C21-E96A-4553-ABA3-2482620CAEE7}"/>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4" name="îśliďe">
              <a:extLst>
                <a:ext uri="{FF2B5EF4-FFF2-40B4-BE49-F238E27FC236}">
                  <a16:creationId xmlns:a16="http://schemas.microsoft.com/office/drawing/2014/main" id="{A19E78AA-9F2F-4B79-BE29-A38A8512C30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5" name="íšḻíḍé">
              <a:extLst>
                <a:ext uri="{FF2B5EF4-FFF2-40B4-BE49-F238E27FC236}">
                  <a16:creationId xmlns:a16="http://schemas.microsoft.com/office/drawing/2014/main" id="{84ECC6F3-7F0D-4B36-BDC1-BAE24FE3D09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6" name="ïṥḻïḓé">
              <a:extLst>
                <a:ext uri="{FF2B5EF4-FFF2-40B4-BE49-F238E27FC236}">
                  <a16:creationId xmlns:a16="http://schemas.microsoft.com/office/drawing/2014/main" id="{45BD53DA-0DB2-427C-862C-E110B667273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7" name="î$ḷíḋè">
              <a:extLst>
                <a:ext uri="{FF2B5EF4-FFF2-40B4-BE49-F238E27FC236}">
                  <a16:creationId xmlns:a16="http://schemas.microsoft.com/office/drawing/2014/main" id="{3446CA9F-999C-4B0C-B7C0-3C828B29476C}"/>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8" name="i$ḷiḍe">
              <a:extLst>
                <a:ext uri="{FF2B5EF4-FFF2-40B4-BE49-F238E27FC236}">
                  <a16:creationId xmlns:a16="http://schemas.microsoft.com/office/drawing/2014/main" id="{0C49A28C-B443-4282-9A8A-35338DA29607}"/>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9" name="ïṡļïdè">
              <a:extLst>
                <a:ext uri="{FF2B5EF4-FFF2-40B4-BE49-F238E27FC236}">
                  <a16:creationId xmlns:a16="http://schemas.microsoft.com/office/drawing/2014/main" id="{1115D4C6-8759-4198-855C-487F5335A9A0}"/>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30" name="íŝḻíḓê">
              <a:extLst>
                <a:ext uri="{FF2B5EF4-FFF2-40B4-BE49-F238E27FC236}">
                  <a16:creationId xmlns:a16="http://schemas.microsoft.com/office/drawing/2014/main" id="{6AD242C0-0E82-4B15-85F3-8E306279F58B}"/>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31" name="isľîḑê">
              <a:extLst>
                <a:ext uri="{FF2B5EF4-FFF2-40B4-BE49-F238E27FC236}">
                  <a16:creationId xmlns:a16="http://schemas.microsoft.com/office/drawing/2014/main" id="{33952AB9-16E1-4C6C-933C-1E88DA2EE95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48" name="图片占位符 247">
            <a:extLst>
              <a:ext uri="{FF2B5EF4-FFF2-40B4-BE49-F238E27FC236}">
                <a16:creationId xmlns:a16="http://schemas.microsoft.com/office/drawing/2014/main" id="{1B1C9393-CEC8-4FF7-AE63-5E307C9A0937}"/>
              </a:ext>
            </a:extLst>
          </p:cNvPr>
          <p:cNvSpPr>
            <a:spLocks noGrp="1"/>
          </p:cNvSpPr>
          <p:nvPr>
            <p:ph type="pic" sz="quarter" idx="17"/>
          </p:nvPr>
        </p:nvSpPr>
        <p:spPr>
          <a:xfrm>
            <a:off x="3708401" y="1386114"/>
            <a:ext cx="1364797" cy="4085772"/>
          </a:xfrm>
          <a:custGeom>
            <a:avLst/>
            <a:gdLst>
              <a:gd name="connsiteX0" fmla="*/ 0 w 1364797"/>
              <a:gd name="connsiteY0" fmla="*/ 0 h 4085772"/>
              <a:gd name="connsiteX1" fmla="*/ 1364797 w 1364797"/>
              <a:gd name="connsiteY1" fmla="*/ 0 h 4085772"/>
              <a:gd name="connsiteX2" fmla="*/ 1364797 w 1364797"/>
              <a:gd name="connsiteY2" fmla="*/ 4085772 h 4085772"/>
              <a:gd name="connsiteX3" fmla="*/ 0 w 1364797"/>
              <a:gd name="connsiteY3" fmla="*/ 4085772 h 4085772"/>
            </a:gdLst>
            <a:ahLst/>
            <a:cxnLst>
              <a:cxn ang="0">
                <a:pos x="connsiteX0" y="connsiteY0"/>
              </a:cxn>
              <a:cxn ang="0">
                <a:pos x="connsiteX1" y="connsiteY1"/>
              </a:cxn>
              <a:cxn ang="0">
                <a:pos x="connsiteX2" y="connsiteY2"/>
              </a:cxn>
              <a:cxn ang="0">
                <a:pos x="connsiteX3" y="connsiteY3"/>
              </a:cxn>
            </a:cxnLst>
            <a:rect l="l" t="t" r="r" b="b"/>
            <a:pathLst>
              <a:path w="1364797" h="4085772">
                <a:moveTo>
                  <a:pt x="0" y="0"/>
                </a:moveTo>
                <a:lnTo>
                  <a:pt x="1364797" y="0"/>
                </a:lnTo>
                <a:lnTo>
                  <a:pt x="1364797" y="4085772"/>
                </a:lnTo>
                <a:lnTo>
                  <a:pt x="0" y="4085772"/>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7" name="图片占位符 246">
            <a:extLst>
              <a:ext uri="{FF2B5EF4-FFF2-40B4-BE49-F238E27FC236}">
                <a16:creationId xmlns:a16="http://schemas.microsoft.com/office/drawing/2014/main" id="{13CE1306-F34A-405C-B0A7-FE7BDC80FD03}"/>
              </a:ext>
            </a:extLst>
          </p:cNvPr>
          <p:cNvSpPr>
            <a:spLocks noGrp="1"/>
          </p:cNvSpPr>
          <p:nvPr>
            <p:ph type="pic" sz="quarter" idx="16"/>
          </p:nvPr>
        </p:nvSpPr>
        <p:spPr>
          <a:xfrm>
            <a:off x="660400" y="3465700"/>
            <a:ext cx="3048001" cy="2008861"/>
          </a:xfrm>
          <a:custGeom>
            <a:avLst/>
            <a:gdLst>
              <a:gd name="connsiteX0" fmla="*/ 0 w 3048001"/>
              <a:gd name="connsiteY0" fmla="*/ 0 h 2008861"/>
              <a:gd name="connsiteX1" fmla="*/ 3048001 w 3048001"/>
              <a:gd name="connsiteY1" fmla="*/ 0 h 2008861"/>
              <a:gd name="connsiteX2" fmla="*/ 3048001 w 3048001"/>
              <a:gd name="connsiteY2" fmla="*/ 2008861 h 2008861"/>
              <a:gd name="connsiteX3" fmla="*/ 0 w 3048001"/>
              <a:gd name="connsiteY3" fmla="*/ 2008861 h 2008861"/>
            </a:gdLst>
            <a:ahLst/>
            <a:cxnLst>
              <a:cxn ang="0">
                <a:pos x="connsiteX0" y="connsiteY0"/>
              </a:cxn>
              <a:cxn ang="0">
                <a:pos x="connsiteX1" y="connsiteY1"/>
              </a:cxn>
              <a:cxn ang="0">
                <a:pos x="connsiteX2" y="connsiteY2"/>
              </a:cxn>
              <a:cxn ang="0">
                <a:pos x="connsiteX3" y="connsiteY3"/>
              </a:cxn>
            </a:cxnLst>
            <a:rect l="l" t="t" r="r" b="b"/>
            <a:pathLst>
              <a:path w="3048001" h="2008861">
                <a:moveTo>
                  <a:pt x="0" y="0"/>
                </a:moveTo>
                <a:lnTo>
                  <a:pt x="3048001" y="0"/>
                </a:lnTo>
                <a:lnTo>
                  <a:pt x="3048001" y="2008861"/>
                </a:lnTo>
                <a:lnTo>
                  <a:pt x="0" y="2008861"/>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6" name="图片占位符 245">
            <a:extLst>
              <a:ext uri="{FF2B5EF4-FFF2-40B4-BE49-F238E27FC236}">
                <a16:creationId xmlns:a16="http://schemas.microsoft.com/office/drawing/2014/main" id="{19AE75E7-1880-42F1-A265-D167DF145A03}"/>
              </a:ext>
            </a:extLst>
          </p:cNvPr>
          <p:cNvSpPr>
            <a:spLocks noGrp="1"/>
          </p:cNvSpPr>
          <p:nvPr>
            <p:ph type="pic" sz="quarter" idx="15"/>
          </p:nvPr>
        </p:nvSpPr>
        <p:spPr>
          <a:xfrm>
            <a:off x="2405742" y="1377645"/>
            <a:ext cx="1302658" cy="2076910"/>
          </a:xfrm>
          <a:custGeom>
            <a:avLst/>
            <a:gdLst>
              <a:gd name="connsiteX0" fmla="*/ 0 w 1302658"/>
              <a:gd name="connsiteY0" fmla="*/ 0 h 2076910"/>
              <a:gd name="connsiteX1" fmla="*/ 1302658 w 1302658"/>
              <a:gd name="connsiteY1" fmla="*/ 0 h 2076910"/>
              <a:gd name="connsiteX2" fmla="*/ 1302658 w 1302658"/>
              <a:gd name="connsiteY2" fmla="*/ 2076910 h 2076910"/>
              <a:gd name="connsiteX3" fmla="*/ 0 w 1302658"/>
              <a:gd name="connsiteY3" fmla="*/ 2076910 h 2076910"/>
            </a:gdLst>
            <a:ahLst/>
            <a:cxnLst>
              <a:cxn ang="0">
                <a:pos x="connsiteX0" y="connsiteY0"/>
              </a:cxn>
              <a:cxn ang="0">
                <a:pos x="connsiteX1" y="connsiteY1"/>
              </a:cxn>
              <a:cxn ang="0">
                <a:pos x="connsiteX2" y="connsiteY2"/>
              </a:cxn>
              <a:cxn ang="0">
                <a:pos x="connsiteX3" y="connsiteY3"/>
              </a:cxn>
            </a:cxnLst>
            <a:rect l="l" t="t" r="r" b="b"/>
            <a:pathLst>
              <a:path w="1302658" h="2076910">
                <a:moveTo>
                  <a:pt x="0" y="0"/>
                </a:moveTo>
                <a:lnTo>
                  <a:pt x="1302658" y="0"/>
                </a:lnTo>
                <a:lnTo>
                  <a:pt x="1302658" y="2076910"/>
                </a:lnTo>
                <a:lnTo>
                  <a:pt x="0" y="2076910"/>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5" name="图片占位符 244">
            <a:extLst>
              <a:ext uri="{FF2B5EF4-FFF2-40B4-BE49-F238E27FC236}">
                <a16:creationId xmlns:a16="http://schemas.microsoft.com/office/drawing/2014/main" id="{4437A713-926F-42B3-9D4B-126403084B15}"/>
              </a:ext>
            </a:extLst>
          </p:cNvPr>
          <p:cNvSpPr>
            <a:spLocks noGrp="1"/>
          </p:cNvSpPr>
          <p:nvPr>
            <p:ph type="pic" sz="quarter" idx="14"/>
          </p:nvPr>
        </p:nvSpPr>
        <p:spPr>
          <a:xfrm>
            <a:off x="660400" y="2540776"/>
            <a:ext cx="1745343" cy="913779"/>
          </a:xfrm>
          <a:custGeom>
            <a:avLst/>
            <a:gdLst>
              <a:gd name="connsiteX0" fmla="*/ 0 w 1745343"/>
              <a:gd name="connsiteY0" fmla="*/ 0 h 913779"/>
              <a:gd name="connsiteX1" fmla="*/ 1745343 w 1745343"/>
              <a:gd name="connsiteY1" fmla="*/ 0 h 913779"/>
              <a:gd name="connsiteX2" fmla="*/ 1745343 w 1745343"/>
              <a:gd name="connsiteY2" fmla="*/ 913779 h 913779"/>
              <a:gd name="connsiteX3" fmla="*/ 0 w 1745343"/>
              <a:gd name="connsiteY3" fmla="*/ 913779 h 913779"/>
            </a:gdLst>
            <a:ahLst/>
            <a:cxnLst>
              <a:cxn ang="0">
                <a:pos x="connsiteX0" y="connsiteY0"/>
              </a:cxn>
              <a:cxn ang="0">
                <a:pos x="connsiteX1" y="connsiteY1"/>
              </a:cxn>
              <a:cxn ang="0">
                <a:pos x="connsiteX2" y="connsiteY2"/>
              </a:cxn>
              <a:cxn ang="0">
                <a:pos x="connsiteX3" y="connsiteY3"/>
              </a:cxn>
            </a:cxnLst>
            <a:rect l="l" t="t" r="r" b="b"/>
            <a:pathLst>
              <a:path w="1745343" h="913779">
                <a:moveTo>
                  <a:pt x="0" y="0"/>
                </a:moveTo>
                <a:lnTo>
                  <a:pt x="1745343" y="0"/>
                </a:lnTo>
                <a:lnTo>
                  <a:pt x="1745343" y="913779"/>
                </a:lnTo>
                <a:lnTo>
                  <a:pt x="0" y="913779"/>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sp>
        <p:nvSpPr>
          <p:cNvPr id="244" name="图片占位符 243">
            <a:extLst>
              <a:ext uri="{FF2B5EF4-FFF2-40B4-BE49-F238E27FC236}">
                <a16:creationId xmlns:a16="http://schemas.microsoft.com/office/drawing/2014/main" id="{F45FE95D-129A-4D34-A448-EACE36F27DA8}"/>
              </a:ext>
            </a:extLst>
          </p:cNvPr>
          <p:cNvSpPr>
            <a:spLocks noGrp="1"/>
          </p:cNvSpPr>
          <p:nvPr>
            <p:ph type="pic" sz="quarter" idx="13"/>
          </p:nvPr>
        </p:nvSpPr>
        <p:spPr>
          <a:xfrm>
            <a:off x="660400" y="1377645"/>
            <a:ext cx="1745343" cy="1163131"/>
          </a:xfrm>
          <a:custGeom>
            <a:avLst/>
            <a:gdLst>
              <a:gd name="connsiteX0" fmla="*/ 0 w 1745343"/>
              <a:gd name="connsiteY0" fmla="*/ 0 h 1163131"/>
              <a:gd name="connsiteX1" fmla="*/ 1745343 w 1745343"/>
              <a:gd name="connsiteY1" fmla="*/ 0 h 1163131"/>
              <a:gd name="connsiteX2" fmla="*/ 1745343 w 1745343"/>
              <a:gd name="connsiteY2" fmla="*/ 1163131 h 1163131"/>
              <a:gd name="connsiteX3" fmla="*/ 0 w 1745343"/>
              <a:gd name="connsiteY3" fmla="*/ 1163131 h 1163131"/>
            </a:gdLst>
            <a:ahLst/>
            <a:cxnLst>
              <a:cxn ang="0">
                <a:pos x="connsiteX0" y="connsiteY0"/>
              </a:cxn>
              <a:cxn ang="0">
                <a:pos x="connsiteX1" y="connsiteY1"/>
              </a:cxn>
              <a:cxn ang="0">
                <a:pos x="connsiteX2" y="connsiteY2"/>
              </a:cxn>
              <a:cxn ang="0">
                <a:pos x="connsiteX3" y="connsiteY3"/>
              </a:cxn>
            </a:cxnLst>
            <a:rect l="l" t="t" r="r" b="b"/>
            <a:pathLst>
              <a:path w="1745343" h="1163131">
                <a:moveTo>
                  <a:pt x="0" y="0"/>
                </a:moveTo>
                <a:lnTo>
                  <a:pt x="1745343" y="0"/>
                </a:lnTo>
                <a:lnTo>
                  <a:pt x="1745343" y="1163131"/>
                </a:lnTo>
                <a:lnTo>
                  <a:pt x="0" y="1163131"/>
                </a:lnTo>
                <a:close/>
              </a:path>
            </a:pathLst>
          </a:custGeom>
          <a:ln w="25400">
            <a:solidFill>
              <a:schemeClr val="bg1"/>
            </a:solidFill>
          </a:ln>
          <a:effectLst>
            <a:outerShdw blurRad="63500" sx="103000" sy="103000" algn="ctr" rotWithShape="0">
              <a:prstClr val="black">
                <a:alpha val="5000"/>
              </a:prstClr>
            </a:outerShdw>
          </a:effectLst>
        </p:spPr>
        <p:txBody>
          <a:bodyPr wrap="square">
            <a:noAutofit/>
          </a:bodyPr>
          <a:lstStyle/>
          <a:p>
            <a:endParaRPr lang="zh-CN" altLang="en-US"/>
          </a:p>
        </p:txBody>
      </p:sp>
      <p:pic>
        <p:nvPicPr>
          <p:cNvPr id="8" name="图片 7">
            <a:extLst>
              <a:ext uri="{FF2B5EF4-FFF2-40B4-BE49-F238E27FC236}">
                <a16:creationId xmlns:a16="http://schemas.microsoft.com/office/drawing/2014/main" id="{07616EA2-0DF6-48C4-BD32-48464B28726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67" name="文本框 366">
            <a:extLst>
              <a:ext uri="{FF2B5EF4-FFF2-40B4-BE49-F238E27FC236}">
                <a16:creationId xmlns:a16="http://schemas.microsoft.com/office/drawing/2014/main" id="{8CA95CB5-3F06-4748-8A63-EC62D7D931BB}"/>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71" name="直接连接符 370">
            <a:extLst>
              <a:ext uri="{FF2B5EF4-FFF2-40B4-BE49-F238E27FC236}">
                <a16:creationId xmlns:a16="http://schemas.microsoft.com/office/drawing/2014/main" id="{1DFFE3DD-99D5-4C6E-9C08-7A7BFAC77472}"/>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72" name="组合 371">
            <a:extLst>
              <a:ext uri="{FF2B5EF4-FFF2-40B4-BE49-F238E27FC236}">
                <a16:creationId xmlns:a16="http://schemas.microsoft.com/office/drawing/2014/main" id="{36CCFD2F-082B-4161-A062-FF3AD1C46378}"/>
              </a:ext>
            </a:extLst>
          </p:cNvPr>
          <p:cNvGrpSpPr/>
          <p:nvPr userDrawn="1"/>
        </p:nvGrpSpPr>
        <p:grpSpPr>
          <a:xfrm>
            <a:off x="10672870" y="250062"/>
            <a:ext cx="913766" cy="457978"/>
            <a:chOff x="1585727" y="453077"/>
            <a:chExt cx="374706" cy="187802"/>
          </a:xfrm>
          <a:solidFill>
            <a:schemeClr val="accent1"/>
          </a:solidFill>
        </p:grpSpPr>
        <p:sp>
          <p:nvSpPr>
            <p:cNvPr id="373" name="îśliďe">
              <a:extLst>
                <a:ext uri="{FF2B5EF4-FFF2-40B4-BE49-F238E27FC236}">
                  <a16:creationId xmlns:a16="http://schemas.microsoft.com/office/drawing/2014/main" id="{47FBE879-41E0-4091-8DB1-81F2B6BD351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74" name="íšḻíḍé">
              <a:extLst>
                <a:ext uri="{FF2B5EF4-FFF2-40B4-BE49-F238E27FC236}">
                  <a16:creationId xmlns:a16="http://schemas.microsoft.com/office/drawing/2014/main" id="{DEF67F45-BA51-4403-B605-4F5384AE9F5B}"/>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5" name="ïṥḻïḓé">
              <a:extLst>
                <a:ext uri="{FF2B5EF4-FFF2-40B4-BE49-F238E27FC236}">
                  <a16:creationId xmlns:a16="http://schemas.microsoft.com/office/drawing/2014/main" id="{E191F7A8-4F73-473E-9BBE-3731FD69C74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76" name="î$ḷíḋè">
              <a:extLst>
                <a:ext uri="{FF2B5EF4-FFF2-40B4-BE49-F238E27FC236}">
                  <a16:creationId xmlns:a16="http://schemas.microsoft.com/office/drawing/2014/main" id="{C8E2B8AD-3C1F-4DAD-B631-CA00B13F6756}"/>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77" name="i$ḷiḍe">
              <a:extLst>
                <a:ext uri="{FF2B5EF4-FFF2-40B4-BE49-F238E27FC236}">
                  <a16:creationId xmlns:a16="http://schemas.microsoft.com/office/drawing/2014/main" id="{B3A3BDA3-3EEF-4BDE-84CC-616E9CA7EB6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78" name="ïṡļïdè">
              <a:extLst>
                <a:ext uri="{FF2B5EF4-FFF2-40B4-BE49-F238E27FC236}">
                  <a16:creationId xmlns:a16="http://schemas.microsoft.com/office/drawing/2014/main" id="{15798186-86D4-4105-BBC5-BD8D3580DD5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9" name="íŝḻíḓê">
              <a:extLst>
                <a:ext uri="{FF2B5EF4-FFF2-40B4-BE49-F238E27FC236}">
                  <a16:creationId xmlns:a16="http://schemas.microsoft.com/office/drawing/2014/main" id="{F995A327-6B68-48B0-9C43-65191DC5B836}"/>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80" name="isľîḑê">
              <a:extLst>
                <a:ext uri="{FF2B5EF4-FFF2-40B4-BE49-F238E27FC236}">
                  <a16:creationId xmlns:a16="http://schemas.microsoft.com/office/drawing/2014/main" id="{7FDE15C2-083C-4FE6-AB27-3EFDD6B09B5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81" name="椭圆 380">
            <a:extLst>
              <a:ext uri="{FF2B5EF4-FFF2-40B4-BE49-F238E27FC236}">
                <a16:creationId xmlns:a16="http://schemas.microsoft.com/office/drawing/2014/main" id="{144D9A7F-D63A-4E17-8666-772A265E3D36}"/>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2" name="文本占位符 163">
            <a:extLst>
              <a:ext uri="{FF2B5EF4-FFF2-40B4-BE49-F238E27FC236}">
                <a16:creationId xmlns:a16="http://schemas.microsoft.com/office/drawing/2014/main" id="{9199D496-78C7-4E11-BF44-861A6AC3A655}"/>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8"/>
          </p:nvPr>
        </p:nvSpPr>
        <p:spPr/>
        <p:txBody>
          <a:bodyPr/>
          <a:lstStyle/>
          <a:p>
            <a:endParaRPr lang="zh-CN" altLang="en-US"/>
          </a:p>
        </p:txBody>
      </p:sp>
      <p:sp>
        <p:nvSpPr>
          <p:cNvPr id="3" name="灯片编号占位符 2"/>
          <p:cNvSpPr>
            <a:spLocks noGrp="1"/>
          </p:cNvSpPr>
          <p:nvPr>
            <p:ph type="sldNum" sz="quarter" idx="19"/>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493502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页4">
    <p:bg>
      <p:bgPr>
        <a:solidFill>
          <a:schemeClr val="bg1">
            <a:lumMod val="95000"/>
          </a:schemeClr>
        </a:solidFill>
        <a:effectLst/>
      </p:bgPr>
    </p:bg>
    <p:spTree>
      <p:nvGrpSpPr>
        <p:cNvPr id="1" name=""/>
        <p:cNvGrpSpPr/>
        <p:nvPr/>
      </p:nvGrpSpPr>
      <p:grpSpPr>
        <a:xfrm>
          <a:off x="0" y="0"/>
          <a:ext cx="0" cy="0"/>
          <a:chOff x="0" y="0"/>
          <a:chExt cx="0" cy="0"/>
        </a:xfrm>
      </p:grpSpPr>
      <p:sp>
        <p:nvSpPr>
          <p:cNvPr id="239" name="图片占位符 238">
            <a:extLst>
              <a:ext uri="{FF2B5EF4-FFF2-40B4-BE49-F238E27FC236}">
                <a16:creationId xmlns:a16="http://schemas.microsoft.com/office/drawing/2014/main" id="{8A69EB08-26F1-4505-AD10-D55783DF4CBF}"/>
              </a:ext>
            </a:extLst>
          </p:cNvPr>
          <p:cNvSpPr>
            <a:spLocks noGrp="1"/>
          </p:cNvSpPr>
          <p:nvPr>
            <p:ph type="pic" sz="quarter" idx="13"/>
          </p:nvPr>
        </p:nvSpPr>
        <p:spPr>
          <a:xfrm>
            <a:off x="863600" y="1173727"/>
            <a:ext cx="5435600" cy="4510547"/>
          </a:xfrm>
          <a:custGeom>
            <a:avLst/>
            <a:gdLst>
              <a:gd name="connsiteX0" fmla="*/ 0 w 6248400"/>
              <a:gd name="connsiteY0" fmla="*/ 0 h 3873478"/>
              <a:gd name="connsiteX1" fmla="*/ 6248400 w 6248400"/>
              <a:gd name="connsiteY1" fmla="*/ 0 h 3873478"/>
              <a:gd name="connsiteX2" fmla="*/ 6248400 w 6248400"/>
              <a:gd name="connsiteY2" fmla="*/ 3873478 h 3873478"/>
              <a:gd name="connsiteX3" fmla="*/ 0 w 6248400"/>
              <a:gd name="connsiteY3" fmla="*/ 3873478 h 3873478"/>
            </a:gdLst>
            <a:ahLst/>
            <a:cxnLst>
              <a:cxn ang="0">
                <a:pos x="connsiteX0" y="connsiteY0"/>
              </a:cxn>
              <a:cxn ang="0">
                <a:pos x="connsiteX1" y="connsiteY1"/>
              </a:cxn>
              <a:cxn ang="0">
                <a:pos x="connsiteX2" y="connsiteY2"/>
              </a:cxn>
              <a:cxn ang="0">
                <a:pos x="connsiteX3" y="connsiteY3"/>
              </a:cxn>
            </a:cxnLst>
            <a:rect l="l" t="t" r="r" b="b"/>
            <a:pathLst>
              <a:path w="6248400" h="3873478">
                <a:moveTo>
                  <a:pt x="0" y="0"/>
                </a:moveTo>
                <a:lnTo>
                  <a:pt x="6248400" y="0"/>
                </a:lnTo>
                <a:lnTo>
                  <a:pt x="6248400" y="3873478"/>
                </a:lnTo>
                <a:lnTo>
                  <a:pt x="0" y="3873478"/>
                </a:lnTo>
                <a:close/>
              </a:path>
            </a:pathLst>
          </a:custGeom>
        </p:spPr>
        <p:txBody>
          <a:bodyPr wrap="square">
            <a:noAutofit/>
          </a:bodyPr>
          <a:lstStyle/>
          <a:p>
            <a:endParaRPr lang="zh-CN" altLang="en-US"/>
          </a:p>
        </p:txBody>
      </p:sp>
      <p:grpSp>
        <p:nvGrpSpPr>
          <p:cNvPr id="117" name="组合 116">
            <a:extLst>
              <a:ext uri="{FF2B5EF4-FFF2-40B4-BE49-F238E27FC236}">
                <a16:creationId xmlns:a16="http://schemas.microsoft.com/office/drawing/2014/main" id="{94CC6236-61EB-4E25-9D6E-7F83126FFF38}"/>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18" name="îśliďe">
              <a:extLst>
                <a:ext uri="{FF2B5EF4-FFF2-40B4-BE49-F238E27FC236}">
                  <a16:creationId xmlns:a16="http://schemas.microsoft.com/office/drawing/2014/main" id="{2FC88BF3-C225-4F75-BA5E-3F2F27D2D92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19" name="íšḻíḍé">
              <a:extLst>
                <a:ext uri="{FF2B5EF4-FFF2-40B4-BE49-F238E27FC236}">
                  <a16:creationId xmlns:a16="http://schemas.microsoft.com/office/drawing/2014/main" id="{32BF0898-2325-4C22-A03E-D9985288D8B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8C5428DA-2AB6-4F29-A8C2-B1055727A9A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CCBEDCFE-88A0-45B9-B5DC-3F3F047E29B7}"/>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D66A44B4-0D05-440A-AEBB-1EC11AFBD96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5" name="ïṡļïdè">
              <a:extLst>
                <a:ext uri="{FF2B5EF4-FFF2-40B4-BE49-F238E27FC236}">
                  <a16:creationId xmlns:a16="http://schemas.microsoft.com/office/drawing/2014/main" id="{070F000A-006F-4D17-BA18-F4C1004D8F7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6" name="íŝḻíḓê">
              <a:extLst>
                <a:ext uri="{FF2B5EF4-FFF2-40B4-BE49-F238E27FC236}">
                  <a16:creationId xmlns:a16="http://schemas.microsoft.com/office/drawing/2014/main" id="{A35EE9D6-FCC0-4F48-8450-C4AA143A9525}"/>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36" name="isľîḑê">
              <a:extLst>
                <a:ext uri="{FF2B5EF4-FFF2-40B4-BE49-F238E27FC236}">
                  <a16:creationId xmlns:a16="http://schemas.microsoft.com/office/drawing/2014/main" id="{873BF608-A701-4266-A2C5-0648CD2958DB}"/>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C30EFC88-2534-4FF6-BC4E-E83839011031}"/>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8" name="文本框 127">
            <a:extLst>
              <a:ext uri="{FF2B5EF4-FFF2-40B4-BE49-F238E27FC236}">
                <a16:creationId xmlns:a16="http://schemas.microsoft.com/office/drawing/2014/main" id="{10EE3BFF-E147-44D2-B228-F139B68E258E}"/>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132" name="直接连接符 131">
            <a:extLst>
              <a:ext uri="{FF2B5EF4-FFF2-40B4-BE49-F238E27FC236}">
                <a16:creationId xmlns:a16="http://schemas.microsoft.com/office/drawing/2014/main" id="{2D117A5B-F91B-4BAC-A592-69D3219BA4A0}"/>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133" name="组合 132">
            <a:extLst>
              <a:ext uri="{FF2B5EF4-FFF2-40B4-BE49-F238E27FC236}">
                <a16:creationId xmlns:a16="http://schemas.microsoft.com/office/drawing/2014/main" id="{D36AF436-C4BF-4695-B2E5-BCFB2C611BD7}"/>
              </a:ext>
            </a:extLst>
          </p:cNvPr>
          <p:cNvGrpSpPr/>
          <p:nvPr userDrawn="1"/>
        </p:nvGrpSpPr>
        <p:grpSpPr>
          <a:xfrm>
            <a:off x="10672870" y="250062"/>
            <a:ext cx="913766" cy="457978"/>
            <a:chOff x="1585727" y="453077"/>
            <a:chExt cx="374706" cy="187802"/>
          </a:xfrm>
          <a:solidFill>
            <a:schemeClr val="accent1"/>
          </a:solidFill>
        </p:grpSpPr>
        <p:sp>
          <p:nvSpPr>
            <p:cNvPr id="134" name="îśliďe">
              <a:extLst>
                <a:ext uri="{FF2B5EF4-FFF2-40B4-BE49-F238E27FC236}">
                  <a16:creationId xmlns:a16="http://schemas.microsoft.com/office/drawing/2014/main" id="{C93BB563-22C3-4140-B0A5-A069AE18F79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35" name="íšḻíḍé">
              <a:extLst>
                <a:ext uri="{FF2B5EF4-FFF2-40B4-BE49-F238E27FC236}">
                  <a16:creationId xmlns:a16="http://schemas.microsoft.com/office/drawing/2014/main" id="{6B298E3B-33C9-4CC6-A1E3-C5445B7442C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36" name="ïṥḻïḓé">
              <a:extLst>
                <a:ext uri="{FF2B5EF4-FFF2-40B4-BE49-F238E27FC236}">
                  <a16:creationId xmlns:a16="http://schemas.microsoft.com/office/drawing/2014/main" id="{BE56E01C-E7E7-45A0-97AB-1367015205E2}"/>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37" name="î$ḷíḋè">
              <a:extLst>
                <a:ext uri="{FF2B5EF4-FFF2-40B4-BE49-F238E27FC236}">
                  <a16:creationId xmlns:a16="http://schemas.microsoft.com/office/drawing/2014/main" id="{636A2EF1-8CC6-47B7-A5FF-CD8D7550C77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38" name="i$ḷiḍe">
              <a:extLst>
                <a:ext uri="{FF2B5EF4-FFF2-40B4-BE49-F238E27FC236}">
                  <a16:creationId xmlns:a16="http://schemas.microsoft.com/office/drawing/2014/main" id="{2A4C4910-7BF2-4A5C-B319-804E7E8D7CA2}"/>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39" name="ïṡļïdè">
              <a:extLst>
                <a:ext uri="{FF2B5EF4-FFF2-40B4-BE49-F238E27FC236}">
                  <a16:creationId xmlns:a16="http://schemas.microsoft.com/office/drawing/2014/main" id="{E0284FB4-BE8A-421E-92F2-50C4A0AD186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40" name="íŝḻíḓê">
              <a:extLst>
                <a:ext uri="{FF2B5EF4-FFF2-40B4-BE49-F238E27FC236}">
                  <a16:creationId xmlns:a16="http://schemas.microsoft.com/office/drawing/2014/main" id="{C8C4CC9F-21A8-439B-9BA7-A3DAC8822D1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41" name="isľîḑê">
              <a:extLst>
                <a:ext uri="{FF2B5EF4-FFF2-40B4-BE49-F238E27FC236}">
                  <a16:creationId xmlns:a16="http://schemas.microsoft.com/office/drawing/2014/main" id="{8020146A-7CA9-44FA-B3E3-A73F980F959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42" name="椭圆 141">
            <a:extLst>
              <a:ext uri="{FF2B5EF4-FFF2-40B4-BE49-F238E27FC236}">
                <a16:creationId xmlns:a16="http://schemas.microsoft.com/office/drawing/2014/main" id="{937EC4AD-3F89-4347-9718-7AAFBC136826}"/>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文本占位符 163">
            <a:extLst>
              <a:ext uri="{FF2B5EF4-FFF2-40B4-BE49-F238E27FC236}">
                <a16:creationId xmlns:a16="http://schemas.microsoft.com/office/drawing/2014/main" id="{EB308FC3-6EC9-4C6F-B2B9-1B96AF1B8953}"/>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11399175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内容页4">
    <p:bg>
      <p:bgPr>
        <a:solidFill>
          <a:schemeClr val="bg1">
            <a:lumMod val="95000"/>
          </a:schemeClr>
        </a:solidFill>
        <a:effectLst/>
      </p:bgPr>
    </p:bg>
    <p:spTree>
      <p:nvGrpSpPr>
        <p:cNvPr id="1" name=""/>
        <p:cNvGrpSpPr/>
        <p:nvPr/>
      </p:nvGrpSpPr>
      <p:grpSpPr>
        <a:xfrm>
          <a:off x="0" y="0"/>
          <a:ext cx="0" cy="0"/>
          <a:chOff x="0" y="0"/>
          <a:chExt cx="0" cy="0"/>
        </a:xfrm>
      </p:grpSpPr>
      <p:sp>
        <p:nvSpPr>
          <p:cNvPr id="239" name="图片占位符 238">
            <a:extLst>
              <a:ext uri="{FF2B5EF4-FFF2-40B4-BE49-F238E27FC236}">
                <a16:creationId xmlns:a16="http://schemas.microsoft.com/office/drawing/2014/main" id="{8A69EB08-26F1-4505-AD10-D55783DF4CBF}"/>
              </a:ext>
            </a:extLst>
          </p:cNvPr>
          <p:cNvSpPr>
            <a:spLocks noGrp="1"/>
          </p:cNvSpPr>
          <p:nvPr>
            <p:ph type="pic" sz="quarter" idx="13"/>
          </p:nvPr>
        </p:nvSpPr>
        <p:spPr>
          <a:xfrm>
            <a:off x="1174811" y="1174568"/>
            <a:ext cx="9842379" cy="2138192"/>
          </a:xfrm>
          <a:custGeom>
            <a:avLst/>
            <a:gdLst>
              <a:gd name="connsiteX0" fmla="*/ 0 w 6248400"/>
              <a:gd name="connsiteY0" fmla="*/ 0 h 3873478"/>
              <a:gd name="connsiteX1" fmla="*/ 6248400 w 6248400"/>
              <a:gd name="connsiteY1" fmla="*/ 0 h 3873478"/>
              <a:gd name="connsiteX2" fmla="*/ 6248400 w 6248400"/>
              <a:gd name="connsiteY2" fmla="*/ 3873478 h 3873478"/>
              <a:gd name="connsiteX3" fmla="*/ 0 w 6248400"/>
              <a:gd name="connsiteY3" fmla="*/ 3873478 h 3873478"/>
            </a:gdLst>
            <a:ahLst/>
            <a:cxnLst>
              <a:cxn ang="0">
                <a:pos x="connsiteX0" y="connsiteY0"/>
              </a:cxn>
              <a:cxn ang="0">
                <a:pos x="connsiteX1" y="connsiteY1"/>
              </a:cxn>
              <a:cxn ang="0">
                <a:pos x="connsiteX2" y="connsiteY2"/>
              </a:cxn>
              <a:cxn ang="0">
                <a:pos x="connsiteX3" y="connsiteY3"/>
              </a:cxn>
            </a:cxnLst>
            <a:rect l="l" t="t" r="r" b="b"/>
            <a:pathLst>
              <a:path w="6248400" h="3873478">
                <a:moveTo>
                  <a:pt x="0" y="0"/>
                </a:moveTo>
                <a:lnTo>
                  <a:pt x="6248400" y="0"/>
                </a:lnTo>
                <a:lnTo>
                  <a:pt x="6248400" y="3873478"/>
                </a:lnTo>
                <a:lnTo>
                  <a:pt x="0" y="3873478"/>
                </a:lnTo>
                <a:close/>
              </a:path>
            </a:pathLst>
          </a:custGeom>
        </p:spPr>
        <p:txBody>
          <a:bodyPr wrap="square">
            <a:noAutofit/>
          </a:bodyPr>
          <a:lstStyle/>
          <a:p>
            <a:endParaRPr lang="zh-CN" altLang="en-US"/>
          </a:p>
        </p:txBody>
      </p:sp>
      <p:grpSp>
        <p:nvGrpSpPr>
          <p:cNvPr id="117" name="组合 116">
            <a:extLst>
              <a:ext uri="{FF2B5EF4-FFF2-40B4-BE49-F238E27FC236}">
                <a16:creationId xmlns:a16="http://schemas.microsoft.com/office/drawing/2014/main" id="{94CC6236-61EB-4E25-9D6E-7F83126FFF38}"/>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18" name="îśliďe">
              <a:extLst>
                <a:ext uri="{FF2B5EF4-FFF2-40B4-BE49-F238E27FC236}">
                  <a16:creationId xmlns:a16="http://schemas.microsoft.com/office/drawing/2014/main" id="{2FC88BF3-C225-4F75-BA5E-3F2F27D2D92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19" name="íšḻíḍé">
              <a:extLst>
                <a:ext uri="{FF2B5EF4-FFF2-40B4-BE49-F238E27FC236}">
                  <a16:creationId xmlns:a16="http://schemas.microsoft.com/office/drawing/2014/main" id="{32BF0898-2325-4C22-A03E-D9985288D8B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8C5428DA-2AB6-4F29-A8C2-B1055727A9A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CCBEDCFE-88A0-45B9-B5DC-3F3F047E29B7}"/>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D66A44B4-0D05-440A-AEBB-1EC11AFBD96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5" name="ïṡļïdè">
              <a:extLst>
                <a:ext uri="{FF2B5EF4-FFF2-40B4-BE49-F238E27FC236}">
                  <a16:creationId xmlns:a16="http://schemas.microsoft.com/office/drawing/2014/main" id="{070F000A-006F-4D17-BA18-F4C1004D8F7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6" name="íŝḻíḓê">
              <a:extLst>
                <a:ext uri="{FF2B5EF4-FFF2-40B4-BE49-F238E27FC236}">
                  <a16:creationId xmlns:a16="http://schemas.microsoft.com/office/drawing/2014/main" id="{A35EE9D6-FCC0-4F48-8450-C4AA143A9525}"/>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36" name="isľîḑê">
              <a:extLst>
                <a:ext uri="{FF2B5EF4-FFF2-40B4-BE49-F238E27FC236}">
                  <a16:creationId xmlns:a16="http://schemas.microsoft.com/office/drawing/2014/main" id="{873BF608-A701-4266-A2C5-0648CD2958DB}"/>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C30EFC88-2534-4FF6-BC4E-E83839011031}"/>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8" name="文本框 127">
            <a:extLst>
              <a:ext uri="{FF2B5EF4-FFF2-40B4-BE49-F238E27FC236}">
                <a16:creationId xmlns:a16="http://schemas.microsoft.com/office/drawing/2014/main" id="{10EE3BFF-E147-44D2-B228-F139B68E258E}"/>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132" name="直接连接符 131">
            <a:extLst>
              <a:ext uri="{FF2B5EF4-FFF2-40B4-BE49-F238E27FC236}">
                <a16:creationId xmlns:a16="http://schemas.microsoft.com/office/drawing/2014/main" id="{2D117A5B-F91B-4BAC-A592-69D3219BA4A0}"/>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133" name="组合 132">
            <a:extLst>
              <a:ext uri="{FF2B5EF4-FFF2-40B4-BE49-F238E27FC236}">
                <a16:creationId xmlns:a16="http://schemas.microsoft.com/office/drawing/2014/main" id="{D36AF436-C4BF-4695-B2E5-BCFB2C611BD7}"/>
              </a:ext>
            </a:extLst>
          </p:cNvPr>
          <p:cNvGrpSpPr/>
          <p:nvPr userDrawn="1"/>
        </p:nvGrpSpPr>
        <p:grpSpPr>
          <a:xfrm>
            <a:off x="10672870" y="250062"/>
            <a:ext cx="913766" cy="457978"/>
            <a:chOff x="1585727" y="453077"/>
            <a:chExt cx="374706" cy="187802"/>
          </a:xfrm>
          <a:solidFill>
            <a:schemeClr val="accent1"/>
          </a:solidFill>
        </p:grpSpPr>
        <p:sp>
          <p:nvSpPr>
            <p:cNvPr id="134" name="îśliďe">
              <a:extLst>
                <a:ext uri="{FF2B5EF4-FFF2-40B4-BE49-F238E27FC236}">
                  <a16:creationId xmlns:a16="http://schemas.microsoft.com/office/drawing/2014/main" id="{C93BB563-22C3-4140-B0A5-A069AE18F79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35" name="íšḻíḍé">
              <a:extLst>
                <a:ext uri="{FF2B5EF4-FFF2-40B4-BE49-F238E27FC236}">
                  <a16:creationId xmlns:a16="http://schemas.microsoft.com/office/drawing/2014/main" id="{6B298E3B-33C9-4CC6-A1E3-C5445B7442C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36" name="ïṥḻïḓé">
              <a:extLst>
                <a:ext uri="{FF2B5EF4-FFF2-40B4-BE49-F238E27FC236}">
                  <a16:creationId xmlns:a16="http://schemas.microsoft.com/office/drawing/2014/main" id="{BE56E01C-E7E7-45A0-97AB-1367015205E2}"/>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37" name="î$ḷíḋè">
              <a:extLst>
                <a:ext uri="{FF2B5EF4-FFF2-40B4-BE49-F238E27FC236}">
                  <a16:creationId xmlns:a16="http://schemas.microsoft.com/office/drawing/2014/main" id="{636A2EF1-8CC6-47B7-A5FF-CD8D7550C77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38" name="i$ḷiḍe">
              <a:extLst>
                <a:ext uri="{FF2B5EF4-FFF2-40B4-BE49-F238E27FC236}">
                  <a16:creationId xmlns:a16="http://schemas.microsoft.com/office/drawing/2014/main" id="{2A4C4910-7BF2-4A5C-B319-804E7E8D7CA2}"/>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39" name="ïṡļïdè">
              <a:extLst>
                <a:ext uri="{FF2B5EF4-FFF2-40B4-BE49-F238E27FC236}">
                  <a16:creationId xmlns:a16="http://schemas.microsoft.com/office/drawing/2014/main" id="{E0284FB4-BE8A-421E-92F2-50C4A0AD186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40" name="íŝḻíḓê">
              <a:extLst>
                <a:ext uri="{FF2B5EF4-FFF2-40B4-BE49-F238E27FC236}">
                  <a16:creationId xmlns:a16="http://schemas.microsoft.com/office/drawing/2014/main" id="{C8C4CC9F-21A8-439B-9BA7-A3DAC8822D1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41" name="isľîḑê">
              <a:extLst>
                <a:ext uri="{FF2B5EF4-FFF2-40B4-BE49-F238E27FC236}">
                  <a16:creationId xmlns:a16="http://schemas.microsoft.com/office/drawing/2014/main" id="{8020146A-7CA9-44FA-B3E3-A73F980F959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42" name="椭圆 141">
            <a:extLst>
              <a:ext uri="{FF2B5EF4-FFF2-40B4-BE49-F238E27FC236}">
                <a16:creationId xmlns:a16="http://schemas.microsoft.com/office/drawing/2014/main" id="{937EC4AD-3F89-4347-9718-7AAFBC136826}"/>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文本占位符 163">
            <a:extLst>
              <a:ext uri="{FF2B5EF4-FFF2-40B4-BE49-F238E27FC236}">
                <a16:creationId xmlns:a16="http://schemas.microsoft.com/office/drawing/2014/main" id="{EB308FC3-6EC9-4C6F-B2B9-1B96AF1B8953}"/>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32798688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页5">
    <p:bg>
      <p:bgPr>
        <a:solidFill>
          <a:schemeClr val="bg1">
            <a:lumMod val="95000"/>
          </a:schemeClr>
        </a:solidFill>
        <a:effectLst/>
      </p:bgPr>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192C144-F896-408F-9E4C-6207005F0AF5}"/>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7" name="图片占位符 124">
            <a:extLst>
              <a:ext uri="{FF2B5EF4-FFF2-40B4-BE49-F238E27FC236}">
                <a16:creationId xmlns:a16="http://schemas.microsoft.com/office/drawing/2014/main" id="{4EC0E6CB-8106-4501-8D58-470EE14DA598}"/>
              </a:ext>
            </a:extLst>
          </p:cNvPr>
          <p:cNvSpPr>
            <a:spLocks noGrp="1"/>
          </p:cNvSpPr>
          <p:nvPr>
            <p:ph type="pic" sz="quarter" idx="14"/>
          </p:nvPr>
        </p:nvSpPr>
        <p:spPr>
          <a:xfrm>
            <a:off x="8098900" y="3541175"/>
            <a:ext cx="34200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grpSp>
        <p:nvGrpSpPr>
          <p:cNvPr id="119" name="组合 118">
            <a:extLst>
              <a:ext uri="{FF2B5EF4-FFF2-40B4-BE49-F238E27FC236}">
                <a16:creationId xmlns:a16="http://schemas.microsoft.com/office/drawing/2014/main" id="{7283B7C2-46A6-4BEB-B5AC-A5E1385D9C2F}"/>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0" name="îśliďe">
              <a:extLst>
                <a:ext uri="{FF2B5EF4-FFF2-40B4-BE49-F238E27FC236}">
                  <a16:creationId xmlns:a16="http://schemas.microsoft.com/office/drawing/2014/main" id="{878760DE-D1D8-41C6-8A23-DC68EAFFC56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1" name="íšḻíḍé">
              <a:extLst>
                <a:ext uri="{FF2B5EF4-FFF2-40B4-BE49-F238E27FC236}">
                  <a16:creationId xmlns:a16="http://schemas.microsoft.com/office/drawing/2014/main" id="{F569D03C-5821-4B94-8431-401DA595DF7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4FF4B1F1-92F5-41F8-841F-58DC3DD48FD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3" name="î$ḷíḋè">
              <a:extLst>
                <a:ext uri="{FF2B5EF4-FFF2-40B4-BE49-F238E27FC236}">
                  <a16:creationId xmlns:a16="http://schemas.microsoft.com/office/drawing/2014/main" id="{4BD1A81A-0D75-477D-8A4A-B652054AEB06}"/>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4" name="i$ḷiḍe">
              <a:extLst>
                <a:ext uri="{FF2B5EF4-FFF2-40B4-BE49-F238E27FC236}">
                  <a16:creationId xmlns:a16="http://schemas.microsoft.com/office/drawing/2014/main" id="{E79DB84B-BBF4-4833-AC09-6CADC8E6CAD4}"/>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6" name="ïṡļïdè">
              <a:extLst>
                <a:ext uri="{FF2B5EF4-FFF2-40B4-BE49-F238E27FC236}">
                  <a16:creationId xmlns:a16="http://schemas.microsoft.com/office/drawing/2014/main" id="{B8A271C9-7459-4BAD-AADA-C2522628FFF7}"/>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27" name="íŝḻíḓê">
              <a:extLst>
                <a:ext uri="{FF2B5EF4-FFF2-40B4-BE49-F238E27FC236}">
                  <a16:creationId xmlns:a16="http://schemas.microsoft.com/office/drawing/2014/main" id="{55C8CB2E-955E-4AF2-A3FD-EBF163F8241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8" name="isľîḑê">
              <a:extLst>
                <a:ext uri="{FF2B5EF4-FFF2-40B4-BE49-F238E27FC236}">
                  <a16:creationId xmlns:a16="http://schemas.microsoft.com/office/drawing/2014/main" id="{097F367B-1F70-420C-805C-7AD610AE5340}"/>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25" name="图片占位符 124">
            <a:extLst>
              <a:ext uri="{FF2B5EF4-FFF2-40B4-BE49-F238E27FC236}">
                <a16:creationId xmlns:a16="http://schemas.microsoft.com/office/drawing/2014/main" id="{80BFEFC6-E2C1-4DD6-BE09-62D389B614BB}"/>
              </a:ext>
            </a:extLst>
          </p:cNvPr>
          <p:cNvSpPr>
            <a:spLocks noGrp="1"/>
          </p:cNvSpPr>
          <p:nvPr>
            <p:ph type="pic" sz="quarter" idx="13"/>
          </p:nvPr>
        </p:nvSpPr>
        <p:spPr>
          <a:xfrm>
            <a:off x="671114" y="1018790"/>
            <a:ext cx="34200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58" name="文本框 357">
            <a:extLst>
              <a:ext uri="{FF2B5EF4-FFF2-40B4-BE49-F238E27FC236}">
                <a16:creationId xmlns:a16="http://schemas.microsoft.com/office/drawing/2014/main" id="{A0A53755-55A2-4E1D-B804-B0D30B97BA77}"/>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62" name="直接连接符 361">
            <a:extLst>
              <a:ext uri="{FF2B5EF4-FFF2-40B4-BE49-F238E27FC236}">
                <a16:creationId xmlns:a16="http://schemas.microsoft.com/office/drawing/2014/main" id="{81F38FCA-1C0E-459B-8357-F54419C17E79}"/>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63" name="组合 362">
            <a:extLst>
              <a:ext uri="{FF2B5EF4-FFF2-40B4-BE49-F238E27FC236}">
                <a16:creationId xmlns:a16="http://schemas.microsoft.com/office/drawing/2014/main" id="{8FA3433B-F3E6-4385-B18F-C9D5DA639826}"/>
              </a:ext>
            </a:extLst>
          </p:cNvPr>
          <p:cNvGrpSpPr/>
          <p:nvPr userDrawn="1"/>
        </p:nvGrpSpPr>
        <p:grpSpPr>
          <a:xfrm>
            <a:off x="10672870" y="250062"/>
            <a:ext cx="913766" cy="457978"/>
            <a:chOff x="1585727" y="453077"/>
            <a:chExt cx="374706" cy="187802"/>
          </a:xfrm>
          <a:solidFill>
            <a:schemeClr val="accent1"/>
          </a:solidFill>
        </p:grpSpPr>
        <p:sp>
          <p:nvSpPr>
            <p:cNvPr id="364" name="îśliďe">
              <a:extLst>
                <a:ext uri="{FF2B5EF4-FFF2-40B4-BE49-F238E27FC236}">
                  <a16:creationId xmlns:a16="http://schemas.microsoft.com/office/drawing/2014/main" id="{A5417669-9AFE-48F0-A0BD-E8518BBB6FB6}"/>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65" name="íšḻíḍé">
              <a:extLst>
                <a:ext uri="{FF2B5EF4-FFF2-40B4-BE49-F238E27FC236}">
                  <a16:creationId xmlns:a16="http://schemas.microsoft.com/office/drawing/2014/main" id="{B7330DAC-0EF1-43E8-B1E1-D9C610E3F8CB}"/>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66" name="ïṥḻïḓé">
              <a:extLst>
                <a:ext uri="{FF2B5EF4-FFF2-40B4-BE49-F238E27FC236}">
                  <a16:creationId xmlns:a16="http://schemas.microsoft.com/office/drawing/2014/main" id="{C3EBF344-A51F-4914-9329-9920AB799E0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67" name="î$ḷíḋè">
              <a:extLst>
                <a:ext uri="{FF2B5EF4-FFF2-40B4-BE49-F238E27FC236}">
                  <a16:creationId xmlns:a16="http://schemas.microsoft.com/office/drawing/2014/main" id="{8A6E2F59-125A-4898-98C4-8685FA470631}"/>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68" name="i$ḷiḍe">
              <a:extLst>
                <a:ext uri="{FF2B5EF4-FFF2-40B4-BE49-F238E27FC236}">
                  <a16:creationId xmlns:a16="http://schemas.microsoft.com/office/drawing/2014/main" id="{F9D97F71-D35D-4E7F-977D-4A1A52DF6D34}"/>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69" name="ïṡļïdè">
              <a:extLst>
                <a:ext uri="{FF2B5EF4-FFF2-40B4-BE49-F238E27FC236}">
                  <a16:creationId xmlns:a16="http://schemas.microsoft.com/office/drawing/2014/main" id="{7A86ABD0-C930-44F9-B30F-8BA21EBB9CF5}"/>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0" name="íŝḻíḓê">
              <a:extLst>
                <a:ext uri="{FF2B5EF4-FFF2-40B4-BE49-F238E27FC236}">
                  <a16:creationId xmlns:a16="http://schemas.microsoft.com/office/drawing/2014/main" id="{5277F4CE-21DE-4944-B0EC-A4FD9622F7B0}"/>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71" name="isľîḑê">
              <a:extLst>
                <a:ext uri="{FF2B5EF4-FFF2-40B4-BE49-F238E27FC236}">
                  <a16:creationId xmlns:a16="http://schemas.microsoft.com/office/drawing/2014/main" id="{44118A47-9949-4AC7-85C2-70458D9605B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2" name="椭圆 371">
            <a:extLst>
              <a:ext uri="{FF2B5EF4-FFF2-40B4-BE49-F238E27FC236}">
                <a16:creationId xmlns:a16="http://schemas.microsoft.com/office/drawing/2014/main" id="{A284A802-4B01-4ECA-9B1C-BFB63EDA1912}"/>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3" name="文本占位符 163">
            <a:extLst>
              <a:ext uri="{FF2B5EF4-FFF2-40B4-BE49-F238E27FC236}">
                <a16:creationId xmlns:a16="http://schemas.microsoft.com/office/drawing/2014/main" id="{60C89BBD-9E10-4FB1-A5E4-429E78EB2467}"/>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3" name="灯片编号占位符 2"/>
          <p:cNvSpPr>
            <a:spLocks noGrp="1"/>
          </p:cNvSpPr>
          <p:nvPr>
            <p:ph type="sldNum" sz="quarter" idx="16"/>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4113822759"/>
      </p:ext>
    </p:extLst>
  </p:cSld>
  <p:clrMapOvr>
    <a:masterClrMapping/>
  </p:clrMapOvr>
  <p:extLst>
    <p:ext uri="{DCECCB84-F9BA-43D5-87BE-67443E8EF086}">
      <p15:sldGuideLst xmlns:p15="http://schemas.microsoft.com/office/powerpoint/2012/main">
        <p15:guide id="1" orient="horz" pos="3612" userDrawn="1">
          <p15:clr>
            <a:srgbClr val="FBAE40"/>
          </p15:clr>
        </p15:guide>
        <p15:guide id="2" orient="horz" pos="1003" userDrawn="1">
          <p15:clr>
            <a:srgbClr val="FBAE40"/>
          </p15:clr>
        </p15:guide>
        <p15:guide id="3" pos="6856" userDrawn="1">
          <p15:clr>
            <a:srgbClr val="FBAE40"/>
          </p15:clr>
        </p15:guide>
        <p15:guide id="4" pos="82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页6">
    <p:bg>
      <p:bgPr>
        <a:solidFill>
          <a:schemeClr val="bg1">
            <a:lumMod val="95000"/>
          </a:schemeClr>
        </a:solidFill>
        <a:effectLst/>
      </p:bgPr>
    </p:bg>
    <p:spTree>
      <p:nvGrpSpPr>
        <p:cNvPr id="1" name=""/>
        <p:cNvGrpSpPr/>
        <p:nvPr/>
      </p:nvGrpSpPr>
      <p:grpSpPr>
        <a:xfrm>
          <a:off x="0" y="0"/>
          <a:ext cx="0" cy="0"/>
          <a:chOff x="0" y="0"/>
          <a:chExt cx="0" cy="0"/>
        </a:xfrm>
      </p:grpSpPr>
      <p:grpSp>
        <p:nvGrpSpPr>
          <p:cNvPr id="119" name="组合 118">
            <a:extLst>
              <a:ext uri="{FF2B5EF4-FFF2-40B4-BE49-F238E27FC236}">
                <a16:creationId xmlns:a16="http://schemas.microsoft.com/office/drawing/2014/main" id="{BD5C76CF-4CDC-4FD8-A406-830D350F437E}"/>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0" name="îśliďe">
              <a:extLst>
                <a:ext uri="{FF2B5EF4-FFF2-40B4-BE49-F238E27FC236}">
                  <a16:creationId xmlns:a16="http://schemas.microsoft.com/office/drawing/2014/main" id="{E3882706-BB29-4E07-A145-5DFCBFFC456C}"/>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1" name="íšḻíḍé">
              <a:extLst>
                <a:ext uri="{FF2B5EF4-FFF2-40B4-BE49-F238E27FC236}">
                  <a16:creationId xmlns:a16="http://schemas.microsoft.com/office/drawing/2014/main" id="{AD9AEBDF-50AA-4D63-A14E-DCA4735C40E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2" name="ïṥḻïḓé">
              <a:extLst>
                <a:ext uri="{FF2B5EF4-FFF2-40B4-BE49-F238E27FC236}">
                  <a16:creationId xmlns:a16="http://schemas.microsoft.com/office/drawing/2014/main" id="{EC204F16-5232-4172-974D-62E6186D2E6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4" name="î$ḷíḋè">
              <a:extLst>
                <a:ext uri="{FF2B5EF4-FFF2-40B4-BE49-F238E27FC236}">
                  <a16:creationId xmlns:a16="http://schemas.microsoft.com/office/drawing/2014/main" id="{AC4E9B26-CB96-4BB8-A683-B753C07C119D}"/>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34" name="i$ḷiḍe">
              <a:extLst>
                <a:ext uri="{FF2B5EF4-FFF2-40B4-BE49-F238E27FC236}">
                  <a16:creationId xmlns:a16="http://schemas.microsoft.com/office/drawing/2014/main" id="{62854164-A400-44D7-B761-D29DB4C51B46}"/>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35" name="ïṡļïdè">
              <a:extLst>
                <a:ext uri="{FF2B5EF4-FFF2-40B4-BE49-F238E27FC236}">
                  <a16:creationId xmlns:a16="http://schemas.microsoft.com/office/drawing/2014/main" id="{D71DCA37-E7DF-4535-990A-6F6DFE5BA396}"/>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36" name="íŝḻíḓê">
              <a:extLst>
                <a:ext uri="{FF2B5EF4-FFF2-40B4-BE49-F238E27FC236}">
                  <a16:creationId xmlns:a16="http://schemas.microsoft.com/office/drawing/2014/main" id="{5724839E-6F5D-48A1-8DF6-326528C7BBC1}"/>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37" name="isľîḑê">
              <a:extLst>
                <a:ext uri="{FF2B5EF4-FFF2-40B4-BE49-F238E27FC236}">
                  <a16:creationId xmlns:a16="http://schemas.microsoft.com/office/drawing/2014/main" id="{B378591A-9AE4-4B26-BE7E-585CD910AB15}"/>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0" name="图片 9">
            <a:extLst>
              <a:ext uri="{FF2B5EF4-FFF2-40B4-BE49-F238E27FC236}">
                <a16:creationId xmlns:a16="http://schemas.microsoft.com/office/drawing/2014/main" id="{3AA34879-E01F-41E6-8063-BF8956F595A4}"/>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3" name="图片占位符 122">
            <a:extLst>
              <a:ext uri="{FF2B5EF4-FFF2-40B4-BE49-F238E27FC236}">
                <a16:creationId xmlns:a16="http://schemas.microsoft.com/office/drawing/2014/main" id="{3260EEBE-2FE7-4DB6-A8B8-D2754C332572}"/>
              </a:ext>
            </a:extLst>
          </p:cNvPr>
          <p:cNvSpPr>
            <a:spLocks noGrp="1"/>
          </p:cNvSpPr>
          <p:nvPr>
            <p:ph type="pic" sz="quarter" idx="13"/>
          </p:nvPr>
        </p:nvSpPr>
        <p:spPr>
          <a:xfrm>
            <a:off x="4270744" y="1603744"/>
            <a:ext cx="3650512" cy="3650512"/>
          </a:xfrm>
          <a:custGeom>
            <a:avLst/>
            <a:gdLst>
              <a:gd name="connsiteX0" fmla="*/ 1825256 w 3650512"/>
              <a:gd name="connsiteY0" fmla="*/ 967751 h 3650512"/>
              <a:gd name="connsiteX1" fmla="*/ 967751 w 3650512"/>
              <a:gd name="connsiteY1" fmla="*/ 1825256 h 3650512"/>
              <a:gd name="connsiteX2" fmla="*/ 1825256 w 3650512"/>
              <a:gd name="connsiteY2" fmla="*/ 2682761 h 3650512"/>
              <a:gd name="connsiteX3" fmla="*/ 2682761 w 3650512"/>
              <a:gd name="connsiteY3" fmla="*/ 1825256 h 3650512"/>
              <a:gd name="connsiteX4" fmla="*/ 1825256 w 3650512"/>
              <a:gd name="connsiteY4" fmla="*/ 967751 h 3650512"/>
              <a:gd name="connsiteX5" fmla="*/ 1825256 w 3650512"/>
              <a:gd name="connsiteY5" fmla="*/ 0 h 3650512"/>
              <a:gd name="connsiteX6" fmla="*/ 3650512 w 3650512"/>
              <a:gd name="connsiteY6" fmla="*/ 1825256 h 3650512"/>
              <a:gd name="connsiteX7" fmla="*/ 1825256 w 3650512"/>
              <a:gd name="connsiteY7" fmla="*/ 3650512 h 3650512"/>
              <a:gd name="connsiteX8" fmla="*/ 0 w 3650512"/>
              <a:gd name="connsiteY8" fmla="*/ 1825256 h 3650512"/>
              <a:gd name="connsiteX9" fmla="*/ 1825256 w 3650512"/>
              <a:gd name="connsiteY9" fmla="*/ 0 h 3650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50512" h="3650512">
                <a:moveTo>
                  <a:pt x="1825256" y="967751"/>
                </a:moveTo>
                <a:cubicBezTo>
                  <a:pt x="1351669" y="967751"/>
                  <a:pt x="967751" y="1351669"/>
                  <a:pt x="967751" y="1825256"/>
                </a:cubicBezTo>
                <a:cubicBezTo>
                  <a:pt x="967751" y="2298843"/>
                  <a:pt x="1351669" y="2682761"/>
                  <a:pt x="1825256" y="2682761"/>
                </a:cubicBezTo>
                <a:cubicBezTo>
                  <a:pt x="2298843" y="2682761"/>
                  <a:pt x="2682761" y="2298843"/>
                  <a:pt x="2682761" y="1825256"/>
                </a:cubicBezTo>
                <a:cubicBezTo>
                  <a:pt x="2682761" y="1351669"/>
                  <a:pt x="2298843" y="967751"/>
                  <a:pt x="1825256" y="967751"/>
                </a:cubicBezTo>
                <a:close/>
                <a:moveTo>
                  <a:pt x="1825256" y="0"/>
                </a:moveTo>
                <a:cubicBezTo>
                  <a:pt x="2833317" y="0"/>
                  <a:pt x="3650512" y="817195"/>
                  <a:pt x="3650512" y="1825256"/>
                </a:cubicBezTo>
                <a:cubicBezTo>
                  <a:pt x="3650512" y="2833317"/>
                  <a:pt x="2833317" y="3650512"/>
                  <a:pt x="1825256" y="3650512"/>
                </a:cubicBezTo>
                <a:cubicBezTo>
                  <a:pt x="817195" y="3650512"/>
                  <a:pt x="0" y="2833317"/>
                  <a:pt x="0" y="1825256"/>
                </a:cubicBezTo>
                <a:cubicBezTo>
                  <a:pt x="0" y="817195"/>
                  <a:pt x="817195" y="0"/>
                  <a:pt x="1825256" y="0"/>
                </a:cubicBezTo>
                <a:close/>
              </a:path>
            </a:pathLst>
          </a:custGeom>
        </p:spPr>
        <p:txBody>
          <a:bodyPr wrap="square">
            <a:noAutofit/>
          </a:bodyPr>
          <a:lstStyle/>
          <a:p>
            <a:endParaRPr lang="zh-CN" altLang="en-US"/>
          </a:p>
        </p:txBody>
      </p:sp>
      <p:sp>
        <p:nvSpPr>
          <p:cNvPr id="345" name="文本框 344">
            <a:extLst>
              <a:ext uri="{FF2B5EF4-FFF2-40B4-BE49-F238E27FC236}">
                <a16:creationId xmlns:a16="http://schemas.microsoft.com/office/drawing/2014/main" id="{1FFB2C88-BB5C-4847-85CC-F02F1B8BE46B}"/>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49" name="直接连接符 348">
            <a:extLst>
              <a:ext uri="{FF2B5EF4-FFF2-40B4-BE49-F238E27FC236}">
                <a16:creationId xmlns:a16="http://schemas.microsoft.com/office/drawing/2014/main" id="{F8273BDA-C3B7-4CD5-B30F-84054671F1E3}"/>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50" name="组合 349">
            <a:extLst>
              <a:ext uri="{FF2B5EF4-FFF2-40B4-BE49-F238E27FC236}">
                <a16:creationId xmlns:a16="http://schemas.microsoft.com/office/drawing/2014/main" id="{62DA841C-B0FC-441D-B6FA-3A76735A2352}"/>
              </a:ext>
            </a:extLst>
          </p:cNvPr>
          <p:cNvGrpSpPr/>
          <p:nvPr userDrawn="1"/>
        </p:nvGrpSpPr>
        <p:grpSpPr>
          <a:xfrm>
            <a:off x="10672870" y="250062"/>
            <a:ext cx="913766" cy="457978"/>
            <a:chOff x="1585727" y="453077"/>
            <a:chExt cx="374706" cy="187802"/>
          </a:xfrm>
          <a:solidFill>
            <a:schemeClr val="accent1"/>
          </a:solidFill>
        </p:grpSpPr>
        <p:sp>
          <p:nvSpPr>
            <p:cNvPr id="351" name="îśliďe">
              <a:extLst>
                <a:ext uri="{FF2B5EF4-FFF2-40B4-BE49-F238E27FC236}">
                  <a16:creationId xmlns:a16="http://schemas.microsoft.com/office/drawing/2014/main" id="{58321EF8-4CCC-4EE9-8F7E-019429227CA3}"/>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52" name="íšḻíḍé">
              <a:extLst>
                <a:ext uri="{FF2B5EF4-FFF2-40B4-BE49-F238E27FC236}">
                  <a16:creationId xmlns:a16="http://schemas.microsoft.com/office/drawing/2014/main" id="{36263F3B-D078-4D23-B157-E102609A9DD0}"/>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53" name="ïṥḻïḓé">
              <a:extLst>
                <a:ext uri="{FF2B5EF4-FFF2-40B4-BE49-F238E27FC236}">
                  <a16:creationId xmlns:a16="http://schemas.microsoft.com/office/drawing/2014/main" id="{69F05112-281F-497F-AE2F-C0E02BC0D4D1}"/>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4" name="î$ḷíḋè">
              <a:extLst>
                <a:ext uri="{FF2B5EF4-FFF2-40B4-BE49-F238E27FC236}">
                  <a16:creationId xmlns:a16="http://schemas.microsoft.com/office/drawing/2014/main" id="{04E03DD5-9A0D-4AA0-A2F1-11042A90817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5" name="i$ḷiḍe">
              <a:extLst>
                <a:ext uri="{FF2B5EF4-FFF2-40B4-BE49-F238E27FC236}">
                  <a16:creationId xmlns:a16="http://schemas.microsoft.com/office/drawing/2014/main" id="{4B77F4C5-E3AE-4169-B878-DB12C4676DA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6" name="ïṡļïdè">
              <a:extLst>
                <a:ext uri="{FF2B5EF4-FFF2-40B4-BE49-F238E27FC236}">
                  <a16:creationId xmlns:a16="http://schemas.microsoft.com/office/drawing/2014/main" id="{D45A3C55-694A-4013-8AC2-95CC4607B7B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7" name="íŝḻíḓê">
              <a:extLst>
                <a:ext uri="{FF2B5EF4-FFF2-40B4-BE49-F238E27FC236}">
                  <a16:creationId xmlns:a16="http://schemas.microsoft.com/office/drawing/2014/main" id="{76DDA1F3-1FE3-4894-B220-B479D05C30BB}"/>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8" name="isľîḑê">
              <a:extLst>
                <a:ext uri="{FF2B5EF4-FFF2-40B4-BE49-F238E27FC236}">
                  <a16:creationId xmlns:a16="http://schemas.microsoft.com/office/drawing/2014/main" id="{D6D22BCB-DDCB-4BB2-A677-40B58CFB03EE}"/>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9" name="椭圆 358">
            <a:extLst>
              <a:ext uri="{FF2B5EF4-FFF2-40B4-BE49-F238E27FC236}">
                <a16:creationId xmlns:a16="http://schemas.microsoft.com/office/drawing/2014/main" id="{0DED06CF-8729-484D-A57D-ABDB2CE2B471}"/>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0" name="文本占位符 163">
            <a:extLst>
              <a:ext uri="{FF2B5EF4-FFF2-40B4-BE49-F238E27FC236}">
                <a16:creationId xmlns:a16="http://schemas.microsoft.com/office/drawing/2014/main" id="{1018FF4D-35C8-42BF-BBB9-05C28B084777}"/>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471861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容页7">
    <p:bg>
      <p:bgPr>
        <a:solidFill>
          <a:schemeClr val="bg1">
            <a:lumMod val="95000"/>
          </a:schemeClr>
        </a:solidFill>
        <a:effectLst/>
      </p:bgPr>
    </p:bg>
    <p:spTree>
      <p:nvGrpSpPr>
        <p:cNvPr id="1" name=""/>
        <p:cNvGrpSpPr/>
        <p:nvPr/>
      </p:nvGrpSpPr>
      <p:grpSpPr>
        <a:xfrm>
          <a:off x="0" y="0"/>
          <a:ext cx="0" cy="0"/>
          <a:chOff x="0" y="0"/>
          <a:chExt cx="0" cy="0"/>
        </a:xfrm>
      </p:grpSpPr>
      <p:grpSp>
        <p:nvGrpSpPr>
          <p:cNvPr id="122" name="组合 121">
            <a:extLst>
              <a:ext uri="{FF2B5EF4-FFF2-40B4-BE49-F238E27FC236}">
                <a16:creationId xmlns:a16="http://schemas.microsoft.com/office/drawing/2014/main" id="{74D0CD4D-7CB3-4422-A61F-989D7C40ED76}"/>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123" name="îśliďe">
              <a:extLst>
                <a:ext uri="{FF2B5EF4-FFF2-40B4-BE49-F238E27FC236}">
                  <a16:creationId xmlns:a16="http://schemas.microsoft.com/office/drawing/2014/main" id="{B16A8DA4-F0AB-4CE1-B842-2A845ACE558F}"/>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24" name="íšḻíḍé">
              <a:extLst>
                <a:ext uri="{FF2B5EF4-FFF2-40B4-BE49-F238E27FC236}">
                  <a16:creationId xmlns:a16="http://schemas.microsoft.com/office/drawing/2014/main" id="{47557DD7-75AC-4164-AA80-13DD4BC67C35}"/>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5" name="ïṥḻïḓé">
              <a:extLst>
                <a:ext uri="{FF2B5EF4-FFF2-40B4-BE49-F238E27FC236}">
                  <a16:creationId xmlns:a16="http://schemas.microsoft.com/office/drawing/2014/main" id="{B92DE3AC-FC3B-4466-AE74-CE413292AD0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26" name="î$ḷíḋè">
              <a:extLst>
                <a:ext uri="{FF2B5EF4-FFF2-40B4-BE49-F238E27FC236}">
                  <a16:creationId xmlns:a16="http://schemas.microsoft.com/office/drawing/2014/main" id="{3CB510D1-98F3-45C4-B84A-6EE3B7E0363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27" name="i$ḷiḍe">
              <a:extLst>
                <a:ext uri="{FF2B5EF4-FFF2-40B4-BE49-F238E27FC236}">
                  <a16:creationId xmlns:a16="http://schemas.microsoft.com/office/drawing/2014/main" id="{5B994F86-3CBE-47A4-A838-7F739CB8258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28" name="ïṡļïdè">
              <a:extLst>
                <a:ext uri="{FF2B5EF4-FFF2-40B4-BE49-F238E27FC236}">
                  <a16:creationId xmlns:a16="http://schemas.microsoft.com/office/drawing/2014/main" id="{B754AC3A-C994-4AE4-BD3B-1EA10B8023A9}"/>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30" name="íŝḻíḓê">
              <a:extLst>
                <a:ext uri="{FF2B5EF4-FFF2-40B4-BE49-F238E27FC236}">
                  <a16:creationId xmlns:a16="http://schemas.microsoft.com/office/drawing/2014/main" id="{00DF682D-4207-4BB5-99C5-00F91E3C37F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31" name="isľîḑê">
              <a:extLst>
                <a:ext uri="{FF2B5EF4-FFF2-40B4-BE49-F238E27FC236}">
                  <a16:creationId xmlns:a16="http://schemas.microsoft.com/office/drawing/2014/main" id="{63856FA2-6AA1-4491-AA4B-C527877B3257}"/>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8" name="图片 7">
            <a:extLst>
              <a:ext uri="{FF2B5EF4-FFF2-40B4-BE49-F238E27FC236}">
                <a16:creationId xmlns:a16="http://schemas.microsoft.com/office/drawing/2014/main" id="{7FE8FDFB-689F-45C3-AB73-230F8D7BB489}"/>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62" name="文本框 361">
            <a:extLst>
              <a:ext uri="{FF2B5EF4-FFF2-40B4-BE49-F238E27FC236}">
                <a16:creationId xmlns:a16="http://schemas.microsoft.com/office/drawing/2014/main" id="{94D3B23F-5A5E-4553-88B8-1DA9EE1E9565}"/>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66" name="直接连接符 365">
            <a:extLst>
              <a:ext uri="{FF2B5EF4-FFF2-40B4-BE49-F238E27FC236}">
                <a16:creationId xmlns:a16="http://schemas.microsoft.com/office/drawing/2014/main" id="{9C6C8BDF-2D7C-473D-B458-53FCC2B52C1C}"/>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67" name="组合 366">
            <a:extLst>
              <a:ext uri="{FF2B5EF4-FFF2-40B4-BE49-F238E27FC236}">
                <a16:creationId xmlns:a16="http://schemas.microsoft.com/office/drawing/2014/main" id="{D5A00397-205D-4024-B3B1-D6D628207BA2}"/>
              </a:ext>
            </a:extLst>
          </p:cNvPr>
          <p:cNvGrpSpPr/>
          <p:nvPr userDrawn="1"/>
        </p:nvGrpSpPr>
        <p:grpSpPr>
          <a:xfrm>
            <a:off x="10672870" y="250062"/>
            <a:ext cx="913766" cy="457978"/>
            <a:chOff x="1585727" y="453077"/>
            <a:chExt cx="374706" cy="187802"/>
          </a:xfrm>
          <a:solidFill>
            <a:schemeClr val="accent1"/>
          </a:solidFill>
        </p:grpSpPr>
        <p:sp>
          <p:nvSpPr>
            <p:cNvPr id="368" name="îśliďe">
              <a:extLst>
                <a:ext uri="{FF2B5EF4-FFF2-40B4-BE49-F238E27FC236}">
                  <a16:creationId xmlns:a16="http://schemas.microsoft.com/office/drawing/2014/main" id="{C2AC93F6-7EF1-4C7C-90AF-A2B433CD135D}"/>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69" name="íšḻíḍé">
              <a:extLst>
                <a:ext uri="{FF2B5EF4-FFF2-40B4-BE49-F238E27FC236}">
                  <a16:creationId xmlns:a16="http://schemas.microsoft.com/office/drawing/2014/main" id="{2FAD104F-A021-4581-B7EE-1376C48161FC}"/>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0" name="ïṥḻïḓé">
              <a:extLst>
                <a:ext uri="{FF2B5EF4-FFF2-40B4-BE49-F238E27FC236}">
                  <a16:creationId xmlns:a16="http://schemas.microsoft.com/office/drawing/2014/main" id="{8EA3C0BA-83C9-406A-85C7-DF222813583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71" name="î$ḷíḋè">
              <a:extLst>
                <a:ext uri="{FF2B5EF4-FFF2-40B4-BE49-F238E27FC236}">
                  <a16:creationId xmlns:a16="http://schemas.microsoft.com/office/drawing/2014/main" id="{D6521A6E-C7B6-4BA5-B4FD-80E746A18AB8}"/>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72" name="i$ḷiḍe">
              <a:extLst>
                <a:ext uri="{FF2B5EF4-FFF2-40B4-BE49-F238E27FC236}">
                  <a16:creationId xmlns:a16="http://schemas.microsoft.com/office/drawing/2014/main" id="{58D9E513-694A-47F8-B40E-C7926701D4E0}"/>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73" name="ïṡļïdè">
              <a:extLst>
                <a:ext uri="{FF2B5EF4-FFF2-40B4-BE49-F238E27FC236}">
                  <a16:creationId xmlns:a16="http://schemas.microsoft.com/office/drawing/2014/main" id="{EBB8A3BD-80BF-46C5-B37E-DC2E53C6EFB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74" name="íŝḻíḓê">
              <a:extLst>
                <a:ext uri="{FF2B5EF4-FFF2-40B4-BE49-F238E27FC236}">
                  <a16:creationId xmlns:a16="http://schemas.microsoft.com/office/drawing/2014/main" id="{868C3F70-2BBF-4FF7-9671-551B3758BF4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75" name="isľîḑê">
              <a:extLst>
                <a:ext uri="{FF2B5EF4-FFF2-40B4-BE49-F238E27FC236}">
                  <a16:creationId xmlns:a16="http://schemas.microsoft.com/office/drawing/2014/main" id="{0B754972-5CC0-4E71-87F6-0C1E0C7AB2FE}"/>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76" name="椭圆 375">
            <a:extLst>
              <a:ext uri="{FF2B5EF4-FFF2-40B4-BE49-F238E27FC236}">
                <a16:creationId xmlns:a16="http://schemas.microsoft.com/office/drawing/2014/main" id="{2E18A2F9-FCAD-45DC-873C-B0712829CEED}"/>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7" name="文本占位符 163">
            <a:extLst>
              <a:ext uri="{FF2B5EF4-FFF2-40B4-BE49-F238E27FC236}">
                <a16:creationId xmlns:a16="http://schemas.microsoft.com/office/drawing/2014/main" id="{99939446-2CEA-4BC2-8FE1-8AAC53CF5818}"/>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9" name="图片占位符 124">
            <a:extLst>
              <a:ext uri="{FF2B5EF4-FFF2-40B4-BE49-F238E27FC236}">
                <a16:creationId xmlns:a16="http://schemas.microsoft.com/office/drawing/2014/main" id="{98574245-9811-426C-A0BB-6D92400A08CF}"/>
              </a:ext>
            </a:extLst>
          </p:cNvPr>
          <p:cNvSpPr>
            <a:spLocks noGrp="1"/>
          </p:cNvSpPr>
          <p:nvPr>
            <p:ph type="pic" sz="quarter" idx="13"/>
          </p:nvPr>
        </p:nvSpPr>
        <p:spPr>
          <a:xfrm>
            <a:off x="711199" y="1130300"/>
            <a:ext cx="33516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2" name="图片占位符 124">
            <a:extLst>
              <a:ext uri="{FF2B5EF4-FFF2-40B4-BE49-F238E27FC236}">
                <a16:creationId xmlns:a16="http://schemas.microsoft.com/office/drawing/2014/main" id="{9FE45EFE-7522-4737-A791-DFFCFF7A0D03}"/>
              </a:ext>
            </a:extLst>
          </p:cNvPr>
          <p:cNvSpPr>
            <a:spLocks noGrp="1"/>
          </p:cNvSpPr>
          <p:nvPr>
            <p:ph type="pic" sz="quarter" idx="14"/>
          </p:nvPr>
        </p:nvSpPr>
        <p:spPr>
          <a:xfrm>
            <a:off x="4413249" y="952500"/>
            <a:ext cx="33516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3" name="图片占位符 124">
            <a:extLst>
              <a:ext uri="{FF2B5EF4-FFF2-40B4-BE49-F238E27FC236}">
                <a16:creationId xmlns:a16="http://schemas.microsoft.com/office/drawing/2014/main" id="{88E73764-5B69-4384-9522-9E44A915050C}"/>
              </a:ext>
            </a:extLst>
          </p:cNvPr>
          <p:cNvSpPr>
            <a:spLocks noGrp="1"/>
          </p:cNvSpPr>
          <p:nvPr>
            <p:ph type="pic" sz="quarter" idx="15"/>
          </p:nvPr>
        </p:nvSpPr>
        <p:spPr>
          <a:xfrm>
            <a:off x="8115299" y="1130300"/>
            <a:ext cx="3351600" cy="2300400"/>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txBody>
          <a:bodyPr wrap="square">
            <a:noAutofit/>
          </a:bodyPr>
          <a:lstStyle/>
          <a:p>
            <a:endParaRPr lang="zh-CN" altLang="en-US"/>
          </a:p>
        </p:txBody>
      </p:sp>
      <p:sp>
        <p:nvSpPr>
          <p:cNvPr id="30" name="文本框 29"/>
          <p:cNvSpPr txBox="1"/>
          <p:nvPr userDrawn="1"/>
        </p:nvSpPr>
        <p:spPr>
          <a:xfrm>
            <a:off x="9972942" y="6385246"/>
            <a:ext cx="1419358" cy="374477"/>
          </a:xfrm>
          <a:prstGeom prst="rect">
            <a:avLst/>
          </a:prstGeom>
          <a:noFill/>
        </p:spPr>
        <p:txBody>
          <a:bodyPr wrap="square" rtlCol="0">
            <a:spAutoFit/>
          </a:bodyPr>
          <a:lstStyle/>
          <a:p>
            <a:pPr algn="l"/>
            <a:r>
              <a:rPr lang="en-US" altLang="zh-CN" dirty="0">
                <a:latin typeface="+mn-ea"/>
              </a:rPr>
              <a:t>&lt;#&gt;</a:t>
            </a:r>
            <a:endParaRPr lang="zh-CN" altLang="en-US" dirty="0">
              <a:latin typeface="+mn-ea"/>
            </a:endParaRPr>
          </a:p>
        </p:txBody>
      </p:sp>
      <p:sp>
        <p:nvSpPr>
          <p:cNvPr id="2" name="页脚占位符 1"/>
          <p:cNvSpPr>
            <a:spLocks noGrp="1"/>
          </p:cNvSpPr>
          <p:nvPr>
            <p:ph type="ftr" sz="quarter" idx="16"/>
          </p:nvPr>
        </p:nvSpPr>
        <p:spPr/>
        <p:txBody>
          <a:bodyPr/>
          <a:lstStyle/>
          <a:p>
            <a:endParaRPr lang="zh-CN" altLang="en-US"/>
          </a:p>
        </p:txBody>
      </p:sp>
      <p:sp>
        <p:nvSpPr>
          <p:cNvPr id="3" name="灯片编号占位符 2"/>
          <p:cNvSpPr>
            <a:spLocks noGrp="1"/>
          </p:cNvSpPr>
          <p:nvPr>
            <p:ph type="sldNum" sz="quarter" idx="17"/>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2034783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8">
    <p:bg>
      <p:bgPr>
        <a:solidFill>
          <a:schemeClr val="bg1">
            <a:lumMod val="95000"/>
          </a:schemeClr>
        </a:solidFill>
        <a:effectLst/>
      </p:bgPr>
    </p:bg>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4040DF1C-DF51-4150-84E0-55C05E581F53}"/>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48" name="文本框 347">
            <a:extLst>
              <a:ext uri="{FF2B5EF4-FFF2-40B4-BE49-F238E27FC236}">
                <a16:creationId xmlns:a16="http://schemas.microsoft.com/office/drawing/2014/main" id="{DAD3451D-ECED-46FE-A1C6-35B04A31476C}"/>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52" name="直接连接符 351">
            <a:extLst>
              <a:ext uri="{FF2B5EF4-FFF2-40B4-BE49-F238E27FC236}">
                <a16:creationId xmlns:a16="http://schemas.microsoft.com/office/drawing/2014/main" id="{8F84D5F3-B086-4437-81F9-90622CE95DA5}"/>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53" name="组合 352">
            <a:extLst>
              <a:ext uri="{FF2B5EF4-FFF2-40B4-BE49-F238E27FC236}">
                <a16:creationId xmlns:a16="http://schemas.microsoft.com/office/drawing/2014/main" id="{4521C380-E6ED-4446-84F6-129782DD186B}"/>
              </a:ext>
            </a:extLst>
          </p:cNvPr>
          <p:cNvGrpSpPr/>
          <p:nvPr userDrawn="1"/>
        </p:nvGrpSpPr>
        <p:grpSpPr>
          <a:xfrm>
            <a:off x="10672870" y="250062"/>
            <a:ext cx="913766" cy="457978"/>
            <a:chOff x="1585727" y="453077"/>
            <a:chExt cx="374706" cy="187802"/>
          </a:xfrm>
          <a:solidFill>
            <a:schemeClr val="accent1"/>
          </a:solidFill>
        </p:grpSpPr>
        <p:sp>
          <p:nvSpPr>
            <p:cNvPr id="354" name="îśliďe">
              <a:extLst>
                <a:ext uri="{FF2B5EF4-FFF2-40B4-BE49-F238E27FC236}">
                  <a16:creationId xmlns:a16="http://schemas.microsoft.com/office/drawing/2014/main" id="{D45A5843-2D74-4E88-9FEB-0517F2C90330}"/>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55" name="íšḻíḍé">
              <a:extLst>
                <a:ext uri="{FF2B5EF4-FFF2-40B4-BE49-F238E27FC236}">
                  <a16:creationId xmlns:a16="http://schemas.microsoft.com/office/drawing/2014/main" id="{6EF99092-5361-471B-BAF9-4A6A55E3EC81}"/>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56" name="ïṥḻïḓé">
              <a:extLst>
                <a:ext uri="{FF2B5EF4-FFF2-40B4-BE49-F238E27FC236}">
                  <a16:creationId xmlns:a16="http://schemas.microsoft.com/office/drawing/2014/main" id="{D6585258-1246-4CB5-951B-258D663DB71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7" name="î$ḷíḋè">
              <a:extLst>
                <a:ext uri="{FF2B5EF4-FFF2-40B4-BE49-F238E27FC236}">
                  <a16:creationId xmlns:a16="http://schemas.microsoft.com/office/drawing/2014/main" id="{72B3D43F-AC29-449F-B262-39D44FDFE444}"/>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8" name="i$ḷiḍe">
              <a:extLst>
                <a:ext uri="{FF2B5EF4-FFF2-40B4-BE49-F238E27FC236}">
                  <a16:creationId xmlns:a16="http://schemas.microsoft.com/office/drawing/2014/main" id="{5E265AE9-D369-403E-BDDA-1CE4382ACEC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9" name="ïṡļïdè">
              <a:extLst>
                <a:ext uri="{FF2B5EF4-FFF2-40B4-BE49-F238E27FC236}">
                  <a16:creationId xmlns:a16="http://schemas.microsoft.com/office/drawing/2014/main" id="{C596E6BD-7183-4BD0-9B22-07CF422B1D99}"/>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60" name="íŝḻíḓê">
              <a:extLst>
                <a:ext uri="{FF2B5EF4-FFF2-40B4-BE49-F238E27FC236}">
                  <a16:creationId xmlns:a16="http://schemas.microsoft.com/office/drawing/2014/main" id="{DF682DA0-E333-4797-8930-E5DA6B9E3886}"/>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1" name="isľîḑê">
              <a:extLst>
                <a:ext uri="{FF2B5EF4-FFF2-40B4-BE49-F238E27FC236}">
                  <a16:creationId xmlns:a16="http://schemas.microsoft.com/office/drawing/2014/main" id="{08AE166C-BDFC-42E2-8A96-0E1876079721}"/>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62" name="椭圆 361">
            <a:extLst>
              <a:ext uri="{FF2B5EF4-FFF2-40B4-BE49-F238E27FC236}">
                <a16:creationId xmlns:a16="http://schemas.microsoft.com/office/drawing/2014/main" id="{A5984959-EE82-4C96-B37D-D0FA2BFBA7EA}"/>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3" name="文本占位符 163">
            <a:extLst>
              <a:ext uri="{FF2B5EF4-FFF2-40B4-BE49-F238E27FC236}">
                <a16:creationId xmlns:a16="http://schemas.microsoft.com/office/drawing/2014/main" id="{C9929440-E775-4F96-B674-E574CA43CCB6}"/>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1" name="图片占位符 10">
            <a:extLst>
              <a:ext uri="{FF2B5EF4-FFF2-40B4-BE49-F238E27FC236}">
                <a16:creationId xmlns:a16="http://schemas.microsoft.com/office/drawing/2014/main" id="{1291BC66-BF0B-4511-AA5A-69AD0B0D0EB0}"/>
              </a:ext>
            </a:extLst>
          </p:cNvPr>
          <p:cNvSpPr>
            <a:spLocks noGrp="1"/>
          </p:cNvSpPr>
          <p:nvPr>
            <p:ph type="pic" sz="quarter" idx="17"/>
          </p:nvPr>
        </p:nvSpPr>
        <p:spPr>
          <a:xfrm>
            <a:off x="666677" y="1174731"/>
            <a:ext cx="2713111" cy="2244968"/>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2" name="图片占位符 14">
            <a:extLst>
              <a:ext uri="{FF2B5EF4-FFF2-40B4-BE49-F238E27FC236}">
                <a16:creationId xmlns:a16="http://schemas.microsoft.com/office/drawing/2014/main" id="{2BDF8F97-240C-478A-A6F3-C3D6278C0B62}"/>
              </a:ext>
            </a:extLst>
          </p:cNvPr>
          <p:cNvSpPr>
            <a:spLocks noGrp="1"/>
          </p:cNvSpPr>
          <p:nvPr>
            <p:ph type="pic" sz="quarter" idx="18"/>
          </p:nvPr>
        </p:nvSpPr>
        <p:spPr>
          <a:xfrm>
            <a:off x="6095999" y="1181081"/>
            <a:ext cx="2713111" cy="2238617"/>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3" name="图片占位符 12">
            <a:extLst>
              <a:ext uri="{FF2B5EF4-FFF2-40B4-BE49-F238E27FC236}">
                <a16:creationId xmlns:a16="http://schemas.microsoft.com/office/drawing/2014/main" id="{E047C537-F709-4925-9822-92EA283D8576}"/>
              </a:ext>
            </a:extLst>
          </p:cNvPr>
          <p:cNvSpPr>
            <a:spLocks noGrp="1"/>
          </p:cNvSpPr>
          <p:nvPr>
            <p:ph type="pic" sz="quarter" idx="19"/>
          </p:nvPr>
        </p:nvSpPr>
        <p:spPr>
          <a:xfrm>
            <a:off x="3379788" y="3431951"/>
            <a:ext cx="2716212" cy="2244967"/>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4" name="图片占位符 8">
            <a:extLst>
              <a:ext uri="{FF2B5EF4-FFF2-40B4-BE49-F238E27FC236}">
                <a16:creationId xmlns:a16="http://schemas.microsoft.com/office/drawing/2014/main" id="{4993AA73-D4AE-499B-BDAF-4616729ECEA6}"/>
              </a:ext>
            </a:extLst>
          </p:cNvPr>
          <p:cNvSpPr>
            <a:spLocks noGrp="1"/>
          </p:cNvSpPr>
          <p:nvPr>
            <p:ph type="pic" sz="quarter" idx="16"/>
          </p:nvPr>
        </p:nvSpPr>
        <p:spPr>
          <a:xfrm>
            <a:off x="8810624" y="3426048"/>
            <a:ext cx="2708276" cy="2250869"/>
          </a:xfrm>
          <a:custGeom>
            <a:avLst/>
            <a:gdLst>
              <a:gd name="connsiteX0" fmla="*/ 0 w 3492500"/>
              <a:gd name="connsiteY0" fmla="*/ 0 h 2066539"/>
              <a:gd name="connsiteX1" fmla="*/ 3492500 w 3492500"/>
              <a:gd name="connsiteY1" fmla="*/ 0 h 2066539"/>
              <a:gd name="connsiteX2" fmla="*/ 3492500 w 3492500"/>
              <a:gd name="connsiteY2" fmla="*/ 2066539 h 2066539"/>
              <a:gd name="connsiteX3" fmla="*/ 0 w 3492500"/>
              <a:gd name="connsiteY3" fmla="*/ 2066539 h 2066539"/>
            </a:gdLst>
            <a:ahLst/>
            <a:cxnLst>
              <a:cxn ang="0">
                <a:pos x="connsiteX0" y="connsiteY0"/>
              </a:cxn>
              <a:cxn ang="0">
                <a:pos x="connsiteX1" y="connsiteY1"/>
              </a:cxn>
              <a:cxn ang="0">
                <a:pos x="connsiteX2" y="connsiteY2"/>
              </a:cxn>
              <a:cxn ang="0">
                <a:pos x="connsiteX3" y="connsiteY3"/>
              </a:cxn>
            </a:cxnLst>
            <a:rect l="l" t="t" r="r" b="b"/>
            <a:pathLst>
              <a:path w="3492500" h="2066539">
                <a:moveTo>
                  <a:pt x="0" y="0"/>
                </a:moveTo>
                <a:lnTo>
                  <a:pt x="3492500" y="0"/>
                </a:lnTo>
                <a:lnTo>
                  <a:pt x="3492500" y="2066539"/>
                </a:lnTo>
                <a:lnTo>
                  <a:pt x="0" y="2066539"/>
                </a:lnTo>
                <a:close/>
              </a:path>
            </a:pathLst>
          </a:custGeom>
        </p:spPr>
      </p:sp>
      <p:sp>
        <p:nvSpPr>
          <p:cNvPr id="25" name="文本框 24"/>
          <p:cNvSpPr txBox="1"/>
          <p:nvPr userDrawn="1"/>
        </p:nvSpPr>
        <p:spPr>
          <a:xfrm>
            <a:off x="9972942" y="6385246"/>
            <a:ext cx="1419358" cy="374477"/>
          </a:xfrm>
          <a:prstGeom prst="rect">
            <a:avLst/>
          </a:prstGeom>
          <a:noFill/>
        </p:spPr>
        <p:txBody>
          <a:bodyPr wrap="square" rtlCol="0">
            <a:spAutoFit/>
          </a:bodyPr>
          <a:lstStyle/>
          <a:p>
            <a:pPr algn="l"/>
            <a:r>
              <a:rPr lang="en-US" altLang="zh-CN" dirty="0">
                <a:latin typeface="+mn-ea"/>
              </a:rPr>
              <a:t>&lt;#&gt;</a:t>
            </a:r>
            <a:endParaRPr lang="zh-CN" altLang="en-US" dirty="0">
              <a:latin typeface="+mn-ea"/>
            </a:endParaRPr>
          </a:p>
        </p:txBody>
      </p:sp>
      <p:sp>
        <p:nvSpPr>
          <p:cNvPr id="2" name="页脚占位符 1"/>
          <p:cNvSpPr>
            <a:spLocks noGrp="1"/>
          </p:cNvSpPr>
          <p:nvPr>
            <p:ph type="ftr" sz="quarter" idx="20"/>
          </p:nvPr>
        </p:nvSpPr>
        <p:spPr/>
        <p:txBody>
          <a:bodyPr/>
          <a:lstStyle/>
          <a:p>
            <a:endParaRPr lang="zh-CN" altLang="en-US"/>
          </a:p>
        </p:txBody>
      </p:sp>
      <p:sp>
        <p:nvSpPr>
          <p:cNvPr id="3" name="灯片编号占位符 2"/>
          <p:cNvSpPr>
            <a:spLocks noGrp="1"/>
          </p:cNvSpPr>
          <p:nvPr>
            <p:ph type="sldNum" sz="quarter" idx="21"/>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732375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页9">
    <p:bg>
      <p:bgPr>
        <a:solidFill>
          <a:schemeClr val="bg1">
            <a:lumMod val="95000"/>
          </a:schemeClr>
        </a:solidFill>
        <a:effectLst/>
      </p:bgPr>
    </p:bg>
    <p:spTree>
      <p:nvGrpSpPr>
        <p:cNvPr id="1" name=""/>
        <p:cNvGrpSpPr/>
        <p:nvPr/>
      </p:nvGrpSpPr>
      <p:grpSpPr>
        <a:xfrm>
          <a:off x="0" y="0"/>
          <a:ext cx="0" cy="0"/>
          <a:chOff x="0" y="0"/>
          <a:chExt cx="0" cy="0"/>
        </a:xfrm>
      </p:grpSpPr>
      <p:grpSp>
        <p:nvGrpSpPr>
          <p:cNvPr id="146" name="组合 145">
            <a:extLst>
              <a:ext uri="{FF2B5EF4-FFF2-40B4-BE49-F238E27FC236}">
                <a16:creationId xmlns:a16="http://schemas.microsoft.com/office/drawing/2014/main" id="{397BC86B-A684-4F9A-B2F5-A3FF539B58D0}"/>
              </a:ext>
            </a:extLst>
          </p:cNvPr>
          <p:cNvGrpSpPr/>
          <p:nvPr userDrawn="1"/>
        </p:nvGrpSpPr>
        <p:grpSpPr>
          <a:xfrm>
            <a:off x="2539883" y="1618683"/>
            <a:ext cx="7112234" cy="3564639"/>
            <a:chOff x="1585727" y="453077"/>
            <a:chExt cx="374706" cy="187802"/>
          </a:xfrm>
          <a:solidFill>
            <a:schemeClr val="bg1">
              <a:lumMod val="65000"/>
              <a:alpha val="4000"/>
            </a:schemeClr>
          </a:solidFill>
        </p:grpSpPr>
        <p:sp>
          <p:nvSpPr>
            <p:cNvPr id="147" name="îśliďe">
              <a:extLst>
                <a:ext uri="{FF2B5EF4-FFF2-40B4-BE49-F238E27FC236}">
                  <a16:creationId xmlns:a16="http://schemas.microsoft.com/office/drawing/2014/main" id="{A8DC4B7E-B4D2-41E9-B335-2338FD126847}"/>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48" name="íšḻíḍé">
              <a:extLst>
                <a:ext uri="{FF2B5EF4-FFF2-40B4-BE49-F238E27FC236}">
                  <a16:creationId xmlns:a16="http://schemas.microsoft.com/office/drawing/2014/main" id="{57123E31-A5F6-47F0-95DC-FBA6DBE81891}"/>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49" name="ïṥḻïḓé">
              <a:extLst>
                <a:ext uri="{FF2B5EF4-FFF2-40B4-BE49-F238E27FC236}">
                  <a16:creationId xmlns:a16="http://schemas.microsoft.com/office/drawing/2014/main" id="{508E5430-7DAF-4834-9286-F717641FEEE0}"/>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50" name="î$ḷíḋè">
              <a:extLst>
                <a:ext uri="{FF2B5EF4-FFF2-40B4-BE49-F238E27FC236}">
                  <a16:creationId xmlns:a16="http://schemas.microsoft.com/office/drawing/2014/main" id="{FCADF8A6-F4EF-449C-BA9E-5CDC2D1196F9}"/>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51" name="i$ḷiḍe">
              <a:extLst>
                <a:ext uri="{FF2B5EF4-FFF2-40B4-BE49-F238E27FC236}">
                  <a16:creationId xmlns:a16="http://schemas.microsoft.com/office/drawing/2014/main" id="{1EDDEB15-BE80-481C-96D1-C468C976F799}"/>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52" name="ïṡļïdè">
              <a:extLst>
                <a:ext uri="{FF2B5EF4-FFF2-40B4-BE49-F238E27FC236}">
                  <a16:creationId xmlns:a16="http://schemas.microsoft.com/office/drawing/2014/main" id="{AC92A967-4AB4-4909-9050-9CD7B011D40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53" name="íŝḻíḓê">
              <a:extLst>
                <a:ext uri="{FF2B5EF4-FFF2-40B4-BE49-F238E27FC236}">
                  <a16:creationId xmlns:a16="http://schemas.microsoft.com/office/drawing/2014/main" id="{96448CF7-B9B3-4B6F-9873-86B2DD2B2F0C}"/>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54" name="isľîḑê">
              <a:extLst>
                <a:ext uri="{FF2B5EF4-FFF2-40B4-BE49-F238E27FC236}">
                  <a16:creationId xmlns:a16="http://schemas.microsoft.com/office/drawing/2014/main" id="{665C7F83-6F0E-42AA-A987-BED067545DF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1" name="图片占位符 30">
            <a:extLst>
              <a:ext uri="{FF2B5EF4-FFF2-40B4-BE49-F238E27FC236}">
                <a16:creationId xmlns:a16="http://schemas.microsoft.com/office/drawing/2014/main" id="{B34F16DE-DCD9-4DF3-B8C7-49E64C517673}"/>
              </a:ext>
            </a:extLst>
          </p:cNvPr>
          <p:cNvSpPr>
            <a:spLocks noGrp="1"/>
          </p:cNvSpPr>
          <p:nvPr>
            <p:ph type="pic" sz="quarter" idx="15"/>
          </p:nvPr>
        </p:nvSpPr>
        <p:spPr>
          <a:xfrm>
            <a:off x="6167438" y="3644900"/>
            <a:ext cx="2628900" cy="1930722"/>
          </a:xfrm>
          <a:custGeom>
            <a:avLst/>
            <a:gdLst>
              <a:gd name="connsiteX0" fmla="*/ 0 w 2582898"/>
              <a:gd name="connsiteY0" fmla="*/ 0 h 1974986"/>
              <a:gd name="connsiteX1" fmla="*/ 2582898 w 2582898"/>
              <a:gd name="connsiteY1" fmla="*/ 0 h 1974986"/>
              <a:gd name="connsiteX2" fmla="*/ 2582898 w 2582898"/>
              <a:gd name="connsiteY2" fmla="*/ 1974986 h 1974986"/>
              <a:gd name="connsiteX3" fmla="*/ 0 w 2582898"/>
              <a:gd name="connsiteY3" fmla="*/ 1974986 h 1974986"/>
            </a:gdLst>
            <a:ahLst/>
            <a:cxnLst>
              <a:cxn ang="0">
                <a:pos x="connsiteX0" y="connsiteY0"/>
              </a:cxn>
              <a:cxn ang="0">
                <a:pos x="connsiteX1" y="connsiteY1"/>
              </a:cxn>
              <a:cxn ang="0">
                <a:pos x="connsiteX2" y="connsiteY2"/>
              </a:cxn>
              <a:cxn ang="0">
                <a:pos x="connsiteX3" y="connsiteY3"/>
              </a:cxn>
            </a:cxnLst>
            <a:rect l="l" t="t" r="r" b="b"/>
            <a:pathLst>
              <a:path w="2582898" h="1974986">
                <a:moveTo>
                  <a:pt x="0" y="0"/>
                </a:moveTo>
                <a:lnTo>
                  <a:pt x="2582898" y="0"/>
                </a:lnTo>
                <a:lnTo>
                  <a:pt x="2582898" y="1974986"/>
                </a:lnTo>
                <a:lnTo>
                  <a:pt x="0" y="1974986"/>
                </a:lnTo>
                <a:close/>
              </a:path>
            </a:pathLst>
          </a:custGeom>
        </p:spPr>
        <p:txBody>
          <a:bodyPr wrap="square">
            <a:noAutofit/>
          </a:bodyPr>
          <a:lstStyle/>
          <a:p>
            <a:endParaRPr lang="zh-CN" altLang="en-US"/>
          </a:p>
        </p:txBody>
      </p:sp>
      <p:sp>
        <p:nvSpPr>
          <p:cNvPr id="28" name="图片占位符 27">
            <a:extLst>
              <a:ext uri="{FF2B5EF4-FFF2-40B4-BE49-F238E27FC236}">
                <a16:creationId xmlns:a16="http://schemas.microsoft.com/office/drawing/2014/main" id="{6219BBB5-45FC-4F13-A3C8-06948ADAE3E3}"/>
              </a:ext>
            </a:extLst>
          </p:cNvPr>
          <p:cNvSpPr>
            <a:spLocks noGrp="1"/>
          </p:cNvSpPr>
          <p:nvPr>
            <p:ph type="pic" sz="quarter" idx="14"/>
          </p:nvPr>
        </p:nvSpPr>
        <p:spPr>
          <a:xfrm>
            <a:off x="660400" y="3644900"/>
            <a:ext cx="5364163" cy="1930721"/>
          </a:xfrm>
          <a:custGeom>
            <a:avLst/>
            <a:gdLst>
              <a:gd name="connsiteX0" fmla="*/ 0 w 5341432"/>
              <a:gd name="connsiteY0" fmla="*/ 0 h 1974986"/>
              <a:gd name="connsiteX1" fmla="*/ 5341432 w 5341432"/>
              <a:gd name="connsiteY1" fmla="*/ 0 h 1974986"/>
              <a:gd name="connsiteX2" fmla="*/ 5341432 w 5341432"/>
              <a:gd name="connsiteY2" fmla="*/ 1974986 h 1974986"/>
              <a:gd name="connsiteX3" fmla="*/ 0 w 5341432"/>
              <a:gd name="connsiteY3" fmla="*/ 1974986 h 1974986"/>
            </a:gdLst>
            <a:ahLst/>
            <a:cxnLst>
              <a:cxn ang="0">
                <a:pos x="connsiteX0" y="connsiteY0"/>
              </a:cxn>
              <a:cxn ang="0">
                <a:pos x="connsiteX1" y="connsiteY1"/>
              </a:cxn>
              <a:cxn ang="0">
                <a:pos x="connsiteX2" y="connsiteY2"/>
              </a:cxn>
              <a:cxn ang="0">
                <a:pos x="connsiteX3" y="connsiteY3"/>
              </a:cxn>
            </a:cxnLst>
            <a:rect l="l" t="t" r="r" b="b"/>
            <a:pathLst>
              <a:path w="5341432" h="1974986">
                <a:moveTo>
                  <a:pt x="0" y="0"/>
                </a:moveTo>
                <a:lnTo>
                  <a:pt x="5341432" y="0"/>
                </a:lnTo>
                <a:lnTo>
                  <a:pt x="5341432" y="1974986"/>
                </a:lnTo>
                <a:lnTo>
                  <a:pt x="0" y="1974986"/>
                </a:lnTo>
                <a:close/>
              </a:path>
            </a:pathLst>
          </a:custGeom>
        </p:spPr>
        <p:txBody>
          <a:bodyPr wrap="square">
            <a:noAutofit/>
          </a:bodyPr>
          <a:lstStyle/>
          <a:p>
            <a:endParaRPr lang="zh-CN" altLang="en-US"/>
          </a:p>
        </p:txBody>
      </p:sp>
      <p:sp>
        <p:nvSpPr>
          <p:cNvPr id="25" name="图片占位符 24">
            <a:extLst>
              <a:ext uri="{FF2B5EF4-FFF2-40B4-BE49-F238E27FC236}">
                <a16:creationId xmlns:a16="http://schemas.microsoft.com/office/drawing/2014/main" id="{A949EAA1-0264-4CFF-AAC6-D013F17BAA30}"/>
              </a:ext>
            </a:extLst>
          </p:cNvPr>
          <p:cNvSpPr>
            <a:spLocks noGrp="1"/>
          </p:cNvSpPr>
          <p:nvPr>
            <p:ph type="pic" sz="quarter" idx="13"/>
          </p:nvPr>
        </p:nvSpPr>
        <p:spPr>
          <a:xfrm>
            <a:off x="8954694" y="1282379"/>
            <a:ext cx="2564206" cy="4293242"/>
          </a:xfrm>
          <a:custGeom>
            <a:avLst/>
            <a:gdLst>
              <a:gd name="connsiteX0" fmla="*/ 0 w 2582898"/>
              <a:gd name="connsiteY0" fmla="*/ 0 h 4293242"/>
              <a:gd name="connsiteX1" fmla="*/ 2582898 w 2582898"/>
              <a:gd name="connsiteY1" fmla="*/ 0 h 4293242"/>
              <a:gd name="connsiteX2" fmla="*/ 2582898 w 2582898"/>
              <a:gd name="connsiteY2" fmla="*/ 4293242 h 4293242"/>
              <a:gd name="connsiteX3" fmla="*/ 0 w 2582898"/>
              <a:gd name="connsiteY3" fmla="*/ 4293242 h 4293242"/>
            </a:gdLst>
            <a:ahLst/>
            <a:cxnLst>
              <a:cxn ang="0">
                <a:pos x="connsiteX0" y="connsiteY0"/>
              </a:cxn>
              <a:cxn ang="0">
                <a:pos x="connsiteX1" y="connsiteY1"/>
              </a:cxn>
              <a:cxn ang="0">
                <a:pos x="connsiteX2" y="connsiteY2"/>
              </a:cxn>
              <a:cxn ang="0">
                <a:pos x="connsiteX3" y="connsiteY3"/>
              </a:cxn>
            </a:cxnLst>
            <a:rect l="l" t="t" r="r" b="b"/>
            <a:pathLst>
              <a:path w="2582898" h="4293242">
                <a:moveTo>
                  <a:pt x="0" y="0"/>
                </a:moveTo>
                <a:lnTo>
                  <a:pt x="2582898" y="0"/>
                </a:lnTo>
                <a:lnTo>
                  <a:pt x="2582898" y="4293242"/>
                </a:lnTo>
                <a:lnTo>
                  <a:pt x="0" y="4293242"/>
                </a:lnTo>
                <a:close/>
              </a:path>
            </a:pathLst>
          </a:custGeom>
        </p:spPr>
        <p:txBody>
          <a:bodyPr wrap="square">
            <a:noAutofit/>
          </a:bodyPr>
          <a:lstStyle/>
          <a:p>
            <a:endParaRPr lang="zh-CN" altLang="en-US"/>
          </a:p>
        </p:txBody>
      </p:sp>
      <p:sp>
        <p:nvSpPr>
          <p:cNvPr id="22" name="图片占位符 21">
            <a:extLst>
              <a:ext uri="{FF2B5EF4-FFF2-40B4-BE49-F238E27FC236}">
                <a16:creationId xmlns:a16="http://schemas.microsoft.com/office/drawing/2014/main" id="{33A8847C-E96C-44F3-82CA-94FACBE5BBA3}"/>
              </a:ext>
            </a:extLst>
          </p:cNvPr>
          <p:cNvSpPr>
            <a:spLocks noGrp="1"/>
          </p:cNvSpPr>
          <p:nvPr>
            <p:ph type="pic" sz="quarter" idx="12"/>
          </p:nvPr>
        </p:nvSpPr>
        <p:spPr>
          <a:xfrm>
            <a:off x="6167438" y="1282380"/>
            <a:ext cx="2628900" cy="2218059"/>
          </a:xfrm>
          <a:custGeom>
            <a:avLst/>
            <a:gdLst>
              <a:gd name="connsiteX0" fmla="*/ 0 w 2582898"/>
              <a:gd name="connsiteY0" fmla="*/ 0 h 2198451"/>
              <a:gd name="connsiteX1" fmla="*/ 2582898 w 2582898"/>
              <a:gd name="connsiteY1" fmla="*/ 0 h 2198451"/>
              <a:gd name="connsiteX2" fmla="*/ 2582898 w 2582898"/>
              <a:gd name="connsiteY2" fmla="*/ 2198451 h 2198451"/>
              <a:gd name="connsiteX3" fmla="*/ 0 w 2582898"/>
              <a:gd name="connsiteY3" fmla="*/ 2198451 h 2198451"/>
            </a:gdLst>
            <a:ahLst/>
            <a:cxnLst>
              <a:cxn ang="0">
                <a:pos x="connsiteX0" y="connsiteY0"/>
              </a:cxn>
              <a:cxn ang="0">
                <a:pos x="connsiteX1" y="connsiteY1"/>
              </a:cxn>
              <a:cxn ang="0">
                <a:pos x="connsiteX2" y="connsiteY2"/>
              </a:cxn>
              <a:cxn ang="0">
                <a:pos x="connsiteX3" y="connsiteY3"/>
              </a:cxn>
            </a:cxnLst>
            <a:rect l="l" t="t" r="r" b="b"/>
            <a:pathLst>
              <a:path w="2582898" h="2198451">
                <a:moveTo>
                  <a:pt x="0" y="0"/>
                </a:moveTo>
                <a:lnTo>
                  <a:pt x="2582898" y="0"/>
                </a:lnTo>
                <a:lnTo>
                  <a:pt x="2582898" y="2198451"/>
                </a:lnTo>
                <a:lnTo>
                  <a:pt x="0" y="2198451"/>
                </a:lnTo>
                <a:close/>
              </a:path>
            </a:pathLst>
          </a:custGeom>
        </p:spPr>
        <p:txBody>
          <a:bodyPr wrap="square">
            <a:noAutofit/>
          </a:bodyPr>
          <a:lstStyle/>
          <a:p>
            <a:endParaRPr lang="zh-CN" altLang="en-US"/>
          </a:p>
        </p:txBody>
      </p:sp>
      <p:sp>
        <p:nvSpPr>
          <p:cNvPr id="19" name="图片占位符 18">
            <a:extLst>
              <a:ext uri="{FF2B5EF4-FFF2-40B4-BE49-F238E27FC236}">
                <a16:creationId xmlns:a16="http://schemas.microsoft.com/office/drawing/2014/main" id="{636888ED-2BCA-43B2-9E2F-8D2C475D7D13}"/>
              </a:ext>
            </a:extLst>
          </p:cNvPr>
          <p:cNvSpPr>
            <a:spLocks noGrp="1"/>
          </p:cNvSpPr>
          <p:nvPr>
            <p:ph type="pic" sz="quarter" idx="11"/>
          </p:nvPr>
        </p:nvSpPr>
        <p:spPr>
          <a:xfrm>
            <a:off x="3395663" y="1282379"/>
            <a:ext cx="2628900" cy="2218059"/>
          </a:xfrm>
          <a:custGeom>
            <a:avLst/>
            <a:gdLst>
              <a:gd name="connsiteX0" fmla="*/ 0 w 2582898"/>
              <a:gd name="connsiteY0" fmla="*/ 0 h 2198451"/>
              <a:gd name="connsiteX1" fmla="*/ 2582898 w 2582898"/>
              <a:gd name="connsiteY1" fmla="*/ 0 h 2198451"/>
              <a:gd name="connsiteX2" fmla="*/ 2582898 w 2582898"/>
              <a:gd name="connsiteY2" fmla="*/ 2198451 h 2198451"/>
              <a:gd name="connsiteX3" fmla="*/ 0 w 2582898"/>
              <a:gd name="connsiteY3" fmla="*/ 2198451 h 2198451"/>
            </a:gdLst>
            <a:ahLst/>
            <a:cxnLst>
              <a:cxn ang="0">
                <a:pos x="connsiteX0" y="connsiteY0"/>
              </a:cxn>
              <a:cxn ang="0">
                <a:pos x="connsiteX1" y="connsiteY1"/>
              </a:cxn>
              <a:cxn ang="0">
                <a:pos x="connsiteX2" y="connsiteY2"/>
              </a:cxn>
              <a:cxn ang="0">
                <a:pos x="connsiteX3" y="connsiteY3"/>
              </a:cxn>
            </a:cxnLst>
            <a:rect l="l" t="t" r="r" b="b"/>
            <a:pathLst>
              <a:path w="2582898" h="2198451">
                <a:moveTo>
                  <a:pt x="0" y="0"/>
                </a:moveTo>
                <a:lnTo>
                  <a:pt x="2582898" y="0"/>
                </a:lnTo>
                <a:lnTo>
                  <a:pt x="2582898" y="2198451"/>
                </a:lnTo>
                <a:lnTo>
                  <a:pt x="0" y="2198451"/>
                </a:lnTo>
                <a:close/>
              </a:path>
            </a:pathLst>
          </a:custGeom>
        </p:spPr>
        <p:txBody>
          <a:bodyPr wrap="square">
            <a:noAutofit/>
          </a:bodyPr>
          <a:lstStyle/>
          <a:p>
            <a:endParaRPr lang="zh-CN" altLang="en-US"/>
          </a:p>
        </p:txBody>
      </p:sp>
      <p:sp>
        <p:nvSpPr>
          <p:cNvPr id="16" name="图片占位符 15">
            <a:extLst>
              <a:ext uri="{FF2B5EF4-FFF2-40B4-BE49-F238E27FC236}">
                <a16:creationId xmlns:a16="http://schemas.microsoft.com/office/drawing/2014/main" id="{A3FA48BC-C53E-4FBD-AD47-B0A1EFC7ABC2}"/>
              </a:ext>
            </a:extLst>
          </p:cNvPr>
          <p:cNvSpPr>
            <a:spLocks noGrp="1"/>
          </p:cNvSpPr>
          <p:nvPr>
            <p:ph type="pic" sz="quarter" idx="10"/>
          </p:nvPr>
        </p:nvSpPr>
        <p:spPr>
          <a:xfrm>
            <a:off x="660400" y="1282380"/>
            <a:ext cx="2582898" cy="2218059"/>
          </a:xfrm>
          <a:custGeom>
            <a:avLst/>
            <a:gdLst>
              <a:gd name="connsiteX0" fmla="*/ 0 w 2582898"/>
              <a:gd name="connsiteY0" fmla="*/ 0 h 2198451"/>
              <a:gd name="connsiteX1" fmla="*/ 2582898 w 2582898"/>
              <a:gd name="connsiteY1" fmla="*/ 0 h 2198451"/>
              <a:gd name="connsiteX2" fmla="*/ 2582898 w 2582898"/>
              <a:gd name="connsiteY2" fmla="*/ 2198451 h 2198451"/>
              <a:gd name="connsiteX3" fmla="*/ 0 w 2582898"/>
              <a:gd name="connsiteY3" fmla="*/ 2198451 h 2198451"/>
            </a:gdLst>
            <a:ahLst/>
            <a:cxnLst>
              <a:cxn ang="0">
                <a:pos x="connsiteX0" y="connsiteY0"/>
              </a:cxn>
              <a:cxn ang="0">
                <a:pos x="connsiteX1" y="connsiteY1"/>
              </a:cxn>
              <a:cxn ang="0">
                <a:pos x="connsiteX2" y="connsiteY2"/>
              </a:cxn>
              <a:cxn ang="0">
                <a:pos x="connsiteX3" y="connsiteY3"/>
              </a:cxn>
            </a:cxnLst>
            <a:rect l="l" t="t" r="r" b="b"/>
            <a:pathLst>
              <a:path w="2582898" h="2198451">
                <a:moveTo>
                  <a:pt x="0" y="0"/>
                </a:moveTo>
                <a:lnTo>
                  <a:pt x="2582898" y="0"/>
                </a:lnTo>
                <a:lnTo>
                  <a:pt x="2582898" y="2198451"/>
                </a:lnTo>
                <a:lnTo>
                  <a:pt x="0" y="2198451"/>
                </a:lnTo>
                <a:close/>
              </a:path>
            </a:pathLst>
          </a:custGeom>
        </p:spPr>
        <p:txBody>
          <a:bodyPr wrap="square">
            <a:noAutofit/>
          </a:bodyPr>
          <a:lstStyle/>
          <a:p>
            <a:endParaRPr lang="zh-CN" altLang="en-US"/>
          </a:p>
        </p:txBody>
      </p:sp>
      <p:pic>
        <p:nvPicPr>
          <p:cNvPr id="32" name="图片 31">
            <a:extLst>
              <a:ext uri="{FF2B5EF4-FFF2-40B4-BE49-F238E27FC236}">
                <a16:creationId xmlns:a16="http://schemas.microsoft.com/office/drawing/2014/main" id="{ABC1F8DD-05F5-42C2-9A80-9C8DC0307B9C}"/>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71" name="文本框 370">
            <a:extLst>
              <a:ext uri="{FF2B5EF4-FFF2-40B4-BE49-F238E27FC236}">
                <a16:creationId xmlns:a16="http://schemas.microsoft.com/office/drawing/2014/main" id="{1143EF50-B6CF-415B-A429-40881D8C6430}"/>
              </a:ext>
            </a:extLst>
          </p:cNvPr>
          <p:cNvSpPr txBox="1"/>
          <p:nvPr userDrawn="1"/>
        </p:nvSpPr>
        <p:spPr>
          <a:xfrm>
            <a:off x="573312" y="6385246"/>
            <a:ext cx="2372716"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75" name="直接连接符 374">
            <a:extLst>
              <a:ext uri="{FF2B5EF4-FFF2-40B4-BE49-F238E27FC236}">
                <a16:creationId xmlns:a16="http://schemas.microsoft.com/office/drawing/2014/main" id="{98963CB2-3E14-4776-9A4A-24EDC0A298ED}"/>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76" name="组合 375">
            <a:extLst>
              <a:ext uri="{FF2B5EF4-FFF2-40B4-BE49-F238E27FC236}">
                <a16:creationId xmlns:a16="http://schemas.microsoft.com/office/drawing/2014/main" id="{BBE63463-A150-4A68-AD35-BE411C24B6D0}"/>
              </a:ext>
            </a:extLst>
          </p:cNvPr>
          <p:cNvGrpSpPr/>
          <p:nvPr userDrawn="1"/>
        </p:nvGrpSpPr>
        <p:grpSpPr>
          <a:xfrm>
            <a:off x="10672870" y="250062"/>
            <a:ext cx="913766" cy="457978"/>
            <a:chOff x="1585727" y="453077"/>
            <a:chExt cx="374706" cy="187802"/>
          </a:xfrm>
          <a:solidFill>
            <a:schemeClr val="accent1"/>
          </a:solidFill>
        </p:grpSpPr>
        <p:sp>
          <p:nvSpPr>
            <p:cNvPr id="377" name="îśliďe">
              <a:extLst>
                <a:ext uri="{FF2B5EF4-FFF2-40B4-BE49-F238E27FC236}">
                  <a16:creationId xmlns:a16="http://schemas.microsoft.com/office/drawing/2014/main" id="{46EB27E0-C414-4759-8DFC-9EF4C90CCF8A}"/>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78" name="íšḻíḍé">
              <a:extLst>
                <a:ext uri="{FF2B5EF4-FFF2-40B4-BE49-F238E27FC236}">
                  <a16:creationId xmlns:a16="http://schemas.microsoft.com/office/drawing/2014/main" id="{3DAB8143-6E1A-4E7C-A844-A52E494F084E}"/>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9" name="ïṥḻïḓé">
              <a:extLst>
                <a:ext uri="{FF2B5EF4-FFF2-40B4-BE49-F238E27FC236}">
                  <a16:creationId xmlns:a16="http://schemas.microsoft.com/office/drawing/2014/main" id="{9F696DBA-B219-4438-AA53-C7962153DE2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80" name="î$ḷíḋè">
              <a:extLst>
                <a:ext uri="{FF2B5EF4-FFF2-40B4-BE49-F238E27FC236}">
                  <a16:creationId xmlns:a16="http://schemas.microsoft.com/office/drawing/2014/main" id="{E1DD7FDB-A2C0-4919-96B4-B09405AD75CF}"/>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81" name="i$ḷiḍe">
              <a:extLst>
                <a:ext uri="{FF2B5EF4-FFF2-40B4-BE49-F238E27FC236}">
                  <a16:creationId xmlns:a16="http://schemas.microsoft.com/office/drawing/2014/main" id="{75DBB4D1-7080-4665-B642-F09D199A5D2A}"/>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82" name="ïṡļïdè">
              <a:extLst>
                <a:ext uri="{FF2B5EF4-FFF2-40B4-BE49-F238E27FC236}">
                  <a16:creationId xmlns:a16="http://schemas.microsoft.com/office/drawing/2014/main" id="{9988A9C2-7E16-48CC-9FA4-2C3E077566B1}"/>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83" name="íŝḻíḓê">
              <a:extLst>
                <a:ext uri="{FF2B5EF4-FFF2-40B4-BE49-F238E27FC236}">
                  <a16:creationId xmlns:a16="http://schemas.microsoft.com/office/drawing/2014/main" id="{175CDE8C-447E-4E2F-9EF3-626230245B4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84" name="isľîḑê">
              <a:extLst>
                <a:ext uri="{FF2B5EF4-FFF2-40B4-BE49-F238E27FC236}">
                  <a16:creationId xmlns:a16="http://schemas.microsoft.com/office/drawing/2014/main" id="{EEEF3937-9CE3-4F98-8A3D-5BAE2BA22674}"/>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85" name="椭圆 384">
            <a:extLst>
              <a:ext uri="{FF2B5EF4-FFF2-40B4-BE49-F238E27FC236}">
                <a16:creationId xmlns:a16="http://schemas.microsoft.com/office/drawing/2014/main" id="{C5D7DB56-D2EB-45A3-9D0E-70EFD4C3D820}"/>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6" name="文本占位符 163">
            <a:extLst>
              <a:ext uri="{FF2B5EF4-FFF2-40B4-BE49-F238E27FC236}">
                <a16:creationId xmlns:a16="http://schemas.microsoft.com/office/drawing/2014/main" id="{9B581E40-FEB3-4230-A9DA-56265E8F3583}"/>
              </a:ext>
            </a:extLst>
          </p:cNvPr>
          <p:cNvSpPr>
            <a:spLocks noGrp="1"/>
          </p:cNvSpPr>
          <p:nvPr>
            <p:ph type="body" sz="quarter" idx="16"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33" name="文本框 32"/>
          <p:cNvSpPr txBox="1"/>
          <p:nvPr userDrawn="1"/>
        </p:nvSpPr>
        <p:spPr>
          <a:xfrm>
            <a:off x="9972942" y="6385246"/>
            <a:ext cx="1419358" cy="374477"/>
          </a:xfrm>
          <a:prstGeom prst="rect">
            <a:avLst/>
          </a:prstGeom>
          <a:noFill/>
        </p:spPr>
        <p:txBody>
          <a:bodyPr wrap="square" rtlCol="0">
            <a:spAutoFit/>
          </a:bodyPr>
          <a:lstStyle/>
          <a:p>
            <a:pPr algn="l"/>
            <a:r>
              <a:rPr lang="en-US" altLang="zh-CN" dirty="0">
                <a:latin typeface="+mn-ea"/>
              </a:rPr>
              <a:t>&lt;#&gt;</a:t>
            </a:r>
            <a:endParaRPr lang="zh-CN" altLang="en-US" dirty="0">
              <a:latin typeface="+mn-ea"/>
            </a:endParaRPr>
          </a:p>
        </p:txBody>
      </p:sp>
      <p:sp>
        <p:nvSpPr>
          <p:cNvPr id="2" name="页脚占位符 1"/>
          <p:cNvSpPr>
            <a:spLocks noGrp="1"/>
          </p:cNvSpPr>
          <p:nvPr>
            <p:ph type="ftr" sz="quarter" idx="17"/>
          </p:nvPr>
        </p:nvSpPr>
        <p:spPr/>
        <p:txBody>
          <a:bodyPr/>
          <a:lstStyle/>
          <a:p>
            <a:endParaRPr lang="zh-CN" altLang="en-US"/>
          </a:p>
        </p:txBody>
      </p:sp>
      <p:sp>
        <p:nvSpPr>
          <p:cNvPr id="3" name="灯片编号占位符 2"/>
          <p:cNvSpPr>
            <a:spLocks noGrp="1"/>
          </p:cNvSpPr>
          <p:nvPr>
            <p:ph type="sldNum" sz="quarter" idx="18"/>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98931496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页10">
    <p:bg>
      <p:bgPr>
        <a:solidFill>
          <a:schemeClr val="bg1">
            <a:lumMod val="95000"/>
          </a:schemeClr>
        </a:solidFill>
        <a:effectLst/>
      </p:bgPr>
    </p:bg>
    <p:spTree>
      <p:nvGrpSpPr>
        <p:cNvPr id="1" name=""/>
        <p:cNvGrpSpPr/>
        <p:nvPr/>
      </p:nvGrpSpPr>
      <p:grpSpPr>
        <a:xfrm>
          <a:off x="0" y="0"/>
          <a:ext cx="0" cy="0"/>
          <a:chOff x="0" y="0"/>
          <a:chExt cx="0" cy="0"/>
        </a:xfrm>
      </p:grpSpPr>
      <p:grpSp>
        <p:nvGrpSpPr>
          <p:cNvPr id="233" name="组合 232">
            <a:extLst>
              <a:ext uri="{FF2B5EF4-FFF2-40B4-BE49-F238E27FC236}">
                <a16:creationId xmlns:a16="http://schemas.microsoft.com/office/drawing/2014/main" id="{BDA579A8-F4BC-4F12-9B10-E03102B2F10F}"/>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234" name="îśliďe">
              <a:extLst>
                <a:ext uri="{FF2B5EF4-FFF2-40B4-BE49-F238E27FC236}">
                  <a16:creationId xmlns:a16="http://schemas.microsoft.com/office/drawing/2014/main" id="{DDBF7E08-6C56-4DE6-9961-D2D9B2425229}"/>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235" name="íšḻíḍé">
              <a:extLst>
                <a:ext uri="{FF2B5EF4-FFF2-40B4-BE49-F238E27FC236}">
                  <a16:creationId xmlns:a16="http://schemas.microsoft.com/office/drawing/2014/main" id="{EFF6BF7E-7B3B-44CE-84BF-1D8D3D4EB041}"/>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236" name="ïṥḻïḓé">
              <a:extLst>
                <a:ext uri="{FF2B5EF4-FFF2-40B4-BE49-F238E27FC236}">
                  <a16:creationId xmlns:a16="http://schemas.microsoft.com/office/drawing/2014/main" id="{38BDDA66-1D59-47E5-92FD-BDED457F03D8}"/>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237" name="î$ḷíḋè">
              <a:extLst>
                <a:ext uri="{FF2B5EF4-FFF2-40B4-BE49-F238E27FC236}">
                  <a16:creationId xmlns:a16="http://schemas.microsoft.com/office/drawing/2014/main" id="{D2D719C5-E409-4CA4-90A6-D66E2F6D3EC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38" name="i$ḷiḍe">
              <a:extLst>
                <a:ext uri="{FF2B5EF4-FFF2-40B4-BE49-F238E27FC236}">
                  <a16:creationId xmlns:a16="http://schemas.microsoft.com/office/drawing/2014/main" id="{3E2FF3B1-C707-409B-B6CE-CE026904AE4C}"/>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39" name="ïṡļïdè">
              <a:extLst>
                <a:ext uri="{FF2B5EF4-FFF2-40B4-BE49-F238E27FC236}">
                  <a16:creationId xmlns:a16="http://schemas.microsoft.com/office/drawing/2014/main" id="{B22B22B4-D76A-47E8-98CA-1D9964A480EC}"/>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40" name="íŝḻíḓê">
              <a:extLst>
                <a:ext uri="{FF2B5EF4-FFF2-40B4-BE49-F238E27FC236}">
                  <a16:creationId xmlns:a16="http://schemas.microsoft.com/office/drawing/2014/main" id="{52B78DFC-771B-4ED6-9152-C6CAB50A7C73}"/>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41" name="isľîḑê">
              <a:extLst>
                <a:ext uri="{FF2B5EF4-FFF2-40B4-BE49-F238E27FC236}">
                  <a16:creationId xmlns:a16="http://schemas.microsoft.com/office/drawing/2014/main" id="{D54BC1A3-4E6B-4478-81D4-9CABE0DEEF16}"/>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68" name="文本框 367">
            <a:extLst>
              <a:ext uri="{FF2B5EF4-FFF2-40B4-BE49-F238E27FC236}">
                <a16:creationId xmlns:a16="http://schemas.microsoft.com/office/drawing/2014/main" id="{11A97CD2-57C4-49CF-9958-FEE095E54FBD}"/>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72" name="直接连接符 371">
            <a:extLst>
              <a:ext uri="{FF2B5EF4-FFF2-40B4-BE49-F238E27FC236}">
                <a16:creationId xmlns:a16="http://schemas.microsoft.com/office/drawing/2014/main" id="{63BBD37C-4AA8-454C-B7C8-74B2314BE05A}"/>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73" name="组合 372">
            <a:extLst>
              <a:ext uri="{FF2B5EF4-FFF2-40B4-BE49-F238E27FC236}">
                <a16:creationId xmlns:a16="http://schemas.microsoft.com/office/drawing/2014/main" id="{A42789C4-D058-494B-B300-7BCD4AA463B1}"/>
              </a:ext>
            </a:extLst>
          </p:cNvPr>
          <p:cNvGrpSpPr/>
          <p:nvPr userDrawn="1"/>
        </p:nvGrpSpPr>
        <p:grpSpPr>
          <a:xfrm>
            <a:off x="10672870" y="250062"/>
            <a:ext cx="913766" cy="457978"/>
            <a:chOff x="1585727" y="453077"/>
            <a:chExt cx="374706" cy="187802"/>
          </a:xfrm>
          <a:solidFill>
            <a:schemeClr val="accent1"/>
          </a:solidFill>
        </p:grpSpPr>
        <p:sp>
          <p:nvSpPr>
            <p:cNvPr id="374" name="îśliďe">
              <a:extLst>
                <a:ext uri="{FF2B5EF4-FFF2-40B4-BE49-F238E27FC236}">
                  <a16:creationId xmlns:a16="http://schemas.microsoft.com/office/drawing/2014/main" id="{07A26128-4B19-4B21-A497-420CC591468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75" name="íšḻíḍé">
              <a:extLst>
                <a:ext uri="{FF2B5EF4-FFF2-40B4-BE49-F238E27FC236}">
                  <a16:creationId xmlns:a16="http://schemas.microsoft.com/office/drawing/2014/main" id="{C3A1523B-E3DF-4BEC-8839-F0A5B32B4AC2}"/>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76" name="ïṥḻïḓé">
              <a:extLst>
                <a:ext uri="{FF2B5EF4-FFF2-40B4-BE49-F238E27FC236}">
                  <a16:creationId xmlns:a16="http://schemas.microsoft.com/office/drawing/2014/main" id="{6C610D28-C372-4B13-B085-B9CCD828EC17}"/>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77" name="î$ḷíḋè">
              <a:extLst>
                <a:ext uri="{FF2B5EF4-FFF2-40B4-BE49-F238E27FC236}">
                  <a16:creationId xmlns:a16="http://schemas.microsoft.com/office/drawing/2014/main" id="{3133118A-17E5-48F6-8E7A-E3D5CF33EF1D}"/>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78" name="i$ḷiḍe">
              <a:extLst>
                <a:ext uri="{FF2B5EF4-FFF2-40B4-BE49-F238E27FC236}">
                  <a16:creationId xmlns:a16="http://schemas.microsoft.com/office/drawing/2014/main" id="{1954A234-3823-4D0D-9778-C072AF853729}"/>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79" name="ïṡļïdè">
              <a:extLst>
                <a:ext uri="{FF2B5EF4-FFF2-40B4-BE49-F238E27FC236}">
                  <a16:creationId xmlns:a16="http://schemas.microsoft.com/office/drawing/2014/main" id="{8C6E5137-0E88-47B0-841C-73887C17562C}"/>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80" name="íŝḻíḓê">
              <a:extLst>
                <a:ext uri="{FF2B5EF4-FFF2-40B4-BE49-F238E27FC236}">
                  <a16:creationId xmlns:a16="http://schemas.microsoft.com/office/drawing/2014/main" id="{2ED8CBF2-F7DF-4559-A540-44F34F9B29E2}"/>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81" name="isľîḑê">
              <a:extLst>
                <a:ext uri="{FF2B5EF4-FFF2-40B4-BE49-F238E27FC236}">
                  <a16:creationId xmlns:a16="http://schemas.microsoft.com/office/drawing/2014/main" id="{4B790121-4234-4479-93EC-78E475483B48}"/>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82" name="椭圆 381">
            <a:extLst>
              <a:ext uri="{FF2B5EF4-FFF2-40B4-BE49-F238E27FC236}">
                <a16:creationId xmlns:a16="http://schemas.microsoft.com/office/drawing/2014/main" id="{BC288F44-E38B-4BB8-A576-D7843BDA18D4}"/>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3" name="文本占位符 163">
            <a:extLst>
              <a:ext uri="{FF2B5EF4-FFF2-40B4-BE49-F238E27FC236}">
                <a16:creationId xmlns:a16="http://schemas.microsoft.com/office/drawing/2014/main" id="{B057B461-BFDC-419B-B641-03C9934A12CF}"/>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3"/>
          </p:nvPr>
        </p:nvSpPr>
        <p:spPr/>
        <p:txBody>
          <a:bodyPr/>
          <a:lstStyle/>
          <a:p>
            <a:endParaRPr lang="zh-CN" altLang="en-US"/>
          </a:p>
        </p:txBody>
      </p:sp>
      <p:sp>
        <p:nvSpPr>
          <p:cNvPr id="3" name="灯片编号占位符 2"/>
          <p:cNvSpPr>
            <a:spLocks noGrp="1"/>
          </p:cNvSpPr>
          <p:nvPr>
            <p:ph type="sldNum" sz="quarter" idx="14"/>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40320143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页11">
    <p:bg>
      <p:bgPr>
        <a:solidFill>
          <a:schemeClr val="bg1">
            <a:lumMod val="95000"/>
          </a:schemeClr>
        </a:solidFill>
        <a:effectLst/>
      </p:bgPr>
    </p:bg>
    <p:spTree>
      <p:nvGrpSpPr>
        <p:cNvPr id="1" name=""/>
        <p:cNvGrpSpPr/>
        <p:nvPr/>
      </p:nvGrpSpPr>
      <p:grpSpPr>
        <a:xfrm>
          <a:off x="0" y="0"/>
          <a:ext cx="0" cy="0"/>
          <a:chOff x="0" y="0"/>
          <a:chExt cx="0" cy="0"/>
        </a:xfrm>
      </p:grpSpPr>
      <p:pic>
        <p:nvPicPr>
          <p:cNvPr id="27" name="图片 26">
            <a:extLst>
              <a:ext uri="{FF2B5EF4-FFF2-40B4-BE49-F238E27FC236}">
                <a16:creationId xmlns:a16="http://schemas.microsoft.com/office/drawing/2014/main" id="{ED482DE6-3489-4907-9FDA-770B51D694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09452" y="368954"/>
            <a:ext cx="5848836" cy="7311044"/>
          </a:xfrm>
          <a:prstGeom prst="rect">
            <a:avLst/>
          </a:prstGeom>
        </p:spPr>
      </p:pic>
      <p:pic>
        <p:nvPicPr>
          <p:cNvPr id="125" name="图片 124">
            <a:extLst>
              <a:ext uri="{FF2B5EF4-FFF2-40B4-BE49-F238E27FC236}">
                <a16:creationId xmlns:a16="http://schemas.microsoft.com/office/drawing/2014/main" id="{19EEC020-8902-408A-A974-A35D306AA57B}"/>
              </a:ext>
            </a:extLst>
          </p:cNvPr>
          <p:cNvPicPr>
            <a:picLocks noChangeAspect="1"/>
          </p:cNvPicPr>
          <p:nvPr userDrawn="1"/>
        </p:nvPicPr>
        <p:blipFill rotWithShape="1">
          <a:blip r:embed="rId3">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grpSp>
        <p:nvGrpSpPr>
          <p:cNvPr id="4" name="组合 3">
            <a:extLst>
              <a:ext uri="{FF2B5EF4-FFF2-40B4-BE49-F238E27FC236}">
                <a16:creationId xmlns:a16="http://schemas.microsoft.com/office/drawing/2014/main" id="{8AEA1E82-24B7-4916-8548-7E40650C9D19}"/>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5" name="îśliďe">
              <a:extLst>
                <a:ext uri="{FF2B5EF4-FFF2-40B4-BE49-F238E27FC236}">
                  <a16:creationId xmlns:a16="http://schemas.microsoft.com/office/drawing/2014/main" id="{5503367D-0C52-4619-9964-D48985C24EE5}"/>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6" name="íšḻíḍé">
              <a:extLst>
                <a:ext uri="{FF2B5EF4-FFF2-40B4-BE49-F238E27FC236}">
                  <a16:creationId xmlns:a16="http://schemas.microsoft.com/office/drawing/2014/main" id="{FF6EFBF8-D00C-4E1B-B468-08CBEE9A875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7" name="ïṥḻïḓé">
              <a:extLst>
                <a:ext uri="{FF2B5EF4-FFF2-40B4-BE49-F238E27FC236}">
                  <a16:creationId xmlns:a16="http://schemas.microsoft.com/office/drawing/2014/main" id="{BF40132F-18C6-4C6A-AA46-B227CBC92ACE}"/>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8" name="î$ḷíḋè">
              <a:extLst>
                <a:ext uri="{FF2B5EF4-FFF2-40B4-BE49-F238E27FC236}">
                  <a16:creationId xmlns:a16="http://schemas.microsoft.com/office/drawing/2014/main" id="{DF4C7040-D33F-4165-8F79-589A92422DC5}"/>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9" name="i$ḷiḍe">
              <a:extLst>
                <a:ext uri="{FF2B5EF4-FFF2-40B4-BE49-F238E27FC236}">
                  <a16:creationId xmlns:a16="http://schemas.microsoft.com/office/drawing/2014/main" id="{4424AB16-D945-4826-B97D-3D42C549FEB2}"/>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0" name="ïṡļïdè">
              <a:extLst>
                <a:ext uri="{FF2B5EF4-FFF2-40B4-BE49-F238E27FC236}">
                  <a16:creationId xmlns:a16="http://schemas.microsoft.com/office/drawing/2014/main" id="{E61CA400-355A-4317-B08E-1CB85707280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1" name="íŝḻíḓê">
              <a:extLst>
                <a:ext uri="{FF2B5EF4-FFF2-40B4-BE49-F238E27FC236}">
                  <a16:creationId xmlns:a16="http://schemas.microsoft.com/office/drawing/2014/main" id="{8EDFD128-63DF-4288-9683-84A925DC4E0F}"/>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 name="isľîḑê">
              <a:extLst>
                <a:ext uri="{FF2B5EF4-FFF2-40B4-BE49-F238E27FC236}">
                  <a16:creationId xmlns:a16="http://schemas.microsoft.com/office/drawing/2014/main" id="{AB0477E9-BD9E-4246-A132-D5F20630939F}"/>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27" name="图片占位符 126">
            <a:extLst>
              <a:ext uri="{FF2B5EF4-FFF2-40B4-BE49-F238E27FC236}">
                <a16:creationId xmlns:a16="http://schemas.microsoft.com/office/drawing/2014/main" id="{D1CFD2F0-0693-4B13-98F7-081A185F996C}"/>
              </a:ext>
            </a:extLst>
          </p:cNvPr>
          <p:cNvSpPr>
            <a:spLocks noGrp="1"/>
          </p:cNvSpPr>
          <p:nvPr>
            <p:ph type="pic" sz="quarter" idx="13"/>
          </p:nvPr>
        </p:nvSpPr>
        <p:spPr>
          <a:xfrm>
            <a:off x="1308171" y="2057399"/>
            <a:ext cx="4146479" cy="2584451"/>
          </a:xfrm>
          <a:prstGeom prst="rect">
            <a:avLst/>
          </a:prstGeom>
        </p:spPr>
        <p:txBody>
          <a:bodyPr/>
          <a:lstStyle/>
          <a:p>
            <a:endParaRPr lang="zh-CN" altLang="en-US" dirty="0"/>
          </a:p>
        </p:txBody>
      </p:sp>
      <p:sp>
        <p:nvSpPr>
          <p:cNvPr id="341" name="文本框 340">
            <a:extLst>
              <a:ext uri="{FF2B5EF4-FFF2-40B4-BE49-F238E27FC236}">
                <a16:creationId xmlns:a16="http://schemas.microsoft.com/office/drawing/2014/main" id="{DEB77718-AD3A-406D-8C3B-D540E7062A27}"/>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342" name="文本框 341">
            <a:extLst>
              <a:ext uri="{FF2B5EF4-FFF2-40B4-BE49-F238E27FC236}">
                <a16:creationId xmlns:a16="http://schemas.microsoft.com/office/drawing/2014/main" id="{510158A2-3A34-4A1D-90A2-E5A46CBB02BD}"/>
              </a:ext>
            </a:extLst>
          </p:cNvPr>
          <p:cNvSpPr txBox="1"/>
          <p:nvPr userDrawn="1"/>
        </p:nvSpPr>
        <p:spPr>
          <a:xfrm>
            <a:off x="9548477" y="6385246"/>
            <a:ext cx="2339761" cy="307777"/>
          </a:xfrm>
          <a:prstGeom prst="rect">
            <a:avLst/>
          </a:prstGeom>
          <a:noFill/>
        </p:spPr>
        <p:txBody>
          <a:bodyPr wrap="square" rtlCol="0">
            <a:spAutoFit/>
          </a:bodyPr>
          <a:lstStyle/>
          <a:p>
            <a:r>
              <a:rPr lang="en-US" altLang="zh-CN" sz="1400" dirty="0">
                <a:solidFill>
                  <a:schemeClr val="tx1">
                    <a:lumMod val="85000"/>
                    <a:lumOff val="15000"/>
                  </a:schemeClr>
                </a:solidFill>
              </a:rPr>
              <a:t>http://www.hust.edu.cn/</a:t>
            </a:r>
            <a:endParaRPr lang="zh-CN" altLang="en-US" sz="1400" dirty="0">
              <a:solidFill>
                <a:schemeClr val="tx1">
                  <a:lumMod val="85000"/>
                  <a:lumOff val="15000"/>
                </a:schemeClr>
              </a:solidFill>
            </a:endParaRPr>
          </a:p>
        </p:txBody>
      </p:sp>
      <p:cxnSp>
        <p:nvCxnSpPr>
          <p:cNvPr id="345" name="直接连接符 344">
            <a:extLst>
              <a:ext uri="{FF2B5EF4-FFF2-40B4-BE49-F238E27FC236}">
                <a16:creationId xmlns:a16="http://schemas.microsoft.com/office/drawing/2014/main" id="{690D2E7C-1FCF-4D6E-9437-A6F3A3AE6358}"/>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46" name="组合 345">
            <a:extLst>
              <a:ext uri="{FF2B5EF4-FFF2-40B4-BE49-F238E27FC236}">
                <a16:creationId xmlns:a16="http://schemas.microsoft.com/office/drawing/2014/main" id="{33818FBF-1765-4D66-A5E9-236866CC1271}"/>
              </a:ext>
            </a:extLst>
          </p:cNvPr>
          <p:cNvGrpSpPr/>
          <p:nvPr userDrawn="1"/>
        </p:nvGrpSpPr>
        <p:grpSpPr>
          <a:xfrm>
            <a:off x="10672870" y="250062"/>
            <a:ext cx="913766" cy="457978"/>
            <a:chOff x="1585727" y="453077"/>
            <a:chExt cx="374706" cy="187802"/>
          </a:xfrm>
          <a:solidFill>
            <a:schemeClr val="accent1"/>
          </a:solidFill>
        </p:grpSpPr>
        <p:sp>
          <p:nvSpPr>
            <p:cNvPr id="347" name="îśliďe">
              <a:extLst>
                <a:ext uri="{FF2B5EF4-FFF2-40B4-BE49-F238E27FC236}">
                  <a16:creationId xmlns:a16="http://schemas.microsoft.com/office/drawing/2014/main" id="{177D50D2-8940-4EE1-AC67-E08E990A9AEE}"/>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48" name="íšḻíḍé">
              <a:extLst>
                <a:ext uri="{FF2B5EF4-FFF2-40B4-BE49-F238E27FC236}">
                  <a16:creationId xmlns:a16="http://schemas.microsoft.com/office/drawing/2014/main" id="{0E3A645A-25F0-4F8C-AB45-3B0DBA8E44D7}"/>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49" name="ïṥḻïḓé">
              <a:extLst>
                <a:ext uri="{FF2B5EF4-FFF2-40B4-BE49-F238E27FC236}">
                  <a16:creationId xmlns:a16="http://schemas.microsoft.com/office/drawing/2014/main" id="{27D80C56-CBDC-4797-8BD8-A1AA992B97C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0" name="î$ḷíḋè">
              <a:extLst>
                <a:ext uri="{FF2B5EF4-FFF2-40B4-BE49-F238E27FC236}">
                  <a16:creationId xmlns:a16="http://schemas.microsoft.com/office/drawing/2014/main" id="{405223AB-E4EF-483E-808D-4C16662F5974}"/>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1" name="i$ḷiḍe">
              <a:extLst>
                <a:ext uri="{FF2B5EF4-FFF2-40B4-BE49-F238E27FC236}">
                  <a16:creationId xmlns:a16="http://schemas.microsoft.com/office/drawing/2014/main" id="{5B412A83-390F-4349-B16C-897209ABF61D}"/>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2" name="ïṡļïdè">
              <a:extLst>
                <a:ext uri="{FF2B5EF4-FFF2-40B4-BE49-F238E27FC236}">
                  <a16:creationId xmlns:a16="http://schemas.microsoft.com/office/drawing/2014/main" id="{F710789F-6A9E-4C9B-80B8-C6B70CB66ECE}"/>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3" name="íŝḻíḓê">
              <a:extLst>
                <a:ext uri="{FF2B5EF4-FFF2-40B4-BE49-F238E27FC236}">
                  <a16:creationId xmlns:a16="http://schemas.microsoft.com/office/drawing/2014/main" id="{254BEA57-590C-4A8F-823F-BD2366783D14}"/>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4" name="isľîḑê">
              <a:extLst>
                <a:ext uri="{FF2B5EF4-FFF2-40B4-BE49-F238E27FC236}">
                  <a16:creationId xmlns:a16="http://schemas.microsoft.com/office/drawing/2014/main" id="{441438F4-2FE7-426C-8D53-8178A3FD50F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5" name="椭圆 354">
            <a:extLst>
              <a:ext uri="{FF2B5EF4-FFF2-40B4-BE49-F238E27FC236}">
                <a16:creationId xmlns:a16="http://schemas.microsoft.com/office/drawing/2014/main" id="{5A7D7659-6808-49DE-9601-FB95575A5EE5}"/>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文本占位符 163">
            <a:extLst>
              <a:ext uri="{FF2B5EF4-FFF2-40B4-BE49-F238E27FC236}">
                <a16:creationId xmlns:a16="http://schemas.microsoft.com/office/drawing/2014/main" id="{B0BBF300-7D51-459A-BA7E-E779BAB958FA}"/>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1168785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页12">
    <p:bg>
      <p:bgPr>
        <a:solidFill>
          <a:schemeClr val="bg1">
            <a:lumMod val="95000"/>
          </a:schemeClr>
        </a:solidFill>
        <a:effectLst/>
      </p:bgPr>
    </p:bg>
    <p:spTree>
      <p:nvGrpSpPr>
        <p:cNvPr id="1" name=""/>
        <p:cNvGrpSpPr/>
        <p:nvPr/>
      </p:nvGrpSpPr>
      <p:grpSpPr>
        <a:xfrm>
          <a:off x="0" y="0"/>
          <a:ext cx="0" cy="0"/>
          <a:chOff x="0" y="0"/>
          <a:chExt cx="0" cy="0"/>
        </a:xfrm>
      </p:grpSpPr>
      <p:sp>
        <p:nvSpPr>
          <p:cNvPr id="128" name="图片占位符 127">
            <a:extLst>
              <a:ext uri="{FF2B5EF4-FFF2-40B4-BE49-F238E27FC236}">
                <a16:creationId xmlns:a16="http://schemas.microsoft.com/office/drawing/2014/main" id="{F540BDE6-E5D0-4250-83C1-4140808E22D1}"/>
              </a:ext>
            </a:extLst>
          </p:cNvPr>
          <p:cNvSpPr>
            <a:spLocks noGrp="1"/>
          </p:cNvSpPr>
          <p:nvPr>
            <p:ph type="pic" sz="quarter" idx="13"/>
          </p:nvPr>
        </p:nvSpPr>
        <p:spPr>
          <a:xfrm>
            <a:off x="5070476" y="2352675"/>
            <a:ext cx="1928043" cy="1928043"/>
          </a:xfrm>
          <a:custGeom>
            <a:avLst/>
            <a:gdLst>
              <a:gd name="connsiteX0" fmla="*/ 964022 w 1928043"/>
              <a:gd name="connsiteY0" fmla="*/ 0 h 1928043"/>
              <a:gd name="connsiteX1" fmla="*/ 1928043 w 1928043"/>
              <a:gd name="connsiteY1" fmla="*/ 964022 h 1928043"/>
              <a:gd name="connsiteX2" fmla="*/ 964022 w 1928043"/>
              <a:gd name="connsiteY2" fmla="*/ 1928043 h 1928043"/>
              <a:gd name="connsiteX3" fmla="*/ 0 w 1928043"/>
              <a:gd name="connsiteY3" fmla="*/ 964022 h 1928043"/>
              <a:gd name="connsiteX4" fmla="*/ 964022 w 1928043"/>
              <a:gd name="connsiteY4" fmla="*/ 0 h 19280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8043" h="1928043">
                <a:moveTo>
                  <a:pt x="964022" y="0"/>
                </a:moveTo>
                <a:cubicBezTo>
                  <a:pt x="1496436" y="0"/>
                  <a:pt x="1928043" y="431608"/>
                  <a:pt x="1928043" y="964022"/>
                </a:cubicBezTo>
                <a:cubicBezTo>
                  <a:pt x="1928043" y="1496436"/>
                  <a:pt x="1496436" y="1928043"/>
                  <a:pt x="964022" y="1928043"/>
                </a:cubicBezTo>
                <a:cubicBezTo>
                  <a:pt x="431608" y="1928043"/>
                  <a:pt x="0" y="1496436"/>
                  <a:pt x="0" y="964022"/>
                </a:cubicBezTo>
                <a:cubicBezTo>
                  <a:pt x="0" y="431608"/>
                  <a:pt x="431608" y="0"/>
                  <a:pt x="964022" y="0"/>
                </a:cubicBezTo>
                <a:close/>
              </a:path>
            </a:pathLst>
          </a:custGeom>
        </p:spPr>
        <p:txBody>
          <a:bodyPr wrap="square">
            <a:noAutofit/>
          </a:bodyPr>
          <a:lstStyle/>
          <a:p>
            <a:endParaRPr lang="zh-CN" altLang="en-US"/>
          </a:p>
        </p:txBody>
      </p:sp>
      <p:grpSp>
        <p:nvGrpSpPr>
          <p:cNvPr id="4" name="组合 3">
            <a:extLst>
              <a:ext uri="{FF2B5EF4-FFF2-40B4-BE49-F238E27FC236}">
                <a16:creationId xmlns:a16="http://schemas.microsoft.com/office/drawing/2014/main" id="{9DDA9FEB-E3F4-46A3-9929-6B2BA9D7EC04}"/>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5" name="îśliďe">
              <a:extLst>
                <a:ext uri="{FF2B5EF4-FFF2-40B4-BE49-F238E27FC236}">
                  <a16:creationId xmlns:a16="http://schemas.microsoft.com/office/drawing/2014/main" id="{1195D9FD-891B-44F1-B20E-67ECB2BC4A45}"/>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6" name="íšḻíḍé">
              <a:extLst>
                <a:ext uri="{FF2B5EF4-FFF2-40B4-BE49-F238E27FC236}">
                  <a16:creationId xmlns:a16="http://schemas.microsoft.com/office/drawing/2014/main" id="{425BBE86-BB0C-42B5-A522-8C3AF34CCF47}"/>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7" name="ïṥḻïḓé">
              <a:extLst>
                <a:ext uri="{FF2B5EF4-FFF2-40B4-BE49-F238E27FC236}">
                  <a16:creationId xmlns:a16="http://schemas.microsoft.com/office/drawing/2014/main" id="{C47C1DE8-FADA-49AD-815D-FF026D28EFFD}"/>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8" name="î$ḷíḋè">
              <a:extLst>
                <a:ext uri="{FF2B5EF4-FFF2-40B4-BE49-F238E27FC236}">
                  <a16:creationId xmlns:a16="http://schemas.microsoft.com/office/drawing/2014/main" id="{71C8337C-D53C-4627-8A03-10D937D64F20}"/>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9" name="i$ḷiḍe">
              <a:extLst>
                <a:ext uri="{FF2B5EF4-FFF2-40B4-BE49-F238E27FC236}">
                  <a16:creationId xmlns:a16="http://schemas.microsoft.com/office/drawing/2014/main" id="{BBD11B76-CC46-455E-AEA5-6CD3272DDF2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0" name="ïṡļïdè">
              <a:extLst>
                <a:ext uri="{FF2B5EF4-FFF2-40B4-BE49-F238E27FC236}">
                  <a16:creationId xmlns:a16="http://schemas.microsoft.com/office/drawing/2014/main" id="{C01B95BB-B68D-4F16-BB5C-7A03B6CE20F0}"/>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1" name="íŝḻíḓê">
              <a:extLst>
                <a:ext uri="{FF2B5EF4-FFF2-40B4-BE49-F238E27FC236}">
                  <a16:creationId xmlns:a16="http://schemas.microsoft.com/office/drawing/2014/main" id="{279B8CD3-B1A6-49F2-BD1A-4E8EAA03E0FD}"/>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2" name="isľîḑê">
              <a:extLst>
                <a:ext uri="{FF2B5EF4-FFF2-40B4-BE49-F238E27FC236}">
                  <a16:creationId xmlns:a16="http://schemas.microsoft.com/office/drawing/2014/main" id="{943E8A3F-8C45-487B-BF65-BD343376856E}"/>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25" name="图片 124">
            <a:extLst>
              <a:ext uri="{FF2B5EF4-FFF2-40B4-BE49-F238E27FC236}">
                <a16:creationId xmlns:a16="http://schemas.microsoft.com/office/drawing/2014/main" id="{51735B88-50CB-47CD-A49E-4D89D986D828}"/>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341" name="文本框 340">
            <a:extLst>
              <a:ext uri="{FF2B5EF4-FFF2-40B4-BE49-F238E27FC236}">
                <a16:creationId xmlns:a16="http://schemas.microsoft.com/office/drawing/2014/main" id="{5F1639E9-7C97-4EE6-A573-200FBA5B520B}"/>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45" name="直接连接符 344">
            <a:extLst>
              <a:ext uri="{FF2B5EF4-FFF2-40B4-BE49-F238E27FC236}">
                <a16:creationId xmlns:a16="http://schemas.microsoft.com/office/drawing/2014/main" id="{872F3912-ABA9-48FB-8699-28B0E67EA916}"/>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46" name="组合 345">
            <a:extLst>
              <a:ext uri="{FF2B5EF4-FFF2-40B4-BE49-F238E27FC236}">
                <a16:creationId xmlns:a16="http://schemas.microsoft.com/office/drawing/2014/main" id="{868A7A73-5ABC-4313-8567-38752A2E4A24}"/>
              </a:ext>
            </a:extLst>
          </p:cNvPr>
          <p:cNvGrpSpPr/>
          <p:nvPr userDrawn="1"/>
        </p:nvGrpSpPr>
        <p:grpSpPr>
          <a:xfrm>
            <a:off x="10672870" y="250062"/>
            <a:ext cx="913766" cy="457978"/>
            <a:chOff x="1585727" y="453077"/>
            <a:chExt cx="374706" cy="187802"/>
          </a:xfrm>
          <a:solidFill>
            <a:schemeClr val="accent1"/>
          </a:solidFill>
        </p:grpSpPr>
        <p:sp>
          <p:nvSpPr>
            <p:cNvPr id="347" name="îśliďe">
              <a:extLst>
                <a:ext uri="{FF2B5EF4-FFF2-40B4-BE49-F238E27FC236}">
                  <a16:creationId xmlns:a16="http://schemas.microsoft.com/office/drawing/2014/main" id="{6301E0BA-FC37-4122-8ED5-B7BF8F4FC18B}"/>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48" name="íšḻíḍé">
              <a:extLst>
                <a:ext uri="{FF2B5EF4-FFF2-40B4-BE49-F238E27FC236}">
                  <a16:creationId xmlns:a16="http://schemas.microsoft.com/office/drawing/2014/main" id="{023F99EF-5799-4AAC-AC50-4FC7575DFCE0}"/>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49" name="ïṥḻïḓé">
              <a:extLst>
                <a:ext uri="{FF2B5EF4-FFF2-40B4-BE49-F238E27FC236}">
                  <a16:creationId xmlns:a16="http://schemas.microsoft.com/office/drawing/2014/main" id="{CF0F63AB-9F2D-44C5-AE59-F189C105D2B8}"/>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50" name="î$ḷíḋè">
              <a:extLst>
                <a:ext uri="{FF2B5EF4-FFF2-40B4-BE49-F238E27FC236}">
                  <a16:creationId xmlns:a16="http://schemas.microsoft.com/office/drawing/2014/main" id="{714C91D0-66BA-4042-B134-D4ED72588198}"/>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1" name="i$ḷiḍe">
              <a:extLst>
                <a:ext uri="{FF2B5EF4-FFF2-40B4-BE49-F238E27FC236}">
                  <a16:creationId xmlns:a16="http://schemas.microsoft.com/office/drawing/2014/main" id="{4D3C7803-433B-488D-B30D-26009671D2C5}"/>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2" name="ïṡļïdè">
              <a:extLst>
                <a:ext uri="{FF2B5EF4-FFF2-40B4-BE49-F238E27FC236}">
                  <a16:creationId xmlns:a16="http://schemas.microsoft.com/office/drawing/2014/main" id="{6048D35D-8237-4961-8668-704B168E15AF}"/>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3" name="íŝḻíḓê">
              <a:extLst>
                <a:ext uri="{FF2B5EF4-FFF2-40B4-BE49-F238E27FC236}">
                  <a16:creationId xmlns:a16="http://schemas.microsoft.com/office/drawing/2014/main" id="{ED6DF677-33B1-4EFC-8240-71BB71B67D0E}"/>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4" name="isľîḑê">
              <a:extLst>
                <a:ext uri="{FF2B5EF4-FFF2-40B4-BE49-F238E27FC236}">
                  <a16:creationId xmlns:a16="http://schemas.microsoft.com/office/drawing/2014/main" id="{73425A2F-6A40-4B5F-B5E9-388538FB7F22}"/>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5" name="椭圆 354">
            <a:extLst>
              <a:ext uri="{FF2B5EF4-FFF2-40B4-BE49-F238E27FC236}">
                <a16:creationId xmlns:a16="http://schemas.microsoft.com/office/drawing/2014/main" id="{C37B34DD-12DB-445F-8E1A-DCF3499ECC54}"/>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6" name="文本占位符 163">
            <a:extLst>
              <a:ext uri="{FF2B5EF4-FFF2-40B4-BE49-F238E27FC236}">
                <a16:creationId xmlns:a16="http://schemas.microsoft.com/office/drawing/2014/main" id="{B6CB49CE-AB35-44EC-A55F-EB60B4BFEC62}"/>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3" name="灯片编号占位符 2"/>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6935646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页13">
    <p:bg>
      <p:bgPr>
        <a:solidFill>
          <a:schemeClr val="bg1">
            <a:lumMod val="95000"/>
          </a:schemeClr>
        </a:solidFill>
        <a:effectLst/>
      </p:bgPr>
    </p:bg>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A7EDB1B9-A854-4203-B77F-B61D463DBB1B}"/>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4" name="îśliďe">
              <a:extLst>
                <a:ext uri="{FF2B5EF4-FFF2-40B4-BE49-F238E27FC236}">
                  <a16:creationId xmlns:a16="http://schemas.microsoft.com/office/drawing/2014/main" id="{35DD738A-7624-4463-B38A-258A2719E245}"/>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5" name="íšḻíḍé">
              <a:extLst>
                <a:ext uri="{FF2B5EF4-FFF2-40B4-BE49-F238E27FC236}">
                  <a16:creationId xmlns:a16="http://schemas.microsoft.com/office/drawing/2014/main" id="{BF44F3D1-94C5-40DA-A758-3F5925E6383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6" name="ïṥḻïḓé">
              <a:extLst>
                <a:ext uri="{FF2B5EF4-FFF2-40B4-BE49-F238E27FC236}">
                  <a16:creationId xmlns:a16="http://schemas.microsoft.com/office/drawing/2014/main" id="{6F584386-AD1B-4957-9276-0969EC306FAE}"/>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7" name="î$ḷíḋè">
              <a:extLst>
                <a:ext uri="{FF2B5EF4-FFF2-40B4-BE49-F238E27FC236}">
                  <a16:creationId xmlns:a16="http://schemas.microsoft.com/office/drawing/2014/main" id="{F651348A-9E4F-40B6-89B9-5BCD7A447BEA}"/>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8" name="i$ḷiḍe">
              <a:extLst>
                <a:ext uri="{FF2B5EF4-FFF2-40B4-BE49-F238E27FC236}">
                  <a16:creationId xmlns:a16="http://schemas.microsoft.com/office/drawing/2014/main" id="{90414720-4042-48E8-9DD7-46B2C7914714}"/>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9" name="ïṡļïdè">
              <a:extLst>
                <a:ext uri="{FF2B5EF4-FFF2-40B4-BE49-F238E27FC236}">
                  <a16:creationId xmlns:a16="http://schemas.microsoft.com/office/drawing/2014/main" id="{7916F5F1-E3AE-42D4-A813-3742FC77CACB}"/>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0" name="íŝḻíḓê">
              <a:extLst>
                <a:ext uri="{FF2B5EF4-FFF2-40B4-BE49-F238E27FC236}">
                  <a16:creationId xmlns:a16="http://schemas.microsoft.com/office/drawing/2014/main" id="{6012D1CC-FD09-488B-B770-858C319C2891}"/>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1" name="isľîḑê">
              <a:extLst>
                <a:ext uri="{FF2B5EF4-FFF2-40B4-BE49-F238E27FC236}">
                  <a16:creationId xmlns:a16="http://schemas.microsoft.com/office/drawing/2014/main" id="{7BEBA14A-4678-4359-8335-E2EE1BEA5412}"/>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24" name="图片 123">
            <a:extLst>
              <a:ext uri="{FF2B5EF4-FFF2-40B4-BE49-F238E27FC236}">
                <a16:creationId xmlns:a16="http://schemas.microsoft.com/office/drawing/2014/main" id="{BA370D12-EC88-4CFC-9102-DB908E82454B}"/>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26" name="图片占位符 125">
            <a:extLst>
              <a:ext uri="{FF2B5EF4-FFF2-40B4-BE49-F238E27FC236}">
                <a16:creationId xmlns:a16="http://schemas.microsoft.com/office/drawing/2014/main" id="{42DB3125-7314-4156-9D74-A41A6FD8506D}"/>
              </a:ext>
            </a:extLst>
          </p:cNvPr>
          <p:cNvSpPr>
            <a:spLocks noGrp="1"/>
          </p:cNvSpPr>
          <p:nvPr>
            <p:ph type="pic" sz="quarter" idx="13"/>
          </p:nvPr>
        </p:nvSpPr>
        <p:spPr>
          <a:xfrm>
            <a:off x="1155701" y="1123952"/>
            <a:ext cx="3944241" cy="4610097"/>
          </a:xfrm>
          <a:prstGeom prst="rect">
            <a:avLst/>
          </a:prstGeom>
        </p:spPr>
        <p:txBody>
          <a:bodyPr/>
          <a:lstStyle/>
          <a:p>
            <a:endParaRPr lang="zh-CN" altLang="en-US"/>
          </a:p>
        </p:txBody>
      </p:sp>
      <p:sp>
        <p:nvSpPr>
          <p:cNvPr id="340" name="文本框 339">
            <a:extLst>
              <a:ext uri="{FF2B5EF4-FFF2-40B4-BE49-F238E27FC236}">
                <a16:creationId xmlns:a16="http://schemas.microsoft.com/office/drawing/2014/main" id="{F035BB5F-8020-463D-AFA2-44CE626330C5}"/>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344" name="直接连接符 343">
            <a:extLst>
              <a:ext uri="{FF2B5EF4-FFF2-40B4-BE49-F238E27FC236}">
                <a16:creationId xmlns:a16="http://schemas.microsoft.com/office/drawing/2014/main" id="{1C5BA3E7-496D-4EFC-852D-B973DAEFDB62}"/>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345" name="组合 344">
            <a:extLst>
              <a:ext uri="{FF2B5EF4-FFF2-40B4-BE49-F238E27FC236}">
                <a16:creationId xmlns:a16="http://schemas.microsoft.com/office/drawing/2014/main" id="{D614F05B-B81D-4E5F-BAFA-BF4E3B668399}"/>
              </a:ext>
            </a:extLst>
          </p:cNvPr>
          <p:cNvGrpSpPr/>
          <p:nvPr userDrawn="1"/>
        </p:nvGrpSpPr>
        <p:grpSpPr>
          <a:xfrm>
            <a:off x="10672870" y="250062"/>
            <a:ext cx="913766" cy="457978"/>
            <a:chOff x="1585727" y="453077"/>
            <a:chExt cx="374706" cy="187802"/>
          </a:xfrm>
          <a:solidFill>
            <a:schemeClr val="accent1"/>
          </a:solidFill>
        </p:grpSpPr>
        <p:sp>
          <p:nvSpPr>
            <p:cNvPr id="346" name="îśliďe">
              <a:extLst>
                <a:ext uri="{FF2B5EF4-FFF2-40B4-BE49-F238E27FC236}">
                  <a16:creationId xmlns:a16="http://schemas.microsoft.com/office/drawing/2014/main" id="{1DC1DADC-46E0-41DD-A66E-EE95836D2588}"/>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47" name="íšḻíḍé">
              <a:extLst>
                <a:ext uri="{FF2B5EF4-FFF2-40B4-BE49-F238E27FC236}">
                  <a16:creationId xmlns:a16="http://schemas.microsoft.com/office/drawing/2014/main" id="{B388DAA0-B70F-4C44-A053-9005D516763A}"/>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48" name="ïṥḻïḓé">
              <a:extLst>
                <a:ext uri="{FF2B5EF4-FFF2-40B4-BE49-F238E27FC236}">
                  <a16:creationId xmlns:a16="http://schemas.microsoft.com/office/drawing/2014/main" id="{3DB94F85-37E8-4506-AFE0-EC5B80B5D449}"/>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49" name="î$ḷíḋè">
              <a:extLst>
                <a:ext uri="{FF2B5EF4-FFF2-40B4-BE49-F238E27FC236}">
                  <a16:creationId xmlns:a16="http://schemas.microsoft.com/office/drawing/2014/main" id="{FC8B828A-3469-42D8-952A-66FC5CCC34E1}"/>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50" name="i$ḷiḍe">
              <a:extLst>
                <a:ext uri="{FF2B5EF4-FFF2-40B4-BE49-F238E27FC236}">
                  <a16:creationId xmlns:a16="http://schemas.microsoft.com/office/drawing/2014/main" id="{CD01555A-E3E2-480E-AB04-402932DB9F7E}"/>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51" name="ïṡļïdè">
              <a:extLst>
                <a:ext uri="{FF2B5EF4-FFF2-40B4-BE49-F238E27FC236}">
                  <a16:creationId xmlns:a16="http://schemas.microsoft.com/office/drawing/2014/main" id="{D555D095-146B-4A3C-BDBE-DCB084F38552}"/>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2" name="íŝḻíḓê">
              <a:extLst>
                <a:ext uri="{FF2B5EF4-FFF2-40B4-BE49-F238E27FC236}">
                  <a16:creationId xmlns:a16="http://schemas.microsoft.com/office/drawing/2014/main" id="{9013C83C-43D9-4C7B-87D9-27E60034399A}"/>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53" name="isľîḑê">
              <a:extLst>
                <a:ext uri="{FF2B5EF4-FFF2-40B4-BE49-F238E27FC236}">
                  <a16:creationId xmlns:a16="http://schemas.microsoft.com/office/drawing/2014/main" id="{6E5E5F79-2674-44C6-837E-9903BB542F12}"/>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354" name="椭圆 353">
            <a:extLst>
              <a:ext uri="{FF2B5EF4-FFF2-40B4-BE49-F238E27FC236}">
                <a16:creationId xmlns:a16="http://schemas.microsoft.com/office/drawing/2014/main" id="{6FD8E487-B46D-44FA-B429-69A865215092}"/>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5" name="文本占位符 163">
            <a:extLst>
              <a:ext uri="{FF2B5EF4-FFF2-40B4-BE49-F238E27FC236}">
                <a16:creationId xmlns:a16="http://schemas.microsoft.com/office/drawing/2014/main" id="{B7BC2190-A745-4431-92FD-ECBCE4BC68F7}"/>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sp>
        <p:nvSpPr>
          <p:cNvPr id="2" name="页脚占位符 1"/>
          <p:cNvSpPr>
            <a:spLocks noGrp="1"/>
          </p:cNvSpPr>
          <p:nvPr>
            <p:ph type="ftr" sz="quarter" idx="14"/>
          </p:nvPr>
        </p:nvSpPr>
        <p:spPr/>
        <p:txBody>
          <a:bodyPr/>
          <a:lstStyle/>
          <a:p>
            <a:endParaRPr lang="zh-CN" altLang="en-US"/>
          </a:p>
        </p:txBody>
      </p:sp>
      <p:sp>
        <p:nvSpPr>
          <p:cNvPr id="12" name="灯片编号占位符 11"/>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6789746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页14">
    <p:bg>
      <p:bgPr>
        <a:solidFill>
          <a:schemeClr val="bg1">
            <a:lumMod val="95000"/>
          </a:schemeClr>
        </a:solidFill>
        <a:effectLst/>
      </p:bgPr>
    </p:bg>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A9CAC4A-865E-49E3-8731-FCABCC67D6B9}"/>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4" name="îśliďe">
              <a:extLst>
                <a:ext uri="{FF2B5EF4-FFF2-40B4-BE49-F238E27FC236}">
                  <a16:creationId xmlns:a16="http://schemas.microsoft.com/office/drawing/2014/main" id="{6D0E3A22-DF41-49B9-BDC7-6AEAE2777297}"/>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5" name="íšḻíḍé">
              <a:extLst>
                <a:ext uri="{FF2B5EF4-FFF2-40B4-BE49-F238E27FC236}">
                  <a16:creationId xmlns:a16="http://schemas.microsoft.com/office/drawing/2014/main" id="{D2502648-AA34-4D64-9E31-2927043C5749}"/>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6" name="ïṥḻïḓé">
              <a:extLst>
                <a:ext uri="{FF2B5EF4-FFF2-40B4-BE49-F238E27FC236}">
                  <a16:creationId xmlns:a16="http://schemas.microsoft.com/office/drawing/2014/main" id="{F5C42EC3-F124-46E3-802C-283810436846}"/>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7" name="î$ḷíḋè">
              <a:extLst>
                <a:ext uri="{FF2B5EF4-FFF2-40B4-BE49-F238E27FC236}">
                  <a16:creationId xmlns:a16="http://schemas.microsoft.com/office/drawing/2014/main" id="{F127877A-C948-4605-AC7A-6394FDC28741}"/>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8" name="i$ḷiḍe">
              <a:extLst>
                <a:ext uri="{FF2B5EF4-FFF2-40B4-BE49-F238E27FC236}">
                  <a16:creationId xmlns:a16="http://schemas.microsoft.com/office/drawing/2014/main" id="{D9BDE8C1-4B90-4166-81BB-04EBE9EF4D98}"/>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9" name="ïṡļïdè">
              <a:extLst>
                <a:ext uri="{FF2B5EF4-FFF2-40B4-BE49-F238E27FC236}">
                  <a16:creationId xmlns:a16="http://schemas.microsoft.com/office/drawing/2014/main" id="{CA8027DB-98A9-4909-8032-7BCDF8D904A3}"/>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0" name="íŝḻíḓê">
              <a:extLst>
                <a:ext uri="{FF2B5EF4-FFF2-40B4-BE49-F238E27FC236}">
                  <a16:creationId xmlns:a16="http://schemas.microsoft.com/office/drawing/2014/main" id="{F6839995-F008-484C-8BC3-91C01EFF9F56}"/>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1" name="isľîḑê">
              <a:extLst>
                <a:ext uri="{FF2B5EF4-FFF2-40B4-BE49-F238E27FC236}">
                  <a16:creationId xmlns:a16="http://schemas.microsoft.com/office/drawing/2014/main" id="{B00D56CC-10C2-40DF-8498-36360BA87293}"/>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pic>
        <p:nvPicPr>
          <p:cNvPr id="12" name="图片 11">
            <a:extLst>
              <a:ext uri="{FF2B5EF4-FFF2-40B4-BE49-F238E27FC236}">
                <a16:creationId xmlns:a16="http://schemas.microsoft.com/office/drawing/2014/main" id="{124D1203-8E71-42D8-ADE3-A64DC13C115E}"/>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p:spPr>
      </p:pic>
      <p:sp>
        <p:nvSpPr>
          <p:cNvPr id="14" name="文本框 13">
            <a:extLst>
              <a:ext uri="{FF2B5EF4-FFF2-40B4-BE49-F238E27FC236}">
                <a16:creationId xmlns:a16="http://schemas.microsoft.com/office/drawing/2014/main" id="{F1EB2C21-849F-4F0B-803B-7AC4ABD5DBD1}"/>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cxnSp>
        <p:nvCxnSpPr>
          <p:cNvPr id="16" name="直接连接符 15">
            <a:extLst>
              <a:ext uri="{FF2B5EF4-FFF2-40B4-BE49-F238E27FC236}">
                <a16:creationId xmlns:a16="http://schemas.microsoft.com/office/drawing/2014/main" id="{2540EFFF-5E1E-49DF-B137-28242E9D16B1}"/>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C442CE9E-876D-4052-97ED-AB8CC183D2D4}"/>
              </a:ext>
            </a:extLst>
          </p:cNvPr>
          <p:cNvGrpSpPr/>
          <p:nvPr userDrawn="1"/>
        </p:nvGrpSpPr>
        <p:grpSpPr>
          <a:xfrm>
            <a:off x="10672870" y="250062"/>
            <a:ext cx="913766" cy="457978"/>
            <a:chOff x="1585727" y="453077"/>
            <a:chExt cx="374706" cy="187802"/>
          </a:xfrm>
          <a:solidFill>
            <a:schemeClr val="accent1"/>
          </a:solidFill>
        </p:grpSpPr>
        <p:sp>
          <p:nvSpPr>
            <p:cNvPr id="18" name="îśliďe">
              <a:extLst>
                <a:ext uri="{FF2B5EF4-FFF2-40B4-BE49-F238E27FC236}">
                  <a16:creationId xmlns:a16="http://schemas.microsoft.com/office/drawing/2014/main" id="{228D3189-D8DA-4DC5-8731-93349BE92B5B}"/>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9" name="íšḻíḍé">
              <a:extLst>
                <a:ext uri="{FF2B5EF4-FFF2-40B4-BE49-F238E27FC236}">
                  <a16:creationId xmlns:a16="http://schemas.microsoft.com/office/drawing/2014/main" id="{3725DDB3-E5B7-4A23-A1D5-30D8D6ADB402}"/>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20" name="ïṥḻïḓé">
              <a:extLst>
                <a:ext uri="{FF2B5EF4-FFF2-40B4-BE49-F238E27FC236}">
                  <a16:creationId xmlns:a16="http://schemas.microsoft.com/office/drawing/2014/main" id="{33785B02-E6CA-41E7-8B7F-EA502F9E91C7}"/>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21" name="î$ḷíḋè">
              <a:extLst>
                <a:ext uri="{FF2B5EF4-FFF2-40B4-BE49-F238E27FC236}">
                  <a16:creationId xmlns:a16="http://schemas.microsoft.com/office/drawing/2014/main" id="{57EBE7AC-411D-402D-9A9A-55B2BFC58C74}"/>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22" name="i$ḷiḍe">
              <a:extLst>
                <a:ext uri="{FF2B5EF4-FFF2-40B4-BE49-F238E27FC236}">
                  <a16:creationId xmlns:a16="http://schemas.microsoft.com/office/drawing/2014/main" id="{AF26F0D0-0E60-41C6-8192-45CE0DE76B1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23" name="ïṡļïdè">
              <a:extLst>
                <a:ext uri="{FF2B5EF4-FFF2-40B4-BE49-F238E27FC236}">
                  <a16:creationId xmlns:a16="http://schemas.microsoft.com/office/drawing/2014/main" id="{ED54000E-F8F8-4E48-88FE-D68E9701DFB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24" name="íŝḻíḓê">
              <a:extLst>
                <a:ext uri="{FF2B5EF4-FFF2-40B4-BE49-F238E27FC236}">
                  <a16:creationId xmlns:a16="http://schemas.microsoft.com/office/drawing/2014/main" id="{3519DFED-4A2B-42AD-AB2C-01E9C8A44A9B}"/>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25" name="isľîḑê">
              <a:extLst>
                <a:ext uri="{FF2B5EF4-FFF2-40B4-BE49-F238E27FC236}">
                  <a16:creationId xmlns:a16="http://schemas.microsoft.com/office/drawing/2014/main" id="{E527C414-F980-4E3F-AC95-B9D4B48DFACF}"/>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26" name="椭圆 25">
            <a:extLst>
              <a:ext uri="{FF2B5EF4-FFF2-40B4-BE49-F238E27FC236}">
                <a16:creationId xmlns:a16="http://schemas.microsoft.com/office/drawing/2014/main" id="{C54E03BE-357F-42C6-9923-09956954CF8B}"/>
              </a:ext>
            </a:extLst>
          </p:cNvPr>
          <p:cNvSpPr/>
          <p:nvPr userDrawn="1"/>
        </p:nvSpPr>
        <p:spPr>
          <a:xfrm>
            <a:off x="314691" y="151816"/>
            <a:ext cx="654470" cy="654470"/>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占位符 163">
            <a:extLst>
              <a:ext uri="{FF2B5EF4-FFF2-40B4-BE49-F238E27FC236}">
                <a16:creationId xmlns:a16="http://schemas.microsoft.com/office/drawing/2014/main" id="{E09EA8D3-74EF-4CFC-9A60-38BF481F74EA}"/>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grpSp>
        <p:nvGrpSpPr>
          <p:cNvPr id="28" name="组合 27">
            <a:extLst>
              <a:ext uri="{FF2B5EF4-FFF2-40B4-BE49-F238E27FC236}">
                <a16:creationId xmlns:a16="http://schemas.microsoft.com/office/drawing/2014/main" id="{1CFA14D2-01F1-4DF0-B2A6-BFF2575C48A2}"/>
              </a:ext>
            </a:extLst>
          </p:cNvPr>
          <p:cNvGrpSpPr/>
          <p:nvPr userDrawn="1"/>
        </p:nvGrpSpPr>
        <p:grpSpPr>
          <a:xfrm>
            <a:off x="2539883" y="1646681"/>
            <a:ext cx="7112234" cy="3564639"/>
            <a:chOff x="1585727" y="453077"/>
            <a:chExt cx="374706" cy="187802"/>
          </a:xfrm>
          <a:solidFill>
            <a:schemeClr val="bg1">
              <a:lumMod val="65000"/>
              <a:alpha val="4000"/>
            </a:schemeClr>
          </a:solidFill>
        </p:grpSpPr>
        <p:sp>
          <p:nvSpPr>
            <p:cNvPr id="29" name="îśliďe">
              <a:extLst>
                <a:ext uri="{FF2B5EF4-FFF2-40B4-BE49-F238E27FC236}">
                  <a16:creationId xmlns:a16="http://schemas.microsoft.com/office/drawing/2014/main" id="{614E7815-EC78-4907-8A87-DCDE0DC90BF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30" name="íšḻíḍé">
              <a:extLst>
                <a:ext uri="{FF2B5EF4-FFF2-40B4-BE49-F238E27FC236}">
                  <a16:creationId xmlns:a16="http://schemas.microsoft.com/office/drawing/2014/main" id="{BD0E37F9-4D3D-4967-9E1C-C1D0C121C38F}"/>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31" name="ïṥḻïḓé">
              <a:extLst>
                <a:ext uri="{FF2B5EF4-FFF2-40B4-BE49-F238E27FC236}">
                  <a16:creationId xmlns:a16="http://schemas.microsoft.com/office/drawing/2014/main" id="{9CAD6A8C-6119-4636-AB27-F8E58BA2C58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32" name="î$ḷíḋè">
              <a:extLst>
                <a:ext uri="{FF2B5EF4-FFF2-40B4-BE49-F238E27FC236}">
                  <a16:creationId xmlns:a16="http://schemas.microsoft.com/office/drawing/2014/main" id="{5507A9F1-086B-4E13-9F9B-F56CB078D80E}"/>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33" name="i$ḷiḍe">
              <a:extLst>
                <a:ext uri="{FF2B5EF4-FFF2-40B4-BE49-F238E27FC236}">
                  <a16:creationId xmlns:a16="http://schemas.microsoft.com/office/drawing/2014/main" id="{D4AB0866-5F48-44D5-A280-22C21F085AAA}"/>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34" name="ïṡļïdè">
              <a:extLst>
                <a:ext uri="{FF2B5EF4-FFF2-40B4-BE49-F238E27FC236}">
                  <a16:creationId xmlns:a16="http://schemas.microsoft.com/office/drawing/2014/main" id="{D9733264-9E45-4165-9896-BFB177D56F9A}"/>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35" name="íŝḻíḓê">
              <a:extLst>
                <a:ext uri="{FF2B5EF4-FFF2-40B4-BE49-F238E27FC236}">
                  <a16:creationId xmlns:a16="http://schemas.microsoft.com/office/drawing/2014/main" id="{C7EC23A6-AB6C-43F9-B691-7291471B871D}"/>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36" name="isľîḑê">
              <a:extLst>
                <a:ext uri="{FF2B5EF4-FFF2-40B4-BE49-F238E27FC236}">
                  <a16:creationId xmlns:a16="http://schemas.microsoft.com/office/drawing/2014/main" id="{F0B1D1A0-9307-4007-BBE3-B7E771116B09}"/>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grpSp>
        <p:nvGrpSpPr>
          <p:cNvPr id="2" name="组合 1">
            <a:extLst>
              <a:ext uri="{FF2B5EF4-FFF2-40B4-BE49-F238E27FC236}">
                <a16:creationId xmlns:a16="http://schemas.microsoft.com/office/drawing/2014/main" id="{A9F06922-CB66-4BB7-896A-8D2C2B2251EF}"/>
              </a:ext>
            </a:extLst>
          </p:cNvPr>
          <p:cNvGrpSpPr/>
          <p:nvPr userDrawn="1"/>
        </p:nvGrpSpPr>
        <p:grpSpPr>
          <a:xfrm>
            <a:off x="1176251" y="1675235"/>
            <a:ext cx="2665723" cy="3507530"/>
            <a:chOff x="1176251" y="1675235"/>
            <a:chExt cx="2665723" cy="3507530"/>
          </a:xfrm>
        </p:grpSpPr>
        <p:sp>
          <p:nvSpPr>
            <p:cNvPr id="37" name="矩形 36">
              <a:extLst>
                <a:ext uri="{FF2B5EF4-FFF2-40B4-BE49-F238E27FC236}">
                  <a16:creationId xmlns:a16="http://schemas.microsoft.com/office/drawing/2014/main" id="{A2B92018-95E0-4552-93E5-22F167C0235D}"/>
                </a:ext>
              </a:extLst>
            </p:cNvPr>
            <p:cNvSpPr/>
            <p:nvPr userDrawn="1"/>
          </p:nvSpPr>
          <p:spPr>
            <a:xfrm>
              <a:off x="1176251" y="1675235"/>
              <a:ext cx="2665723" cy="3507530"/>
            </a:xfrm>
            <a:prstGeom prst="rect">
              <a:avLst/>
            </a:prstGeom>
            <a:solidFill>
              <a:schemeClr val="bg1">
                <a:alpha val="64000"/>
              </a:schemeClr>
            </a:solidFill>
            <a:ln>
              <a:noFill/>
            </a:ln>
            <a:effectLst>
              <a:outerShdw blurRad="889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5ED6ACA3-8385-4BF7-AA4C-AC7A70901023}"/>
                </a:ext>
              </a:extLst>
            </p:cNvPr>
            <p:cNvSpPr/>
            <p:nvPr userDrawn="1"/>
          </p:nvSpPr>
          <p:spPr>
            <a:xfrm>
              <a:off x="1176251" y="4741333"/>
              <a:ext cx="2665723" cy="441432"/>
            </a:xfrm>
            <a:prstGeom prst="rect">
              <a:avLst/>
            </a:prstGeom>
            <a:blipFill dpi="0" rotWithShape="1">
              <a:blip r:embed="rId3"/>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a:extLst>
                <a:ext uri="{FF2B5EF4-FFF2-40B4-BE49-F238E27FC236}">
                  <a16:creationId xmlns:a16="http://schemas.microsoft.com/office/drawing/2014/main" id="{B16850AA-92AC-40DA-996D-814B38D999DD}"/>
                </a:ext>
              </a:extLst>
            </p:cNvPr>
            <p:cNvSpPr/>
            <p:nvPr userDrawn="1"/>
          </p:nvSpPr>
          <p:spPr>
            <a:xfrm>
              <a:off x="1176251" y="4741333"/>
              <a:ext cx="2665723" cy="441432"/>
            </a:xfrm>
            <a:prstGeom prst="rect">
              <a:avLst/>
            </a:prstGeom>
            <a:solidFill>
              <a:schemeClr val="accent1">
                <a:lumMod val="60000"/>
                <a:lumOff val="40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a:extLst>
              <a:ext uri="{FF2B5EF4-FFF2-40B4-BE49-F238E27FC236}">
                <a16:creationId xmlns:a16="http://schemas.microsoft.com/office/drawing/2014/main" id="{E41531BF-7A9A-4F92-8DE9-424EC0ED5611}"/>
              </a:ext>
            </a:extLst>
          </p:cNvPr>
          <p:cNvGrpSpPr/>
          <p:nvPr userDrawn="1"/>
        </p:nvGrpSpPr>
        <p:grpSpPr>
          <a:xfrm>
            <a:off x="4763139" y="1675235"/>
            <a:ext cx="2665723" cy="3507530"/>
            <a:chOff x="4763139" y="1675235"/>
            <a:chExt cx="2665723" cy="3507530"/>
          </a:xfrm>
        </p:grpSpPr>
        <p:sp>
          <p:nvSpPr>
            <p:cNvPr id="40" name="矩形 39">
              <a:extLst>
                <a:ext uri="{FF2B5EF4-FFF2-40B4-BE49-F238E27FC236}">
                  <a16:creationId xmlns:a16="http://schemas.microsoft.com/office/drawing/2014/main" id="{89244897-C360-48EC-8F3C-A23B73990BBC}"/>
                </a:ext>
              </a:extLst>
            </p:cNvPr>
            <p:cNvSpPr/>
            <p:nvPr userDrawn="1"/>
          </p:nvSpPr>
          <p:spPr>
            <a:xfrm>
              <a:off x="4763139" y="1675235"/>
              <a:ext cx="2665723" cy="3507530"/>
            </a:xfrm>
            <a:prstGeom prst="rect">
              <a:avLst/>
            </a:prstGeom>
            <a:solidFill>
              <a:schemeClr val="bg1">
                <a:alpha val="64000"/>
              </a:schemeClr>
            </a:solidFill>
            <a:ln>
              <a:noFill/>
            </a:ln>
            <a:effectLst>
              <a:outerShdw blurRad="889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C463C52B-A9FA-46B0-9BFA-5AB9EA5C6801}"/>
                </a:ext>
              </a:extLst>
            </p:cNvPr>
            <p:cNvSpPr/>
            <p:nvPr userDrawn="1"/>
          </p:nvSpPr>
          <p:spPr>
            <a:xfrm>
              <a:off x="4763139" y="4741333"/>
              <a:ext cx="2665723" cy="441432"/>
            </a:xfrm>
            <a:prstGeom prst="rect">
              <a:avLst/>
            </a:prstGeom>
            <a:blipFill dpi="0" rotWithShape="1">
              <a:blip r:embed="rId4"/>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53585078-156E-43B4-9EC2-438E9F02073F}"/>
                </a:ext>
              </a:extLst>
            </p:cNvPr>
            <p:cNvSpPr/>
            <p:nvPr userDrawn="1"/>
          </p:nvSpPr>
          <p:spPr>
            <a:xfrm>
              <a:off x="4763139" y="4741333"/>
              <a:ext cx="2665723" cy="441432"/>
            </a:xfrm>
            <a:prstGeom prst="rect">
              <a:avLst/>
            </a:prstGeom>
            <a:solidFill>
              <a:schemeClr val="accent1">
                <a:lumMod val="60000"/>
                <a:lumOff val="40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8" name="组合 47">
            <a:extLst>
              <a:ext uri="{FF2B5EF4-FFF2-40B4-BE49-F238E27FC236}">
                <a16:creationId xmlns:a16="http://schemas.microsoft.com/office/drawing/2014/main" id="{4876FA53-4A7A-4FC7-8EEB-60DA5B97336F}"/>
              </a:ext>
            </a:extLst>
          </p:cNvPr>
          <p:cNvGrpSpPr/>
          <p:nvPr userDrawn="1"/>
        </p:nvGrpSpPr>
        <p:grpSpPr>
          <a:xfrm>
            <a:off x="8350027" y="1607089"/>
            <a:ext cx="2665723" cy="3575676"/>
            <a:chOff x="8350027" y="1607089"/>
            <a:chExt cx="2665723" cy="3575676"/>
          </a:xfrm>
        </p:grpSpPr>
        <p:sp>
          <p:nvSpPr>
            <p:cNvPr id="43" name="矩形 42">
              <a:extLst>
                <a:ext uri="{FF2B5EF4-FFF2-40B4-BE49-F238E27FC236}">
                  <a16:creationId xmlns:a16="http://schemas.microsoft.com/office/drawing/2014/main" id="{9C406E35-A419-4856-9DCB-5D3A126944FC}"/>
                </a:ext>
              </a:extLst>
            </p:cNvPr>
            <p:cNvSpPr/>
            <p:nvPr userDrawn="1"/>
          </p:nvSpPr>
          <p:spPr>
            <a:xfrm>
              <a:off x="8350027" y="1607089"/>
              <a:ext cx="2665723" cy="3507530"/>
            </a:xfrm>
            <a:prstGeom prst="rect">
              <a:avLst/>
            </a:prstGeom>
            <a:solidFill>
              <a:schemeClr val="bg1">
                <a:alpha val="64000"/>
              </a:schemeClr>
            </a:solidFill>
            <a:ln>
              <a:noFill/>
            </a:ln>
            <a:effectLst>
              <a:outerShdw blurRad="889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01DD0141-A5C0-4BC5-A759-896F71BEF2F0}"/>
                </a:ext>
              </a:extLst>
            </p:cNvPr>
            <p:cNvSpPr/>
            <p:nvPr userDrawn="1"/>
          </p:nvSpPr>
          <p:spPr>
            <a:xfrm>
              <a:off x="8350027" y="4741333"/>
              <a:ext cx="2665723" cy="441432"/>
            </a:xfrm>
            <a:prstGeom prst="rect">
              <a:avLst/>
            </a:prstGeom>
            <a:blipFill dpi="0" rotWithShape="1">
              <a:blip r:embed="rId5"/>
              <a:srcRect/>
              <a:tile tx="0" ty="0" sx="100000" sy="10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073B1A69-4248-4082-B253-01A9E418F787}"/>
                </a:ext>
              </a:extLst>
            </p:cNvPr>
            <p:cNvSpPr/>
            <p:nvPr userDrawn="1"/>
          </p:nvSpPr>
          <p:spPr>
            <a:xfrm>
              <a:off x="8350027" y="4741333"/>
              <a:ext cx="2665723" cy="441432"/>
            </a:xfrm>
            <a:prstGeom prst="rect">
              <a:avLst/>
            </a:prstGeom>
            <a:solidFill>
              <a:schemeClr val="accent1">
                <a:lumMod val="60000"/>
                <a:lumOff val="40000"/>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6" name="页脚占位符 45"/>
          <p:cNvSpPr>
            <a:spLocks noGrp="1"/>
          </p:cNvSpPr>
          <p:nvPr>
            <p:ph type="ftr" sz="quarter" idx="13"/>
          </p:nvPr>
        </p:nvSpPr>
        <p:spPr/>
        <p:txBody>
          <a:bodyPr/>
          <a:lstStyle/>
          <a:p>
            <a:endParaRPr lang="zh-CN" altLang="en-US"/>
          </a:p>
        </p:txBody>
      </p:sp>
      <p:sp>
        <p:nvSpPr>
          <p:cNvPr id="47" name="灯片编号占位符 46"/>
          <p:cNvSpPr>
            <a:spLocks noGrp="1"/>
          </p:cNvSpPr>
          <p:nvPr>
            <p:ph type="sldNum" sz="quarter" idx="14"/>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7188332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内容页15">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609E687-6FF3-497E-8D2B-0726366B5A64}"/>
              </a:ext>
            </a:extLst>
          </p:cNvPr>
          <p:cNvPicPr>
            <a:picLocks noChangeAspect="1"/>
          </p:cNvPicPr>
          <p:nvPr userDrawn="1"/>
        </p:nvPicPr>
        <p:blipFill rotWithShape="1">
          <a:blip r:embed="rId2">
            <a:alphaModFix amt="6000"/>
            <a:extLst>
              <a:ext uri="{28A0092B-C50C-407E-A947-70E740481C1C}">
                <a14:useLocalDpi xmlns:a14="http://schemas.microsoft.com/office/drawing/2010/main" val="0"/>
              </a:ext>
            </a:extLst>
          </a:blip>
          <a:srcRect b="25000"/>
          <a:stretch/>
        </p:blipFill>
        <p:spPr>
          <a:xfrm>
            <a:off x="0" y="0"/>
            <a:ext cx="12192000" cy="6858000"/>
          </a:xfrm>
          <a:prstGeom prst="rect">
            <a:avLst/>
          </a:prstGeom>
          <a:solidFill>
            <a:schemeClr val="bg1">
              <a:lumMod val="95000"/>
            </a:schemeClr>
          </a:solidFill>
        </p:spPr>
      </p:pic>
      <p:sp>
        <p:nvSpPr>
          <p:cNvPr id="4" name="文本框 3">
            <a:extLst>
              <a:ext uri="{FF2B5EF4-FFF2-40B4-BE49-F238E27FC236}">
                <a16:creationId xmlns:a16="http://schemas.microsoft.com/office/drawing/2014/main" id="{AAB9FB1F-A3CF-4CA9-A9EF-0C48F4A86958}"/>
              </a:ext>
            </a:extLst>
          </p:cNvPr>
          <p:cNvSpPr txBox="1"/>
          <p:nvPr userDrawn="1"/>
        </p:nvSpPr>
        <p:spPr>
          <a:xfrm>
            <a:off x="573312" y="6385246"/>
            <a:ext cx="2339761" cy="307777"/>
          </a:xfrm>
          <a:prstGeom prst="rect">
            <a:avLst/>
          </a:prstGeom>
          <a:noFill/>
        </p:spPr>
        <p:txBody>
          <a:bodyPr wrap="square" rtlCol="0">
            <a:spAutoFit/>
          </a:bodyPr>
          <a:lstStyle/>
          <a:p>
            <a:r>
              <a:rPr lang="zh-CN" altLang="en-US" sz="1400" dirty="0">
                <a:solidFill>
                  <a:schemeClr val="tx1">
                    <a:lumMod val="85000"/>
                    <a:lumOff val="15000"/>
                  </a:schemeClr>
                </a:solidFill>
              </a:rPr>
              <a:t>明德 厚学 求是 创新</a:t>
            </a:r>
          </a:p>
        </p:txBody>
      </p:sp>
      <p:sp>
        <p:nvSpPr>
          <p:cNvPr id="6" name="椭圆 5">
            <a:extLst>
              <a:ext uri="{FF2B5EF4-FFF2-40B4-BE49-F238E27FC236}">
                <a16:creationId xmlns:a16="http://schemas.microsoft.com/office/drawing/2014/main" id="{FAEE827E-265E-4523-9A1B-2462FC7787A9}"/>
              </a:ext>
            </a:extLst>
          </p:cNvPr>
          <p:cNvSpPr/>
          <p:nvPr userDrawn="1"/>
        </p:nvSpPr>
        <p:spPr>
          <a:xfrm>
            <a:off x="314691" y="151816"/>
            <a:ext cx="654470" cy="65447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163">
            <a:extLst>
              <a:ext uri="{FF2B5EF4-FFF2-40B4-BE49-F238E27FC236}">
                <a16:creationId xmlns:a16="http://schemas.microsoft.com/office/drawing/2014/main" id="{84E4C8C5-8729-407F-88E4-E64D9E5A8F4C}"/>
              </a:ext>
            </a:extLst>
          </p:cNvPr>
          <p:cNvSpPr>
            <a:spLocks noGrp="1"/>
          </p:cNvSpPr>
          <p:nvPr>
            <p:ph type="body" sz="quarter" idx="12" hasCustomPrompt="1"/>
          </p:nvPr>
        </p:nvSpPr>
        <p:spPr>
          <a:xfrm>
            <a:off x="566962" y="265803"/>
            <a:ext cx="4836888" cy="426497"/>
          </a:xfrm>
          <a:prstGeom prst="rect">
            <a:avLst/>
          </a:prstGeom>
        </p:spPr>
        <p:txBody>
          <a:bodyPr vert="horz" lIns="91440" tIns="45720" rIns="91440" bIns="45720" rtlCol="0" anchor="ctr">
            <a:noAutofit/>
          </a:bodyPr>
          <a:lstStyle>
            <a:lvl1pPr>
              <a:defRPr lang="zh-CN" altLang="en-US" b="1" dirty="0">
                <a:solidFill>
                  <a:schemeClr val="tx1"/>
                </a:solidFill>
                <a:latin typeface="+mn-ea"/>
                <a:ea typeface="+mn-ea"/>
              </a:defRPr>
            </a:lvl1pPr>
          </a:lstStyle>
          <a:p>
            <a:pPr marL="0" lvl="0" indent="0">
              <a:buNone/>
            </a:pPr>
            <a:r>
              <a:rPr lang="zh-CN" altLang="en-US" dirty="0"/>
              <a:t>请输入标题或观点</a:t>
            </a:r>
          </a:p>
        </p:txBody>
      </p:sp>
      <p:cxnSp>
        <p:nvCxnSpPr>
          <p:cNvPr id="8" name="直接连接符 7">
            <a:extLst>
              <a:ext uri="{FF2B5EF4-FFF2-40B4-BE49-F238E27FC236}">
                <a16:creationId xmlns:a16="http://schemas.microsoft.com/office/drawing/2014/main" id="{FA719032-0D1F-4457-A6F4-CD326AC58616}"/>
              </a:ext>
            </a:extLst>
          </p:cNvPr>
          <p:cNvCxnSpPr>
            <a:cxnSpLocks/>
          </p:cNvCxnSpPr>
          <p:nvPr userDrawn="1"/>
        </p:nvCxnSpPr>
        <p:spPr>
          <a:xfrm>
            <a:off x="660400" y="6293875"/>
            <a:ext cx="10858500" cy="0"/>
          </a:xfrm>
          <a:prstGeom prst="line">
            <a:avLst/>
          </a:prstGeom>
          <a:ln w="22225" cap="rnd">
            <a:solidFill>
              <a:schemeClr val="accent1"/>
            </a:solidFill>
            <a:round/>
            <a:headEnd type="oval"/>
            <a:tailEnd type="oval"/>
          </a:ln>
        </p:spPr>
        <p:style>
          <a:lnRef idx="1">
            <a:schemeClr val="accent1"/>
          </a:lnRef>
          <a:fillRef idx="0">
            <a:schemeClr val="accent1"/>
          </a:fillRef>
          <a:effectRef idx="0">
            <a:schemeClr val="accent1"/>
          </a:effectRef>
          <a:fontRef idx="minor">
            <a:schemeClr val="tx1"/>
          </a:fontRef>
        </p:style>
      </p:cxnSp>
      <p:grpSp>
        <p:nvGrpSpPr>
          <p:cNvPr id="9" name="组合 8">
            <a:extLst>
              <a:ext uri="{FF2B5EF4-FFF2-40B4-BE49-F238E27FC236}">
                <a16:creationId xmlns:a16="http://schemas.microsoft.com/office/drawing/2014/main" id="{E5E857CB-1D67-40E0-9A56-A3291BF50DAB}"/>
              </a:ext>
            </a:extLst>
          </p:cNvPr>
          <p:cNvGrpSpPr/>
          <p:nvPr userDrawn="1"/>
        </p:nvGrpSpPr>
        <p:grpSpPr>
          <a:xfrm>
            <a:off x="10672870" y="250062"/>
            <a:ext cx="913766" cy="457978"/>
            <a:chOff x="1585727" y="453077"/>
            <a:chExt cx="374706" cy="187802"/>
          </a:xfrm>
          <a:solidFill>
            <a:schemeClr val="accent1"/>
          </a:solidFill>
        </p:grpSpPr>
        <p:sp>
          <p:nvSpPr>
            <p:cNvPr id="10" name="îśliďe">
              <a:extLst>
                <a:ext uri="{FF2B5EF4-FFF2-40B4-BE49-F238E27FC236}">
                  <a16:creationId xmlns:a16="http://schemas.microsoft.com/office/drawing/2014/main" id="{EDD6936A-E126-457C-9B28-47B3FED26544}"/>
                </a:ext>
              </a:extLst>
            </p:cNvPr>
            <p:cNvSpPr/>
            <p:nvPr userDrawn="1"/>
          </p:nvSpPr>
          <p:spPr bwMode="auto">
            <a:xfrm>
              <a:off x="1619443" y="555306"/>
              <a:ext cx="45210" cy="67195"/>
            </a:xfrm>
            <a:custGeom>
              <a:avLst/>
              <a:gdLst>
                <a:gd name="T0" fmla="*/ 27 w 59"/>
                <a:gd name="T1" fmla="*/ 0 h 117"/>
                <a:gd name="T2" fmla="*/ 59 w 59"/>
                <a:gd name="T3" fmla="*/ 0 h 117"/>
                <a:gd name="T4" fmla="*/ 33 w 59"/>
                <a:gd name="T5" fmla="*/ 117 h 117"/>
                <a:gd name="T6" fmla="*/ 0 w 59"/>
                <a:gd name="T7" fmla="*/ 117 h 117"/>
                <a:gd name="T8" fmla="*/ 27 w 59"/>
                <a:gd name="T9" fmla="*/ 0 h 117"/>
              </a:gdLst>
              <a:ahLst/>
              <a:cxnLst>
                <a:cxn ang="0">
                  <a:pos x="T0" y="T1"/>
                </a:cxn>
                <a:cxn ang="0">
                  <a:pos x="T2" y="T3"/>
                </a:cxn>
                <a:cxn ang="0">
                  <a:pos x="T4" y="T5"/>
                </a:cxn>
                <a:cxn ang="0">
                  <a:pos x="T6" y="T7"/>
                </a:cxn>
                <a:cxn ang="0">
                  <a:pos x="T8" y="T9"/>
                </a:cxn>
              </a:cxnLst>
              <a:rect l="0" t="0" r="r" b="b"/>
              <a:pathLst>
                <a:path w="59" h="117">
                  <a:moveTo>
                    <a:pt x="27" y="0"/>
                  </a:moveTo>
                  <a:lnTo>
                    <a:pt x="59" y="0"/>
                  </a:lnTo>
                  <a:lnTo>
                    <a:pt x="33" y="117"/>
                  </a:lnTo>
                  <a:lnTo>
                    <a:pt x="0" y="117"/>
                  </a:lnTo>
                  <a:lnTo>
                    <a:pt x="27" y="0"/>
                  </a:lnTo>
                  <a:close/>
                </a:path>
              </a:pathLst>
            </a:custGeom>
            <a:grpFill/>
            <a:ln>
              <a:noFill/>
            </a:ln>
          </p:spPr>
          <p:txBody>
            <a:bodyPr anchor="ctr"/>
            <a:lstStyle/>
            <a:p>
              <a:pPr algn="ctr"/>
              <a:endParaRPr/>
            </a:p>
          </p:txBody>
        </p:sp>
        <p:sp>
          <p:nvSpPr>
            <p:cNvPr id="11" name="íšḻíḍé">
              <a:extLst>
                <a:ext uri="{FF2B5EF4-FFF2-40B4-BE49-F238E27FC236}">
                  <a16:creationId xmlns:a16="http://schemas.microsoft.com/office/drawing/2014/main" id="{70E56523-74B0-4F94-AA1C-DE8A7B3B6EF3}"/>
                </a:ext>
              </a:extLst>
            </p:cNvPr>
            <p:cNvSpPr/>
            <p:nvPr userDrawn="1"/>
          </p:nvSpPr>
          <p:spPr bwMode="auto">
            <a:xfrm>
              <a:off x="1653926" y="555306"/>
              <a:ext cx="48275" cy="67195"/>
            </a:xfrm>
            <a:custGeom>
              <a:avLst/>
              <a:gdLst>
                <a:gd name="T0" fmla="*/ 27 w 63"/>
                <a:gd name="T1" fmla="*/ 0 h 117"/>
                <a:gd name="T2" fmla="*/ 63 w 63"/>
                <a:gd name="T3" fmla="*/ 0 h 117"/>
                <a:gd name="T4" fmla="*/ 36 w 63"/>
                <a:gd name="T5" fmla="*/ 117 h 117"/>
                <a:gd name="T6" fmla="*/ 0 w 63"/>
                <a:gd name="T7" fmla="*/ 117 h 117"/>
                <a:gd name="T8" fmla="*/ 27 w 63"/>
                <a:gd name="T9" fmla="*/ 0 h 117"/>
              </a:gdLst>
              <a:ahLst/>
              <a:cxnLst>
                <a:cxn ang="0">
                  <a:pos x="T0" y="T1"/>
                </a:cxn>
                <a:cxn ang="0">
                  <a:pos x="T2" y="T3"/>
                </a:cxn>
                <a:cxn ang="0">
                  <a:pos x="T4" y="T5"/>
                </a:cxn>
                <a:cxn ang="0">
                  <a:pos x="T6" y="T7"/>
                </a:cxn>
                <a:cxn ang="0">
                  <a:pos x="T8" y="T9"/>
                </a:cxn>
              </a:cxnLst>
              <a:rect l="0" t="0" r="r" b="b"/>
              <a:pathLst>
                <a:path w="63" h="117">
                  <a:moveTo>
                    <a:pt x="27" y="0"/>
                  </a:moveTo>
                  <a:lnTo>
                    <a:pt x="63" y="0"/>
                  </a:lnTo>
                  <a:lnTo>
                    <a:pt x="36" y="117"/>
                  </a:lnTo>
                  <a:lnTo>
                    <a:pt x="0" y="117"/>
                  </a:lnTo>
                  <a:lnTo>
                    <a:pt x="27" y="0"/>
                  </a:lnTo>
                  <a:close/>
                </a:path>
              </a:pathLst>
            </a:custGeom>
            <a:grpFill/>
            <a:ln>
              <a:noFill/>
            </a:ln>
          </p:spPr>
          <p:txBody>
            <a:bodyPr anchor="ctr"/>
            <a:lstStyle/>
            <a:p>
              <a:pPr algn="ctr"/>
              <a:endParaRPr/>
            </a:p>
          </p:txBody>
        </p:sp>
        <p:sp>
          <p:nvSpPr>
            <p:cNvPr id="12" name="ïṥḻïḓé">
              <a:extLst>
                <a:ext uri="{FF2B5EF4-FFF2-40B4-BE49-F238E27FC236}">
                  <a16:creationId xmlns:a16="http://schemas.microsoft.com/office/drawing/2014/main" id="{21321976-BA9B-4E34-8E85-5D3CDB97A08A}"/>
                </a:ext>
              </a:extLst>
            </p:cNvPr>
            <p:cNvSpPr/>
            <p:nvPr userDrawn="1"/>
          </p:nvSpPr>
          <p:spPr bwMode="auto">
            <a:xfrm>
              <a:off x="1646263" y="596082"/>
              <a:ext cx="19157" cy="8615"/>
            </a:xfrm>
            <a:prstGeom prst="rect">
              <a:avLst/>
            </a:prstGeom>
            <a:grpFill/>
            <a:ln>
              <a:noFill/>
            </a:ln>
          </p:spPr>
          <p:txBody>
            <a:bodyPr anchor="ctr"/>
            <a:lstStyle/>
            <a:p>
              <a:pPr algn="ctr"/>
              <a:endParaRPr/>
            </a:p>
          </p:txBody>
        </p:sp>
        <p:sp>
          <p:nvSpPr>
            <p:cNvPr id="13" name="î$ḷíḋè">
              <a:extLst>
                <a:ext uri="{FF2B5EF4-FFF2-40B4-BE49-F238E27FC236}">
                  <a16:creationId xmlns:a16="http://schemas.microsoft.com/office/drawing/2014/main" id="{2943ADE6-39AA-4335-9F6A-54AE5B453C50}"/>
                </a:ext>
              </a:extLst>
            </p:cNvPr>
            <p:cNvSpPr/>
            <p:nvPr userDrawn="1"/>
          </p:nvSpPr>
          <p:spPr bwMode="auto">
            <a:xfrm>
              <a:off x="1689940" y="555306"/>
              <a:ext cx="45976" cy="67195"/>
            </a:xfrm>
            <a:custGeom>
              <a:avLst/>
              <a:gdLst>
                <a:gd name="T0" fmla="*/ 25 w 60"/>
                <a:gd name="T1" fmla="*/ 0 h 117"/>
                <a:gd name="T2" fmla="*/ 60 w 60"/>
                <a:gd name="T3" fmla="*/ 0 h 117"/>
                <a:gd name="T4" fmla="*/ 34 w 60"/>
                <a:gd name="T5" fmla="*/ 117 h 117"/>
                <a:gd name="T6" fmla="*/ 0 w 60"/>
                <a:gd name="T7" fmla="*/ 117 h 117"/>
                <a:gd name="T8" fmla="*/ 25 w 60"/>
                <a:gd name="T9" fmla="*/ 0 h 117"/>
              </a:gdLst>
              <a:ahLst/>
              <a:cxnLst>
                <a:cxn ang="0">
                  <a:pos x="T0" y="T1"/>
                </a:cxn>
                <a:cxn ang="0">
                  <a:pos x="T2" y="T3"/>
                </a:cxn>
                <a:cxn ang="0">
                  <a:pos x="T4" y="T5"/>
                </a:cxn>
                <a:cxn ang="0">
                  <a:pos x="T6" y="T7"/>
                </a:cxn>
                <a:cxn ang="0">
                  <a:pos x="T8" y="T9"/>
                </a:cxn>
              </a:cxnLst>
              <a:rect l="0" t="0" r="r" b="b"/>
              <a:pathLst>
                <a:path w="60" h="117">
                  <a:moveTo>
                    <a:pt x="25" y="0"/>
                  </a:moveTo>
                  <a:lnTo>
                    <a:pt x="60" y="0"/>
                  </a:lnTo>
                  <a:lnTo>
                    <a:pt x="34" y="117"/>
                  </a:lnTo>
                  <a:lnTo>
                    <a:pt x="0" y="117"/>
                  </a:lnTo>
                  <a:lnTo>
                    <a:pt x="25" y="0"/>
                  </a:lnTo>
                  <a:close/>
                </a:path>
              </a:pathLst>
            </a:custGeom>
            <a:grpFill/>
            <a:ln>
              <a:noFill/>
            </a:ln>
          </p:spPr>
          <p:txBody>
            <a:bodyPr anchor="ctr"/>
            <a:lstStyle/>
            <a:p>
              <a:pPr algn="ctr"/>
              <a:endParaRPr/>
            </a:p>
          </p:txBody>
        </p:sp>
        <p:sp>
          <p:nvSpPr>
            <p:cNvPr id="14" name="i$ḷiḍe">
              <a:extLst>
                <a:ext uri="{FF2B5EF4-FFF2-40B4-BE49-F238E27FC236}">
                  <a16:creationId xmlns:a16="http://schemas.microsoft.com/office/drawing/2014/main" id="{31F0CBAE-4361-4C06-ABD8-552E55255E4F}"/>
                </a:ext>
              </a:extLst>
            </p:cNvPr>
            <p:cNvSpPr/>
            <p:nvPr userDrawn="1"/>
          </p:nvSpPr>
          <p:spPr bwMode="auto">
            <a:xfrm>
              <a:off x="1724422" y="555306"/>
              <a:ext cx="45210" cy="67195"/>
            </a:xfrm>
            <a:custGeom>
              <a:avLst/>
              <a:gdLst>
                <a:gd name="T0" fmla="*/ 25 w 59"/>
                <a:gd name="T1" fmla="*/ 0 h 117"/>
                <a:gd name="T2" fmla="*/ 59 w 59"/>
                <a:gd name="T3" fmla="*/ 0 h 117"/>
                <a:gd name="T4" fmla="*/ 34 w 59"/>
                <a:gd name="T5" fmla="*/ 117 h 117"/>
                <a:gd name="T6" fmla="*/ 0 w 59"/>
                <a:gd name="T7" fmla="*/ 117 h 117"/>
                <a:gd name="T8" fmla="*/ 25 w 59"/>
                <a:gd name="T9" fmla="*/ 0 h 117"/>
              </a:gdLst>
              <a:ahLst/>
              <a:cxnLst>
                <a:cxn ang="0">
                  <a:pos x="T0" y="T1"/>
                </a:cxn>
                <a:cxn ang="0">
                  <a:pos x="T2" y="T3"/>
                </a:cxn>
                <a:cxn ang="0">
                  <a:pos x="T4" y="T5"/>
                </a:cxn>
                <a:cxn ang="0">
                  <a:pos x="T6" y="T7"/>
                </a:cxn>
                <a:cxn ang="0">
                  <a:pos x="T8" y="T9"/>
                </a:cxn>
              </a:cxnLst>
              <a:rect l="0" t="0" r="r" b="b"/>
              <a:pathLst>
                <a:path w="59" h="117">
                  <a:moveTo>
                    <a:pt x="25" y="0"/>
                  </a:moveTo>
                  <a:lnTo>
                    <a:pt x="59" y="0"/>
                  </a:lnTo>
                  <a:lnTo>
                    <a:pt x="34" y="117"/>
                  </a:lnTo>
                  <a:lnTo>
                    <a:pt x="0" y="117"/>
                  </a:lnTo>
                  <a:lnTo>
                    <a:pt x="25" y="0"/>
                  </a:lnTo>
                  <a:close/>
                </a:path>
              </a:pathLst>
            </a:custGeom>
            <a:grpFill/>
            <a:ln>
              <a:noFill/>
            </a:ln>
          </p:spPr>
          <p:txBody>
            <a:bodyPr anchor="ctr"/>
            <a:lstStyle/>
            <a:p>
              <a:pPr algn="ctr"/>
              <a:endParaRPr/>
            </a:p>
          </p:txBody>
        </p:sp>
        <p:sp>
          <p:nvSpPr>
            <p:cNvPr id="15" name="ïṡļïdè">
              <a:extLst>
                <a:ext uri="{FF2B5EF4-FFF2-40B4-BE49-F238E27FC236}">
                  <a16:creationId xmlns:a16="http://schemas.microsoft.com/office/drawing/2014/main" id="{BC199AEB-7B5B-4708-97DC-0B9BEDB04A22}"/>
                </a:ext>
              </a:extLst>
            </p:cNvPr>
            <p:cNvSpPr/>
            <p:nvPr userDrawn="1"/>
          </p:nvSpPr>
          <p:spPr bwMode="auto">
            <a:xfrm>
              <a:off x="1713695" y="613312"/>
              <a:ext cx="19157" cy="9189"/>
            </a:xfrm>
            <a:prstGeom prst="rect">
              <a:avLst/>
            </a:prstGeom>
            <a:grpFill/>
            <a:ln>
              <a:noFill/>
            </a:ln>
          </p:spPr>
          <p:txBody>
            <a:bodyPr anchor="ctr"/>
            <a:lstStyle/>
            <a:p>
              <a:pPr algn="ctr"/>
              <a:endParaRPr/>
            </a:p>
          </p:txBody>
        </p:sp>
        <p:sp>
          <p:nvSpPr>
            <p:cNvPr id="16" name="íŝḻíḓê">
              <a:extLst>
                <a:ext uri="{FF2B5EF4-FFF2-40B4-BE49-F238E27FC236}">
                  <a16:creationId xmlns:a16="http://schemas.microsoft.com/office/drawing/2014/main" id="{1B8A1C35-C9EF-4011-ABEA-244F3FC19D28}"/>
                </a:ext>
              </a:extLst>
            </p:cNvPr>
            <p:cNvSpPr/>
            <p:nvPr userDrawn="1"/>
          </p:nvSpPr>
          <p:spPr bwMode="auto">
            <a:xfrm>
              <a:off x="1585727" y="453077"/>
              <a:ext cx="374706" cy="187802"/>
            </a:xfrm>
            <a:custGeom>
              <a:avLst/>
              <a:gdLst>
                <a:gd name="T0" fmla="*/ 0 w 989"/>
                <a:gd name="T1" fmla="*/ 662 h 662"/>
                <a:gd name="T2" fmla="*/ 572 w 989"/>
                <a:gd name="T3" fmla="*/ 662 h 662"/>
                <a:gd name="T4" fmla="*/ 643 w 989"/>
                <a:gd name="T5" fmla="*/ 503 h 662"/>
                <a:gd name="T6" fmla="*/ 545 w 989"/>
                <a:gd name="T7" fmla="*/ 374 h 662"/>
                <a:gd name="T8" fmla="*/ 343 w 989"/>
                <a:gd name="T9" fmla="*/ 134 h 662"/>
                <a:gd name="T10" fmla="*/ 821 w 989"/>
                <a:gd name="T11" fmla="*/ 251 h 662"/>
                <a:gd name="T12" fmla="*/ 800 w 989"/>
                <a:gd name="T13" fmla="*/ 283 h 662"/>
                <a:gd name="T14" fmla="*/ 620 w 989"/>
                <a:gd name="T15" fmla="*/ 357 h 662"/>
                <a:gd name="T16" fmla="*/ 871 w 989"/>
                <a:gd name="T17" fmla="*/ 297 h 662"/>
                <a:gd name="T18" fmla="*/ 751 w 989"/>
                <a:gd name="T19" fmla="*/ 55 h 662"/>
                <a:gd name="T20" fmla="*/ 341 w 989"/>
                <a:gd name="T21" fmla="*/ 118 h 662"/>
                <a:gd name="T22" fmla="*/ 322 w 989"/>
                <a:gd name="T23" fmla="*/ 249 h 662"/>
                <a:gd name="T24" fmla="*/ 545 w 989"/>
                <a:gd name="T25" fmla="*/ 406 h 662"/>
                <a:gd name="T26" fmla="*/ 349 w 989"/>
                <a:gd name="T27" fmla="*/ 622 h 662"/>
                <a:gd name="T28" fmla="*/ 93 w 989"/>
                <a:gd name="T29" fmla="*/ 621 h 662"/>
                <a:gd name="T30" fmla="*/ 0 w 989"/>
                <a:gd name="T31" fmla="*/ 662 h 6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89" h="662">
                  <a:moveTo>
                    <a:pt x="0" y="662"/>
                  </a:moveTo>
                  <a:cubicBezTo>
                    <a:pt x="572" y="662"/>
                    <a:pt x="572" y="662"/>
                    <a:pt x="572" y="662"/>
                  </a:cubicBezTo>
                  <a:cubicBezTo>
                    <a:pt x="580" y="662"/>
                    <a:pt x="643" y="581"/>
                    <a:pt x="643" y="503"/>
                  </a:cubicBezTo>
                  <a:cubicBezTo>
                    <a:pt x="643" y="456"/>
                    <a:pt x="585" y="416"/>
                    <a:pt x="545" y="374"/>
                  </a:cubicBezTo>
                  <a:cubicBezTo>
                    <a:pt x="470" y="245"/>
                    <a:pt x="301" y="204"/>
                    <a:pt x="343" y="134"/>
                  </a:cubicBezTo>
                  <a:cubicBezTo>
                    <a:pt x="369" y="66"/>
                    <a:pt x="740" y="197"/>
                    <a:pt x="821" y="251"/>
                  </a:cubicBezTo>
                  <a:cubicBezTo>
                    <a:pt x="870" y="284"/>
                    <a:pt x="858" y="291"/>
                    <a:pt x="800" y="283"/>
                  </a:cubicBezTo>
                  <a:cubicBezTo>
                    <a:pt x="706" y="284"/>
                    <a:pt x="656" y="271"/>
                    <a:pt x="620" y="357"/>
                  </a:cubicBezTo>
                  <a:cubicBezTo>
                    <a:pt x="776" y="351"/>
                    <a:pt x="840" y="364"/>
                    <a:pt x="871" y="297"/>
                  </a:cubicBezTo>
                  <a:cubicBezTo>
                    <a:pt x="989" y="132"/>
                    <a:pt x="901" y="86"/>
                    <a:pt x="751" y="55"/>
                  </a:cubicBezTo>
                  <a:cubicBezTo>
                    <a:pt x="480" y="0"/>
                    <a:pt x="375" y="65"/>
                    <a:pt x="341" y="118"/>
                  </a:cubicBezTo>
                  <a:cubicBezTo>
                    <a:pt x="245" y="121"/>
                    <a:pt x="212" y="179"/>
                    <a:pt x="322" y="249"/>
                  </a:cubicBezTo>
                  <a:cubicBezTo>
                    <a:pt x="441" y="324"/>
                    <a:pt x="539" y="351"/>
                    <a:pt x="545" y="406"/>
                  </a:cubicBezTo>
                  <a:cubicBezTo>
                    <a:pt x="555" y="526"/>
                    <a:pt x="481" y="610"/>
                    <a:pt x="349" y="622"/>
                  </a:cubicBezTo>
                  <a:cubicBezTo>
                    <a:pt x="264" y="630"/>
                    <a:pt x="178" y="630"/>
                    <a:pt x="93" y="621"/>
                  </a:cubicBezTo>
                  <a:cubicBezTo>
                    <a:pt x="53" y="617"/>
                    <a:pt x="31" y="649"/>
                    <a:pt x="0" y="662"/>
                  </a:cubicBezTo>
                  <a:close/>
                </a:path>
              </a:pathLst>
            </a:custGeom>
            <a:grpFill/>
            <a:ln>
              <a:noFill/>
            </a:ln>
          </p:spPr>
          <p:txBody>
            <a:bodyPr anchor="ctr"/>
            <a:lstStyle/>
            <a:p>
              <a:pPr algn="ctr"/>
              <a:endParaRPr/>
            </a:p>
          </p:txBody>
        </p:sp>
        <p:sp>
          <p:nvSpPr>
            <p:cNvPr id="17" name="isľîḑê">
              <a:extLst>
                <a:ext uri="{FF2B5EF4-FFF2-40B4-BE49-F238E27FC236}">
                  <a16:creationId xmlns:a16="http://schemas.microsoft.com/office/drawing/2014/main" id="{50EAE709-8FFA-4B75-9F56-9CF7FFD0E70B}"/>
                </a:ext>
              </a:extLst>
            </p:cNvPr>
            <p:cNvSpPr/>
            <p:nvPr userDrawn="1"/>
          </p:nvSpPr>
          <p:spPr bwMode="auto">
            <a:xfrm>
              <a:off x="1827103" y="548415"/>
              <a:ext cx="53639" cy="90742"/>
            </a:xfrm>
            <a:custGeom>
              <a:avLst/>
              <a:gdLst>
                <a:gd name="T0" fmla="*/ 31 w 70"/>
                <a:gd name="T1" fmla="*/ 0 h 158"/>
                <a:gd name="T2" fmla="*/ 70 w 70"/>
                <a:gd name="T3" fmla="*/ 0 h 158"/>
                <a:gd name="T4" fmla="*/ 39 w 70"/>
                <a:gd name="T5" fmla="*/ 158 h 158"/>
                <a:gd name="T6" fmla="*/ 0 w 70"/>
                <a:gd name="T7" fmla="*/ 158 h 158"/>
                <a:gd name="T8" fmla="*/ 31 w 70"/>
                <a:gd name="T9" fmla="*/ 0 h 158"/>
              </a:gdLst>
              <a:ahLst/>
              <a:cxnLst>
                <a:cxn ang="0">
                  <a:pos x="T0" y="T1"/>
                </a:cxn>
                <a:cxn ang="0">
                  <a:pos x="T2" y="T3"/>
                </a:cxn>
                <a:cxn ang="0">
                  <a:pos x="T4" y="T5"/>
                </a:cxn>
                <a:cxn ang="0">
                  <a:pos x="T6" y="T7"/>
                </a:cxn>
                <a:cxn ang="0">
                  <a:pos x="T8" y="T9"/>
                </a:cxn>
              </a:cxnLst>
              <a:rect l="0" t="0" r="r" b="b"/>
              <a:pathLst>
                <a:path w="70" h="158">
                  <a:moveTo>
                    <a:pt x="31" y="0"/>
                  </a:moveTo>
                  <a:lnTo>
                    <a:pt x="70" y="0"/>
                  </a:lnTo>
                  <a:lnTo>
                    <a:pt x="39" y="158"/>
                  </a:lnTo>
                  <a:lnTo>
                    <a:pt x="0" y="158"/>
                  </a:lnTo>
                  <a:lnTo>
                    <a:pt x="31" y="0"/>
                  </a:lnTo>
                  <a:close/>
                </a:path>
              </a:pathLst>
            </a:custGeom>
            <a:grpFill/>
            <a:ln>
              <a:noFill/>
            </a:ln>
          </p:spPr>
          <p:txBody>
            <a:bodyPr anchor="ctr"/>
            <a:lstStyle/>
            <a:p>
              <a:pPr algn="ctr"/>
              <a:endParaRPr/>
            </a:p>
          </p:txBody>
        </p:sp>
      </p:grpSp>
      <p:sp>
        <p:nvSpPr>
          <p:cNvPr id="18" name="矩形 17">
            <a:extLst>
              <a:ext uri="{FF2B5EF4-FFF2-40B4-BE49-F238E27FC236}">
                <a16:creationId xmlns:a16="http://schemas.microsoft.com/office/drawing/2014/main" id="{215F96B7-1B6D-45C7-89C4-1B1CB521F90F}"/>
              </a:ext>
            </a:extLst>
          </p:cNvPr>
          <p:cNvSpPr/>
          <p:nvPr userDrawn="1"/>
        </p:nvSpPr>
        <p:spPr>
          <a:xfrm>
            <a:off x="-6350" y="1498600"/>
            <a:ext cx="12192000" cy="2197569"/>
          </a:xfrm>
          <a:prstGeom prst="rect">
            <a:avLst/>
          </a:prstGeom>
          <a:solidFill>
            <a:schemeClr val="bg1">
              <a:alpha val="80000"/>
            </a:schemeClr>
          </a:solidFill>
          <a:ln w="9525">
            <a:noFill/>
          </a:ln>
          <a:effectLst>
            <a:outerShdw blurRad="127000" dist="127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a:p>
        </p:txBody>
      </p:sp>
      <p:pic>
        <p:nvPicPr>
          <p:cNvPr id="19" name="图片 18">
            <a:extLst>
              <a:ext uri="{FF2B5EF4-FFF2-40B4-BE49-F238E27FC236}">
                <a16:creationId xmlns:a16="http://schemas.microsoft.com/office/drawing/2014/main" id="{435FE387-D85A-4629-A68D-0B405174EF74}"/>
              </a:ext>
            </a:extLst>
          </p:cNvPr>
          <p:cNvPicPr>
            <a:picLocks noChangeAspect="1"/>
          </p:cNvPicPr>
          <p:nvPr userDrawn="1"/>
        </p:nvPicPr>
        <p:blipFill rotWithShape="1">
          <a:blip r:embed="rId3" cstate="hqprint">
            <a:extLst>
              <a:ext uri="{28A0092B-C50C-407E-A947-70E740481C1C}">
                <a14:useLocalDpi xmlns:a14="http://schemas.microsoft.com/office/drawing/2010/main" val="0"/>
              </a:ext>
            </a:extLst>
          </a:blip>
          <a:srcRect l="46260"/>
          <a:stretch/>
        </p:blipFill>
        <p:spPr>
          <a:xfrm>
            <a:off x="1138462" y="958941"/>
            <a:ext cx="3019881" cy="5158438"/>
          </a:xfrm>
          <a:prstGeom prst="rect">
            <a:avLst/>
          </a:prstGeom>
        </p:spPr>
      </p:pic>
      <p:sp>
        <p:nvSpPr>
          <p:cNvPr id="20" name="图片占位符 2">
            <a:extLst>
              <a:ext uri="{FF2B5EF4-FFF2-40B4-BE49-F238E27FC236}">
                <a16:creationId xmlns:a16="http://schemas.microsoft.com/office/drawing/2014/main" id="{4E141A2D-B968-450E-8E30-996219BECC5D}"/>
              </a:ext>
            </a:extLst>
          </p:cNvPr>
          <p:cNvSpPr>
            <a:spLocks noGrp="1"/>
          </p:cNvSpPr>
          <p:nvPr>
            <p:ph type="pic" sz="quarter" idx="13"/>
          </p:nvPr>
        </p:nvSpPr>
        <p:spPr>
          <a:xfrm>
            <a:off x="1574799" y="1498600"/>
            <a:ext cx="2098041" cy="3728720"/>
          </a:xfrm>
          <a:prstGeom prst="rect">
            <a:avLst/>
          </a:prstGeom>
        </p:spPr>
        <p:txBody>
          <a:bodyPr/>
          <a:lstStyle/>
          <a:p>
            <a:endParaRPr lang="zh-CN" altLang="en-US"/>
          </a:p>
        </p:txBody>
      </p:sp>
      <p:sp>
        <p:nvSpPr>
          <p:cNvPr id="2" name="页脚占位符 1"/>
          <p:cNvSpPr>
            <a:spLocks noGrp="1"/>
          </p:cNvSpPr>
          <p:nvPr>
            <p:ph type="ftr" sz="quarter" idx="14"/>
          </p:nvPr>
        </p:nvSpPr>
        <p:spPr/>
        <p:txBody>
          <a:bodyPr/>
          <a:lstStyle/>
          <a:p>
            <a:endParaRPr lang="zh-CN" altLang="en-US"/>
          </a:p>
        </p:txBody>
      </p:sp>
      <p:sp>
        <p:nvSpPr>
          <p:cNvPr id="21" name="灯片编号占位符 20"/>
          <p:cNvSpPr>
            <a:spLocks noGrp="1"/>
          </p:cNvSpPr>
          <p:nvPr>
            <p:ph type="sldNum" sz="quarter" idx="15"/>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14862029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空白">
    <p:bg>
      <p:bgPr>
        <a:solidFill>
          <a:srgbClr val="F1F1F1"/>
        </a:solidFill>
        <a:effectLst/>
      </p:bgPr>
    </p:bg>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endParaRPr lang="zh-CN" altLang="en-US"/>
          </a:p>
        </p:txBody>
      </p:sp>
      <p:sp>
        <p:nvSpPr>
          <p:cNvPr id="4" name="灯片编号占位符 3"/>
          <p:cNvSpPr>
            <a:spLocks noGrp="1"/>
          </p:cNvSpPr>
          <p:nvPr>
            <p:ph type="sldNum" sz="quarter" idx="11"/>
          </p:nvPr>
        </p:nvSpPr>
        <p:spPr/>
        <p:txBody>
          <a:bodyPr/>
          <a:lstStyle/>
          <a:p>
            <a:fld id="{AF69888C-E133-43D9-A638-B5C95925B91C}" type="slidenum">
              <a:rPr lang="zh-CN" altLang="en-US" smtClean="0"/>
              <a:t>‹#›</a:t>
            </a:fld>
            <a:endParaRPr lang="zh-CN" altLang="en-US" dirty="0"/>
          </a:p>
        </p:txBody>
      </p:sp>
    </p:spTree>
    <p:extLst>
      <p:ext uri="{BB962C8B-B14F-4D97-AF65-F5344CB8AC3E}">
        <p14:creationId xmlns:p14="http://schemas.microsoft.com/office/powerpoint/2010/main" val="2500210557"/>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标题和内容">
    <p:bg>
      <p:bgPr>
        <a:solidFill>
          <a:srgbClr val="F1F1F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8035979"/>
      </p:ext>
    </p:extLst>
  </p:cSld>
  <p:clrMapOvr>
    <a:masterClrMapping/>
  </p:clrMapOvr>
  <mc:AlternateContent xmlns:mc="http://schemas.openxmlformats.org/markup-compatibility/2006" xmlns:p14="http://schemas.microsoft.com/office/powerpoint/2010/main">
    <mc:Choice Requires="p14">
      <p:transition spd="slow" advClick="0" advTm="2000">
        <p14:gallery dir="l"/>
      </p:transition>
    </mc:Choice>
    <mc:Fallback xmlns="">
      <p:transition spd="slow" advClick="0" advTm="2000">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tx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A677578-EE5C-4EF4-B0AD-2C9F9C6AC6B2}"/>
              </a:ext>
            </a:extLst>
          </p:cNvPr>
          <p:cNvPicPr>
            <a:picLocks noChangeAspect="1"/>
          </p:cNvPicPr>
          <p:nvPr userDrawn="1"/>
        </p:nvPicPr>
        <p:blipFill rotWithShape="1">
          <a:blip r:embed="rId2">
            <a:duotone>
              <a:schemeClr val="bg2">
                <a:shade val="45000"/>
                <a:satMod val="135000"/>
              </a:schemeClr>
              <a:prstClr val="white"/>
            </a:duotone>
          </a:blip>
          <a:srcRect r="27993"/>
          <a:stretch/>
        </p:blipFill>
        <p:spPr>
          <a:xfrm>
            <a:off x="1" y="-5557"/>
            <a:ext cx="12192000" cy="6863557"/>
          </a:xfrm>
          <a:prstGeom prst="rect">
            <a:avLst/>
          </a:prstGeom>
        </p:spPr>
      </p:pic>
      <p:sp>
        <p:nvSpPr>
          <p:cNvPr id="4" name="矩形 3">
            <a:extLst>
              <a:ext uri="{FF2B5EF4-FFF2-40B4-BE49-F238E27FC236}">
                <a16:creationId xmlns:a16="http://schemas.microsoft.com/office/drawing/2014/main" id="{8216A5A6-7707-4E8A-942A-139653FAB1BC}"/>
              </a:ext>
            </a:extLst>
          </p:cNvPr>
          <p:cNvSpPr/>
          <p:nvPr userDrawn="1"/>
        </p:nvSpPr>
        <p:spPr>
          <a:xfrm>
            <a:off x="-3" y="2077796"/>
            <a:ext cx="12192000" cy="4780204"/>
          </a:xfrm>
          <a:prstGeom prst="rect">
            <a:avLst/>
          </a:prstGeom>
          <a:gradFill>
            <a:gsLst>
              <a:gs pos="0">
                <a:srgbClr val="010000">
                  <a:alpha val="0"/>
                </a:srgbClr>
              </a:gs>
              <a:gs pos="100000">
                <a:srgbClr val="010000">
                  <a:alpha val="8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F740F69A-19BB-4AA3-A265-5AB4D0D430F4}"/>
              </a:ext>
            </a:extLst>
          </p:cNvPr>
          <p:cNvSpPr/>
          <p:nvPr userDrawn="1"/>
        </p:nvSpPr>
        <p:spPr>
          <a:xfrm rot="10800000">
            <a:off x="-1" y="-5557"/>
            <a:ext cx="12191999" cy="3217764"/>
          </a:xfrm>
          <a:prstGeom prst="rect">
            <a:avLst/>
          </a:prstGeom>
          <a:gradFill>
            <a:gsLst>
              <a:gs pos="0">
                <a:srgbClr val="010000">
                  <a:alpha val="0"/>
                </a:srgbClr>
              </a:gs>
              <a:gs pos="100000">
                <a:srgbClr val="01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矩形 5">
            <a:extLst>
              <a:ext uri="{FF2B5EF4-FFF2-40B4-BE49-F238E27FC236}">
                <a16:creationId xmlns:a16="http://schemas.microsoft.com/office/drawing/2014/main" id="{2BDA7112-A044-49CE-B9CA-A72126AA67B4}"/>
              </a:ext>
            </a:extLst>
          </p:cNvPr>
          <p:cNvSpPr/>
          <p:nvPr userDrawn="1"/>
        </p:nvSpPr>
        <p:spPr>
          <a:xfrm>
            <a:off x="-1" y="0"/>
            <a:ext cx="12192001" cy="6811864"/>
          </a:xfrm>
          <a:prstGeom prst="rect">
            <a:avLst/>
          </a:prstGeom>
          <a:solidFill>
            <a:srgbClr val="080304">
              <a:alpha val="6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7" name="文本框 6">
            <a:extLst>
              <a:ext uri="{FF2B5EF4-FFF2-40B4-BE49-F238E27FC236}">
                <a16:creationId xmlns:a16="http://schemas.microsoft.com/office/drawing/2014/main" id="{1444A070-E8CF-4E44-B7E5-DA7C47A7E6A7}"/>
              </a:ext>
            </a:extLst>
          </p:cNvPr>
          <p:cNvSpPr txBox="1"/>
          <p:nvPr userDrawn="1"/>
        </p:nvSpPr>
        <p:spPr>
          <a:xfrm>
            <a:off x="4760680" y="564634"/>
            <a:ext cx="2670634" cy="369332"/>
          </a:xfrm>
          <a:prstGeom prst="rect">
            <a:avLst/>
          </a:prstGeom>
          <a:noFill/>
        </p:spPr>
        <p:txBody>
          <a:bodyPr wrap="square" rtlCol="0">
            <a:spAutoFit/>
          </a:bodyPr>
          <a:lstStyle>
            <a:defPPr>
              <a:defRPr lang="en-US"/>
            </a:defPPr>
            <a:lvl1pPr algn="dist">
              <a:defRPr sz="1600">
                <a:solidFill>
                  <a:schemeClr val="bg1"/>
                </a:solidFill>
                <a:latin typeface="+mj-ea"/>
                <a:ea typeface="+mj-ea"/>
              </a:defRPr>
            </a:lvl1p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本</a:t>
            </a:r>
            <a:r>
              <a:rPr kumimoji="0" lang="en-US" altLang="zh-CN" sz="18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800" b="0" i="0" u="none" strike="noStrike" kern="1200" cap="none" spc="0" normalizeH="0" baseline="0" noProof="0">
                <a:ln>
                  <a:noFill/>
                </a:ln>
                <a:solidFill>
                  <a:prstClr val="white"/>
                </a:solidFill>
                <a:effectLst/>
                <a:uLnTx/>
                <a:uFillTx/>
                <a:latin typeface="微软雅黑"/>
                <a:ea typeface="微软雅黑"/>
                <a:cs typeface="+mn-cs"/>
              </a:rPr>
              <a:t>模板正参与</a:t>
            </a:r>
            <a:endParaRPr kumimoji="0" 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 name="矩形 7">
            <a:extLst>
              <a:ext uri="{FF2B5EF4-FFF2-40B4-BE49-F238E27FC236}">
                <a16:creationId xmlns:a16="http://schemas.microsoft.com/office/drawing/2014/main" id="{E5858290-D261-4C60-BB99-630C19F3840C}"/>
              </a:ext>
            </a:extLst>
          </p:cNvPr>
          <p:cNvSpPr/>
          <p:nvPr userDrawn="1"/>
        </p:nvSpPr>
        <p:spPr>
          <a:xfrm>
            <a:off x="3602350" y="2482543"/>
            <a:ext cx="4987300" cy="400109"/>
          </a:xfrm>
          <a:prstGeom prst="rect">
            <a:avLst/>
          </a:prstGeom>
          <a:gradFill flip="none" rotWithShape="1">
            <a:gsLst>
              <a:gs pos="100000">
                <a:srgbClr val="CB9B53">
                  <a:alpha val="0"/>
                </a:srgbClr>
              </a:gs>
              <a:gs pos="0">
                <a:srgbClr val="CB9B53">
                  <a:alpha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a:ln>
                <a:noFill/>
              </a:ln>
              <a:solidFill>
                <a:srgbClr val="0E5177"/>
              </a:solidFill>
              <a:effectLst/>
              <a:uLnTx/>
              <a:uFillTx/>
              <a:latin typeface="Segoe UI"/>
              <a:ea typeface="微软雅黑"/>
              <a:cs typeface="+mn-cs"/>
            </a:endParaRPr>
          </a:p>
        </p:txBody>
      </p:sp>
      <p:sp>
        <p:nvSpPr>
          <p:cNvPr id="9" name="文本框 8">
            <a:extLst>
              <a:ext uri="{FF2B5EF4-FFF2-40B4-BE49-F238E27FC236}">
                <a16:creationId xmlns:a16="http://schemas.microsoft.com/office/drawing/2014/main" id="{87DC30B4-F006-4610-BE34-27B2068262E4}"/>
              </a:ext>
            </a:extLst>
          </p:cNvPr>
          <p:cNvSpPr txBox="1"/>
          <p:nvPr userDrawn="1"/>
        </p:nvSpPr>
        <p:spPr>
          <a:xfrm>
            <a:off x="4049486" y="2517885"/>
            <a:ext cx="4093028" cy="338554"/>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 </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第一届高校</a:t>
            </a:r>
            <a:r>
              <a:rPr kumimoji="0" lang="en-US" altLang="zh-CN" sz="1600" b="0" i="0" u="none" strike="noStrike" kern="1200" cap="none" spc="0" normalizeH="0" baseline="0" noProof="0">
                <a:ln>
                  <a:noFill/>
                </a:ln>
                <a:solidFill>
                  <a:prstClr val="white"/>
                </a:solidFill>
                <a:effectLst/>
                <a:uLnTx/>
                <a:uFillTx/>
                <a:latin typeface="微软雅黑"/>
                <a:ea typeface="微软雅黑"/>
                <a:cs typeface="+mn-cs"/>
              </a:rPr>
              <a:t>PPT</a:t>
            </a:r>
            <a:r>
              <a:rPr kumimoji="0" lang="zh-CN" altLang="en-US" sz="1600" b="0" i="0" u="none" strike="noStrike" kern="1200" cap="none" spc="0" normalizeH="0" baseline="0" noProof="0">
                <a:ln>
                  <a:noFill/>
                </a:ln>
                <a:solidFill>
                  <a:prstClr val="white"/>
                </a:solidFill>
                <a:effectLst/>
                <a:uLnTx/>
                <a:uFillTx/>
                <a:latin typeface="微软雅黑"/>
                <a:ea typeface="微软雅黑"/>
                <a:cs typeface="+mn-cs"/>
              </a:rPr>
              <a:t>模板设计大赛 </a:t>
            </a:r>
            <a:endParaRPr kumimoji="0" lang="en-US" sz="16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文本框 10">
            <a:extLst>
              <a:ext uri="{FF2B5EF4-FFF2-40B4-BE49-F238E27FC236}">
                <a16:creationId xmlns:a16="http://schemas.microsoft.com/office/drawing/2014/main" id="{6DC88D0E-6AEB-4B0D-AE77-4A1F31C8C366}"/>
              </a:ext>
            </a:extLst>
          </p:cNvPr>
          <p:cNvSpPr txBox="1"/>
          <p:nvPr userDrawn="1"/>
        </p:nvSpPr>
        <p:spPr>
          <a:xfrm>
            <a:off x="6133678" y="4824918"/>
            <a:ext cx="2545865" cy="1061381"/>
          </a:xfrm>
          <a:prstGeom prst="rect">
            <a:avLst/>
          </a:prstGeom>
          <a:noFill/>
        </p:spPr>
        <p:txBody>
          <a:bodyPr wrap="square" rtlCol="0">
            <a:spAutoFit/>
          </a:bodyPr>
          <a:lstStyle>
            <a:defPPr>
              <a:defRPr lang="en-US"/>
            </a:defPPr>
            <a:lvl1pPr algn="dist">
              <a:defRPr>
                <a:solidFill>
                  <a:schemeClr val="bg1"/>
                </a:solidFill>
                <a:latin typeface="+mj-ea"/>
                <a:ea typeface="+mj-ea"/>
              </a:defRPr>
            </a:lvl1p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微信扫码</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来聆听模板作者</a:t>
            </a:r>
            <a:endParaRPr kumimoji="0" lang="en-US" altLang="zh-CN" sz="1800" b="0" i="0" u="none" strike="noStrike" kern="1200" cap="none" spc="150" normalizeH="0" baseline="0" noProof="0">
              <a:ln>
                <a:noFill/>
              </a:ln>
              <a:solidFill>
                <a:prstClr val="white"/>
              </a:solidFill>
              <a:effectLst/>
              <a:uLnTx/>
              <a:uFillTx/>
              <a:latin typeface="微软雅黑"/>
              <a:ea typeface="微软雅黑"/>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0" i="0" u="none" strike="noStrike" kern="1200" cap="none" spc="150" normalizeH="0" baseline="0" noProof="0">
                <a:ln>
                  <a:noFill/>
                </a:ln>
                <a:solidFill>
                  <a:prstClr val="white"/>
                </a:solidFill>
                <a:effectLst/>
                <a:uLnTx/>
                <a:uFillTx/>
                <a:latin typeface="微软雅黑"/>
                <a:ea typeface="微软雅黑"/>
                <a:cs typeface="+mn-cs"/>
              </a:rPr>
              <a:t>设计灵感、制作思路</a:t>
            </a:r>
            <a:endParaRPr kumimoji="0" lang="en-US" sz="1800" b="0" i="0" u="none" strike="noStrike" kern="1200" cap="none" spc="150" normalizeH="0" baseline="0" noProof="0">
              <a:ln>
                <a:noFill/>
              </a:ln>
              <a:solidFill>
                <a:prstClr val="white"/>
              </a:solidFill>
              <a:effectLst/>
              <a:uLnTx/>
              <a:uFillTx/>
              <a:latin typeface="微软雅黑"/>
              <a:ea typeface="微软雅黑"/>
              <a:cs typeface="+mn-cs"/>
            </a:endParaRPr>
          </a:p>
        </p:txBody>
      </p:sp>
      <p:pic>
        <p:nvPicPr>
          <p:cNvPr id="12" name="图片 11">
            <a:extLst>
              <a:ext uri="{FF2B5EF4-FFF2-40B4-BE49-F238E27FC236}">
                <a16:creationId xmlns:a16="http://schemas.microsoft.com/office/drawing/2014/main" id="{D791EC9B-5DBA-40F6-9696-4F391A93BCEF}"/>
              </a:ext>
            </a:extLst>
          </p:cNvPr>
          <p:cNvPicPr>
            <a:picLocks noChangeAspect="1"/>
          </p:cNvPicPr>
          <p:nvPr userDrawn="1"/>
        </p:nvPicPr>
        <p:blipFill>
          <a:blip r:embed="rId3"/>
          <a:stretch>
            <a:fillRect/>
          </a:stretch>
        </p:blipFill>
        <p:spPr>
          <a:xfrm>
            <a:off x="-615419" y="3771974"/>
            <a:ext cx="13817069" cy="3996426"/>
          </a:xfrm>
          <a:prstGeom prst="rect">
            <a:avLst/>
          </a:prstGeom>
        </p:spPr>
      </p:pic>
      <p:pic>
        <p:nvPicPr>
          <p:cNvPr id="13" name="图片 12">
            <a:extLst>
              <a:ext uri="{FF2B5EF4-FFF2-40B4-BE49-F238E27FC236}">
                <a16:creationId xmlns:a16="http://schemas.microsoft.com/office/drawing/2014/main" id="{3337B091-14D1-40FD-B8AD-B9A96874112A}"/>
              </a:ext>
            </a:extLst>
          </p:cNvPr>
          <p:cNvPicPr>
            <a:picLocks noChangeAspect="1"/>
          </p:cNvPicPr>
          <p:nvPr userDrawn="1"/>
        </p:nvPicPr>
        <p:blipFill>
          <a:blip r:embed="rId4"/>
          <a:stretch>
            <a:fillRect/>
          </a:stretch>
        </p:blipFill>
        <p:spPr>
          <a:xfrm>
            <a:off x="1683657" y="716939"/>
            <a:ext cx="8824686" cy="1844708"/>
          </a:xfrm>
          <a:prstGeom prst="rect">
            <a:avLst/>
          </a:prstGeom>
        </p:spPr>
      </p:pic>
      <p:sp>
        <p:nvSpPr>
          <p:cNvPr id="14" name="文本框 13">
            <a:extLst>
              <a:ext uri="{FF2B5EF4-FFF2-40B4-BE49-F238E27FC236}">
                <a16:creationId xmlns:a16="http://schemas.microsoft.com/office/drawing/2014/main" id="{260EA93C-471D-411C-A976-09210F7DFE72}"/>
              </a:ext>
            </a:extLst>
          </p:cNvPr>
          <p:cNvSpPr txBox="1"/>
          <p:nvPr userDrawn="1"/>
        </p:nvSpPr>
        <p:spPr>
          <a:xfrm>
            <a:off x="3742050" y="2971888"/>
            <a:ext cx="1983605"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活动主办：秋叶</a:t>
            </a:r>
            <a:r>
              <a:rPr kumimoji="0" lang="en-US" altLang="zh-CN" sz="1100" b="0" i="0" u="none" strike="noStrike" kern="1200" cap="none" spc="0" normalizeH="0" baseline="0" noProof="0">
                <a:ln>
                  <a:noFill/>
                </a:ln>
                <a:solidFill>
                  <a:prstClr val="white">
                    <a:lumMod val="75000"/>
                  </a:prstClr>
                </a:solidFill>
                <a:effectLst/>
                <a:uLnTx/>
                <a:uFillTx/>
                <a:latin typeface="微软雅黑"/>
                <a:ea typeface="微软雅黑"/>
                <a:cs typeface="+mn-cs"/>
              </a:rPr>
              <a:t>PPT</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636416E4-5D2E-4F0B-8673-534B0C96E10E}"/>
              </a:ext>
            </a:extLst>
          </p:cNvPr>
          <p:cNvSpPr txBox="1"/>
          <p:nvPr userDrawn="1"/>
        </p:nvSpPr>
        <p:spPr>
          <a:xfrm>
            <a:off x="6079638" y="2971888"/>
            <a:ext cx="2492943"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1100" b="0" i="0" u="none" strike="noStrike" kern="1200" cap="none" spc="0" normalizeH="0" baseline="0" noProof="0">
                <a:ln>
                  <a:noFill/>
                </a:ln>
                <a:solidFill>
                  <a:prstClr val="white">
                    <a:lumMod val="75000"/>
                  </a:prstClr>
                </a:solidFill>
                <a:effectLst/>
                <a:uLnTx/>
                <a:uFillTx/>
                <a:latin typeface="微软雅黑"/>
                <a:ea typeface="微软雅黑"/>
                <a:cs typeface="+mn-cs"/>
              </a:rPr>
              <a:t>技术支持：微软听听文档</a:t>
            </a:r>
            <a:endParaRPr kumimoji="0" lang="en-US" sz="1100" b="0" i="0" u="none" strike="noStrike" kern="1200" cap="none" spc="0" normalizeH="0" baseline="0" noProof="0">
              <a:ln>
                <a:noFill/>
              </a:ln>
              <a:solidFill>
                <a:prstClr val="white">
                  <a:lumMod val="75000"/>
                </a:prstClr>
              </a:solidFill>
              <a:effectLst/>
              <a:uLnTx/>
              <a:uFillTx/>
              <a:latin typeface="微软雅黑"/>
              <a:ea typeface="微软雅黑"/>
              <a:cs typeface="+mn-cs"/>
            </a:endParaRPr>
          </a:p>
        </p:txBody>
      </p:sp>
      <p:sp>
        <p:nvSpPr>
          <p:cNvPr id="16" name="矩形 15">
            <a:extLst>
              <a:ext uri="{FF2B5EF4-FFF2-40B4-BE49-F238E27FC236}">
                <a16:creationId xmlns:a16="http://schemas.microsoft.com/office/drawing/2014/main" id="{90FAAB6E-BB88-4DC1-B3F2-030FD2561703}"/>
              </a:ext>
            </a:extLst>
          </p:cNvPr>
          <p:cNvSpPr/>
          <p:nvPr userDrawn="1"/>
        </p:nvSpPr>
        <p:spPr>
          <a:xfrm>
            <a:off x="3600610" y="3494767"/>
            <a:ext cx="2318400" cy="2318400"/>
          </a:xfrm>
          <a:prstGeom prst="rect">
            <a:avLst/>
          </a:prstGeom>
          <a:solidFill>
            <a:schemeClr val="bg1"/>
          </a:solidFill>
          <a:ln w="57150">
            <a:solidFill>
              <a:srgbClr val="CB9B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423435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46331" cy="369332"/>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a:ln>
                  <a:noFill/>
                </a:ln>
                <a:solidFill>
                  <a:srgbClr val="FFFFFF"/>
                </a:solidFill>
                <a:effectLst/>
                <a:uLnTx/>
                <a:uFillTx/>
                <a:latin typeface="Segoe UI Light"/>
                <a:ea typeface="微软雅黑"/>
                <a:cs typeface="Segoe UI Light"/>
              </a:rPr>
              <a:t>标注</a:t>
            </a:r>
            <a:endPar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1" name="矩形 10"/>
          <p:cNvSpPr/>
          <p:nvPr userDrawn="1"/>
        </p:nvSpPr>
        <p:spPr>
          <a:xfrm>
            <a:off x="2572589" y="759873"/>
            <a:ext cx="1402001" cy="2025170"/>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使用说明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2585323"/>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模板为作者原创，著作权归作者所有。</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您仅可以个人非商业用途使用本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未经权利人书面明确授权，不可将信息内容的全部或部分用于出售，或以出租、出借、转让、分销、发布等其他任何方式供他人使用</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a:t>
            </a:r>
            <a:r>
              <a:rPr kumimoji="0" lang="zh-CN" altLang="en-US" sz="1400" b="0" i="0" u="none" strike="noStrike" kern="1200" cap="none" spc="0" normalizeH="0" baseline="0" noProof="0">
                <a:ln>
                  <a:noFill/>
                </a:ln>
                <a:solidFill>
                  <a:prstClr val="white"/>
                </a:solidFill>
                <a:effectLst/>
                <a:uLnTx/>
                <a:uFillTx/>
                <a:latin typeface="+mn-lt"/>
                <a:ea typeface="微软雅黑" charset="0"/>
                <a:cs typeface="+mn-cs"/>
              </a:rPr>
              <a:t>否则将承担法律责任。</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尊重知识产权并注重保护用户享有的各项权利。</a:t>
            </a:r>
            <a:endPar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OfficePLUS</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拥有对本</a:t>
            </a:r>
            <a:r>
              <a:rPr kumimoji="0" lang="en-US" altLang="zh-CN" sz="1400" b="0" i="0" u="none" strike="noStrike" kern="0" cap="none" spc="0" normalizeH="0" baseline="0" noProof="0">
                <a:ln>
                  <a:noFill/>
                </a:ln>
                <a:solidFill>
                  <a:srgbClr val="FFFFFF"/>
                </a:solidFill>
                <a:effectLst/>
                <a:uLnTx/>
                <a:uFillTx/>
                <a:latin typeface="Segoe UI Light"/>
                <a:ea typeface="微软雅黑"/>
                <a:cs typeface="Segoe UI Light"/>
              </a:rPr>
              <a:t>PPT</a:t>
            </a:r>
            <a:r>
              <a:rPr kumimoji="0" lang="zh-CN" altLang="en-US" sz="1400" b="0" i="0" u="none" strike="noStrike" kern="0" cap="none" spc="0" normalizeH="0" baseline="0" noProof="0">
                <a:ln>
                  <a:noFill/>
                </a:ln>
                <a:solidFill>
                  <a:srgbClr val="FFFFFF"/>
                </a:solidFill>
                <a:effectLst/>
                <a:uLnTx/>
                <a:uFillTx/>
                <a:latin typeface="Segoe UI Light"/>
                <a:ea typeface="微软雅黑"/>
                <a:cs typeface="Segoe UI Light"/>
              </a:rPr>
              <a:t>模板进行展示、报道、宣传及用于市场活动的权利，若在比赛或商业应用过程中发生版权纠纷，其法律责任由作者本人承担。</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309848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69888C-E133-43D9-A638-B5C95925B91C}" type="slidenum">
              <a:rPr lang="zh-CN" altLang="en-US" smtClean="0"/>
              <a:t>‹#›</a:t>
            </a:fld>
            <a:endParaRPr lang="zh-CN" altLang="en-US" dirty="0"/>
          </a:p>
        </p:txBody>
      </p:sp>
      <p:sp>
        <p:nvSpPr>
          <p:cNvPr id="3" name="页脚占位符 2"/>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Tree>
    <p:extLst>
      <p:ext uri="{BB962C8B-B14F-4D97-AF65-F5344CB8AC3E}">
        <p14:creationId xmlns:p14="http://schemas.microsoft.com/office/powerpoint/2010/main" val="341864056"/>
      </p:ext>
    </p:extLst>
  </p:cSld>
  <p:clrMap bg1="lt1" tx1="dk1" bg2="lt2" tx2="dk2" accent1="accent1" accent2="accent2" accent3="accent3" accent4="accent4" accent5="accent5" accent6="accent6" hlink="hlink" folHlink="folHlink"/>
  <p:sldLayoutIdLst>
    <p:sldLayoutId id="2147483655" r:id="rId1"/>
    <p:sldLayoutId id="2147483663" r:id="rId2"/>
    <p:sldLayoutId id="2147483650" r:id="rId3"/>
    <p:sldLayoutId id="2147483668" r:id="rId4"/>
    <p:sldLayoutId id="2147483669" r:id="rId5"/>
    <p:sldLayoutId id="2147483670" r:id="rId6"/>
    <p:sldLayoutId id="2147483671" r:id="rId7"/>
    <p:sldLayoutId id="2147483664" r:id="rId8"/>
    <p:sldLayoutId id="2147483649" r:id="rId9"/>
    <p:sldLayoutId id="2147483660" r:id="rId10"/>
    <p:sldLayoutId id="2147483661" r:id="rId11"/>
    <p:sldLayoutId id="2147483662" r:id="rId12"/>
    <p:sldLayoutId id="2147483652" r:id="rId13"/>
    <p:sldLayoutId id="2147483672" r:id="rId14"/>
    <p:sldLayoutId id="2147483654" r:id="rId15"/>
    <p:sldLayoutId id="2147483653" r:id="rId16"/>
    <p:sldLayoutId id="2147483656" r:id="rId17"/>
    <p:sldLayoutId id="2147483657" r:id="rId18"/>
    <p:sldLayoutId id="2147483658" r:id="rId19"/>
    <p:sldLayoutId id="2147483659" r:id="rId20"/>
    <p:sldLayoutId id="2147483665" r:id="rId21"/>
    <p:sldLayoutId id="2147483666" r:id="rId22"/>
    <p:sldLayoutId id="2147483667" r:id="rId23"/>
    <p:sldLayoutId id="2147483673" r:id="rId24"/>
    <p:sldLayoutId id="2147483674" r:id="rId25"/>
    <p:sldLayoutId id="2147483680" r:id="rId26"/>
    <p:sldLayoutId id="2147483681" r:id="rId2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页脚占位符 1"/>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3" name="灯片编号占位符 2"/>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B96A5B-A282-4D67-819F-AA1E3D7F06DB}" type="slidenum">
              <a:rPr lang="zh-CN" altLang="en-US" smtClean="0"/>
              <a:t>‹#›</a:t>
            </a:fld>
            <a:endParaRPr lang="zh-CN" altLang="en-US"/>
          </a:p>
        </p:txBody>
      </p:sp>
    </p:spTree>
    <p:extLst>
      <p:ext uri="{BB962C8B-B14F-4D97-AF65-F5344CB8AC3E}">
        <p14:creationId xmlns:p14="http://schemas.microsoft.com/office/powerpoint/2010/main" val="3224061831"/>
      </p:ext>
    </p:extLst>
  </p:cSld>
  <p:clrMap bg1="lt1" tx1="dk1" bg2="lt2" tx2="dk2" accent1="accent1" accent2="accent2" accent3="accent3" accent4="accent4" accent5="accent5" accent6="accent6" hlink="hlink" folHlink="folHlink"/>
  <p:sldLayoutIdLst>
    <p:sldLayoutId id="2147483677" r:id="rId1"/>
    <p:sldLayoutId id="2147483678"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tags" Target="../tags/tag2.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9.xml"/><Relationship Id="rId1" Type="http://schemas.openxmlformats.org/officeDocument/2006/relationships/tags" Target="../tags/tag3.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9.png"/><Relationship Id="rId1" Type="http://schemas.openxmlformats.org/officeDocument/2006/relationships/slideLayout" Target="../slideLayouts/slideLayout9.xml"/><Relationship Id="rId4" Type="http://schemas.openxmlformats.org/officeDocument/2006/relationships/image" Target="../media/image190.png"/></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9.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9.xml"/><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file:///C:\Users\kiwi\AppData\Local\Temp\wps\INetCache\45b1edffbea3136184fe6110a0bc3e45" TargetMode="Externa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file:///C:\Users\kiwi\AppData\Local\Temp\wps\INetCache\45b1edffbea3136184fe6110a0bc3e45" TargetMode="Externa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file:///C:\Users\kiwi\AppData\Local\Temp\wps\INetCache\45b1edffbea3136184fe6110a0bc3e45" TargetMode="Externa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file:///C:\Users\kiwi\AppData\Local\Temp\wps\INetCache\45b1edffbea3136184fe6110a0bc3e45" TargetMode="External"/><Relationship Id="rId2" Type="http://schemas.openxmlformats.org/officeDocument/2006/relationships/slideLayout" Target="../slideLayouts/slideLayout9.xml"/><Relationship Id="rId1" Type="http://schemas.openxmlformats.org/officeDocument/2006/relationships/tags" Target="../tags/tag4.xml"/><Relationship Id="rId5" Type="http://schemas.openxmlformats.org/officeDocument/2006/relationships/image" Target="../media/image42.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file:///C:\Users\kiwi\AppData\Local\Temp\wps\INetCache\45b1edffbea3136184fe6110a0bc3e45" TargetMode="Externa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file:///C:\Users\kiwi\AppData\Local\Temp\wps\INetCache\45b1edffbea3136184fe6110a0bc3e45" TargetMode="External"/><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2" Type="http://schemas.openxmlformats.org/officeDocument/2006/relationships/image" Target="file:///C:\Users\kiwi\AppData\Local\Temp\wps\INetCache\45b1edffbea3136184fe6110a0bc3e45" TargetMode="Externa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file:///C:\Users\kiwi\AppData\Local\Temp\wps\INetCache\45b1edffbea3136184fe6110a0bc3e45" TargetMode="Externa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file:///C:\Users\kiwi\AppData\Local\Temp\wps\INetCache\45b1edffbea3136184fe6110a0bc3e45" TargetMode="Externa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file:///C:\Users\kiwi\AppData\Local\Temp\wps\INetCache\45b1edffbea3136184fe6110a0bc3e45" TargetMode="Externa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6.pn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9.xml"/><Relationship Id="rId5" Type="http://schemas.openxmlformats.org/officeDocument/2006/relationships/image" Target="../media/image52.png"/><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60.png"/><Relationship Id="rId4" Type="http://schemas.openxmlformats.org/officeDocument/2006/relationships/image" Target="../media/image5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69.png"/><Relationship Id="rId3" Type="http://schemas.openxmlformats.org/officeDocument/2006/relationships/image" Target="../media/image510.png"/><Relationship Id="rId7" Type="http://schemas.openxmlformats.org/officeDocument/2006/relationships/image" Target="../media/image63.png"/><Relationship Id="rId12" Type="http://schemas.openxmlformats.org/officeDocument/2006/relationships/image" Target="../media/image68.png"/><Relationship Id="rId2" Type="http://schemas.openxmlformats.org/officeDocument/2006/relationships/image" Target="../media/image500.png"/><Relationship Id="rId1" Type="http://schemas.openxmlformats.org/officeDocument/2006/relationships/slideLayout" Target="../slideLayouts/slideLayout9.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521.png"/><Relationship Id="rId9" Type="http://schemas.openxmlformats.org/officeDocument/2006/relationships/image" Target="../media/image65.png"/></Relationships>
</file>

<file path=ppt/slides/_rels/slide38.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81.png"/><Relationship Id="rId18" Type="http://schemas.openxmlformats.org/officeDocument/2006/relationships/image" Target="../media/image86.png"/><Relationship Id="rId3" Type="http://schemas.openxmlformats.org/officeDocument/2006/relationships/image" Target="../media/image71.png"/><Relationship Id="rId7" Type="http://schemas.openxmlformats.org/officeDocument/2006/relationships/image" Target="../media/image75.png"/><Relationship Id="rId12" Type="http://schemas.openxmlformats.org/officeDocument/2006/relationships/image" Target="../media/image80.png"/><Relationship Id="rId17" Type="http://schemas.openxmlformats.org/officeDocument/2006/relationships/image" Target="../media/image85.png"/><Relationship Id="rId2" Type="http://schemas.openxmlformats.org/officeDocument/2006/relationships/image" Target="../media/image70.png"/><Relationship Id="rId16" Type="http://schemas.openxmlformats.org/officeDocument/2006/relationships/image" Target="../media/image84.png"/><Relationship Id="rId20" Type="http://schemas.openxmlformats.org/officeDocument/2006/relationships/image" Target="../media/image88.png"/><Relationship Id="rId1" Type="http://schemas.openxmlformats.org/officeDocument/2006/relationships/slideLayout" Target="../slideLayouts/slideLayout9.xml"/><Relationship Id="rId6" Type="http://schemas.openxmlformats.org/officeDocument/2006/relationships/image" Target="../media/image74.png"/><Relationship Id="rId11" Type="http://schemas.openxmlformats.org/officeDocument/2006/relationships/image" Target="../media/image79.png"/><Relationship Id="rId5" Type="http://schemas.openxmlformats.org/officeDocument/2006/relationships/image" Target="../media/image73.png"/><Relationship Id="rId15" Type="http://schemas.openxmlformats.org/officeDocument/2006/relationships/image" Target="../media/image83.png"/><Relationship Id="rId10" Type="http://schemas.openxmlformats.org/officeDocument/2006/relationships/image" Target="../media/image78.png"/><Relationship Id="rId19" Type="http://schemas.openxmlformats.org/officeDocument/2006/relationships/image" Target="../media/image87.png"/><Relationship Id="rId4" Type="http://schemas.openxmlformats.org/officeDocument/2006/relationships/image" Target="../media/image72.png"/><Relationship Id="rId9" Type="http://schemas.openxmlformats.org/officeDocument/2006/relationships/image" Target="../media/image77.png"/><Relationship Id="rId14" Type="http://schemas.openxmlformats.org/officeDocument/2006/relationships/image" Target="../media/image82.png"/></Relationships>
</file>

<file path=ppt/slides/_rels/slide39.xml.rels><?xml version="1.0" encoding="UTF-8" standalone="yes"?>
<Relationships xmlns="http://schemas.openxmlformats.org/package/2006/relationships"><Relationship Id="rId8" Type="http://schemas.openxmlformats.org/officeDocument/2006/relationships/image" Target="../media/image75.png"/><Relationship Id="rId13" Type="http://schemas.openxmlformats.org/officeDocument/2006/relationships/image" Target="../media/image91.png"/><Relationship Id="rId3" Type="http://schemas.openxmlformats.org/officeDocument/2006/relationships/image" Target="../media/image70.png"/><Relationship Id="rId7" Type="http://schemas.openxmlformats.org/officeDocument/2006/relationships/image" Target="../media/image74.png"/><Relationship Id="rId12" Type="http://schemas.openxmlformats.org/officeDocument/2006/relationships/image" Target="../media/image90.pn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73.png"/><Relationship Id="rId11" Type="http://schemas.openxmlformats.org/officeDocument/2006/relationships/image" Target="../media/image89.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png"/></Relationships>
</file>

<file path=ppt/slides/_rels/slide40.xml.rels><?xml version="1.0" encoding="UTF-8" standalone="yes"?>
<Relationships xmlns="http://schemas.openxmlformats.org/package/2006/relationships"><Relationship Id="rId3" Type="http://schemas.openxmlformats.org/officeDocument/2006/relationships/image" Target="../media/image1301.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58.wmf"/><Relationship Id="rId7" Type="http://schemas.openxmlformats.org/officeDocument/2006/relationships/image" Target="../media/image60.wmf"/><Relationship Id="rId2" Type="http://schemas.openxmlformats.org/officeDocument/2006/relationships/oleObject" Target="../embeddings/oleObject1.bin"/><Relationship Id="rId1" Type="http://schemas.openxmlformats.org/officeDocument/2006/relationships/slideLayout" Target="../slideLayouts/slideLayout9.xml"/><Relationship Id="rId6" Type="http://schemas.openxmlformats.org/officeDocument/2006/relationships/oleObject" Target="../embeddings/oleObject3.bin"/><Relationship Id="rId5" Type="http://schemas.openxmlformats.org/officeDocument/2006/relationships/image" Target="../media/image59.wmf"/><Relationship Id="rId4" Type="http://schemas.openxmlformats.org/officeDocument/2006/relationships/oleObject" Target="../embeddings/oleObject2.bin"/></Relationships>
</file>

<file path=ppt/slides/_rels/slide44.xml.rels><?xml version="1.0" encoding="UTF-8" standalone="yes"?>
<Relationships xmlns="http://schemas.openxmlformats.org/package/2006/relationships"><Relationship Id="rId21" Type="http://schemas.openxmlformats.org/officeDocument/2006/relationships/image" Target="../media/image951.png"/><Relationship Id="rId20" Type="http://schemas.openxmlformats.org/officeDocument/2006/relationships/image" Target="../media/image941.png"/><Relationship Id="rId1" Type="http://schemas.openxmlformats.org/officeDocument/2006/relationships/slideLayout" Target="../slideLayouts/slideLayout9.xml"/><Relationship Id="rId23" Type="http://schemas.openxmlformats.org/officeDocument/2006/relationships/image" Target="../media/image1240.png"/><Relationship Id="rId19" Type="http://schemas.openxmlformats.org/officeDocument/2006/relationships/image" Target="../media/image9310.png"/><Relationship Id="rId22" Type="http://schemas.openxmlformats.org/officeDocument/2006/relationships/image" Target="../media/image961.png"/></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58.wmf"/><Relationship Id="rId21" Type="http://schemas.openxmlformats.org/officeDocument/2006/relationships/image" Target="../media/image951.png"/><Relationship Id="rId7" Type="http://schemas.openxmlformats.org/officeDocument/2006/relationships/image" Target="../media/image93.wmf"/><Relationship Id="rId2" Type="http://schemas.openxmlformats.org/officeDocument/2006/relationships/oleObject" Target="../embeddings/oleObject1.bin"/><Relationship Id="rId20" Type="http://schemas.openxmlformats.org/officeDocument/2006/relationships/image" Target="../media/image941.png"/><Relationship Id="rId1" Type="http://schemas.openxmlformats.org/officeDocument/2006/relationships/slideLayout" Target="../slideLayouts/slideLayout9.xml"/><Relationship Id="rId6" Type="http://schemas.openxmlformats.org/officeDocument/2006/relationships/oleObject" Target="../embeddings/oleObject4.bin"/><Relationship Id="rId5" Type="http://schemas.openxmlformats.org/officeDocument/2006/relationships/image" Target="../media/image59.wmf"/><Relationship Id="rId19" Type="http://schemas.openxmlformats.org/officeDocument/2006/relationships/image" Target="../media/image9310.png"/><Relationship Id="rId4" Type="http://schemas.openxmlformats.org/officeDocument/2006/relationships/oleObject" Target="../embeddings/oleObject2.bin"/><Relationship Id="rId9" Type="http://schemas.openxmlformats.org/officeDocument/2006/relationships/image" Target="../media/image94.wmf"/><Relationship Id="rId22" Type="http://schemas.openxmlformats.org/officeDocument/2006/relationships/image" Target="../media/image961.png"/></Relationships>
</file>

<file path=ppt/slides/_rels/slide46.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1.bin"/><Relationship Id="rId21" Type="http://schemas.openxmlformats.org/officeDocument/2006/relationships/image" Target="../media/image951.png"/><Relationship Id="rId7" Type="http://schemas.openxmlformats.org/officeDocument/2006/relationships/oleObject" Target="../embeddings/oleObject4.bin"/><Relationship Id="rId2" Type="http://schemas.openxmlformats.org/officeDocument/2006/relationships/notesSlide" Target="../notesSlides/notesSlide14.xml"/><Relationship Id="rId20" Type="http://schemas.openxmlformats.org/officeDocument/2006/relationships/image" Target="../media/image941.png"/><Relationship Id="rId1" Type="http://schemas.openxmlformats.org/officeDocument/2006/relationships/slideLayout" Target="../slideLayouts/slideLayout9.xml"/><Relationship Id="rId6" Type="http://schemas.openxmlformats.org/officeDocument/2006/relationships/image" Target="../media/image59.wmf"/><Relationship Id="rId5" Type="http://schemas.openxmlformats.org/officeDocument/2006/relationships/oleObject" Target="../embeddings/oleObject2.bin"/><Relationship Id="rId10" Type="http://schemas.openxmlformats.org/officeDocument/2006/relationships/image" Target="../media/image94.wmf"/><Relationship Id="rId19" Type="http://schemas.openxmlformats.org/officeDocument/2006/relationships/image" Target="../media/image9310.png"/><Relationship Id="rId4" Type="http://schemas.openxmlformats.org/officeDocument/2006/relationships/image" Target="../media/image58.wmf"/><Relationship Id="rId9" Type="http://schemas.openxmlformats.org/officeDocument/2006/relationships/oleObject" Target="../embeddings/oleObject5.bin"/><Relationship Id="rId22" Type="http://schemas.openxmlformats.org/officeDocument/2006/relationships/image" Target="../media/image961.png"/></Relationships>
</file>

<file path=ppt/slides/_rels/slide47.xml.rels><?xml version="1.0" encoding="UTF-8" standalone="yes"?>
<Relationships xmlns="http://schemas.openxmlformats.org/package/2006/relationships"><Relationship Id="rId21" Type="http://schemas.openxmlformats.org/officeDocument/2006/relationships/image" Target="../media/image951.png"/><Relationship Id="rId25" Type="http://schemas.openxmlformats.org/officeDocument/2006/relationships/image" Target="../media/image550.png"/><Relationship Id="rId20" Type="http://schemas.openxmlformats.org/officeDocument/2006/relationships/image" Target="../media/image941.png"/><Relationship Id="rId1" Type="http://schemas.openxmlformats.org/officeDocument/2006/relationships/slideLayout" Target="../slideLayouts/slideLayout9.xml"/><Relationship Id="rId24" Type="http://schemas.openxmlformats.org/officeDocument/2006/relationships/image" Target="../media/image540.png"/><Relationship Id="rId23" Type="http://schemas.openxmlformats.org/officeDocument/2006/relationships/image" Target="../media/image530.png"/><Relationship Id="rId19" Type="http://schemas.openxmlformats.org/officeDocument/2006/relationships/image" Target="../media/image9310.png"/><Relationship Id="rId22" Type="http://schemas.openxmlformats.org/officeDocument/2006/relationships/image" Target="../media/image520.png"/></Relationships>
</file>

<file path=ppt/slides/_rels/slide48.xml.rels><?xml version="1.0" encoding="UTF-8" standalone="yes"?>
<Relationships xmlns="http://schemas.openxmlformats.org/package/2006/relationships"><Relationship Id="rId8" Type="http://schemas.openxmlformats.org/officeDocument/2006/relationships/image" Target="../media/image1420.png"/><Relationship Id="rId13" Type="http://schemas.openxmlformats.org/officeDocument/2006/relationships/image" Target="../media/image700.png"/><Relationship Id="rId18" Type="http://schemas.openxmlformats.org/officeDocument/2006/relationships/image" Target="../media/image710.png"/><Relationship Id="rId3" Type="http://schemas.openxmlformats.org/officeDocument/2006/relationships/oleObject" Target="../embeddings/oleObject1.bin"/><Relationship Id="rId12" Type="http://schemas.openxmlformats.org/officeDocument/2006/relationships/image" Target="../media/image690.png"/><Relationship Id="rId17" Type="http://schemas.openxmlformats.org/officeDocument/2006/relationships/image" Target="../media/image1520.png"/><Relationship Id="rId2" Type="http://schemas.openxmlformats.org/officeDocument/2006/relationships/notesSlide" Target="../notesSlides/notesSlide15.xml"/><Relationship Id="rId16" Type="http://schemas.openxmlformats.org/officeDocument/2006/relationships/image" Target="../media/image1510.png"/><Relationship Id="rId1" Type="http://schemas.openxmlformats.org/officeDocument/2006/relationships/slideLayout" Target="../slideLayouts/slideLayout9.xml"/><Relationship Id="rId6" Type="http://schemas.openxmlformats.org/officeDocument/2006/relationships/image" Target="../media/image59.wmf"/><Relationship Id="rId11" Type="http://schemas.openxmlformats.org/officeDocument/2006/relationships/image" Target="../media/image1460.png"/><Relationship Id="rId5" Type="http://schemas.openxmlformats.org/officeDocument/2006/relationships/oleObject" Target="../embeddings/oleObject2.bin"/><Relationship Id="rId15" Type="http://schemas.openxmlformats.org/officeDocument/2006/relationships/image" Target="../media/image1500.png"/><Relationship Id="rId10" Type="http://schemas.openxmlformats.org/officeDocument/2006/relationships/image" Target="../media/image1450.png"/><Relationship Id="rId19" Type="http://schemas.openxmlformats.org/officeDocument/2006/relationships/image" Target="../media/image720.png"/><Relationship Id="rId4" Type="http://schemas.openxmlformats.org/officeDocument/2006/relationships/image" Target="../media/image58.wmf"/><Relationship Id="rId9" Type="http://schemas.openxmlformats.org/officeDocument/2006/relationships/image" Target="../media/image1430.png"/><Relationship Id="rId14" Type="http://schemas.openxmlformats.org/officeDocument/2006/relationships/image" Target="../media/image149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image" Target="../media/image96.png"/><Relationship Id="rId1" Type="http://schemas.openxmlformats.org/officeDocument/2006/relationships/slideLayout" Target="../slideLayouts/slideLayout9.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5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file:///C:\Users\kiwi\AppData\Local\Temp\wps\INetCache\45b1edffbea3136184fe6110a0bc3e45" TargetMode="Externa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8.png"/><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111.png"/></Relationships>
</file>

<file path=ppt/slides/_rels/slide6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1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42"/>
          <p:cNvSpPr txBox="1"/>
          <p:nvPr/>
        </p:nvSpPr>
        <p:spPr>
          <a:xfrm>
            <a:off x="1776520" y="2840735"/>
            <a:ext cx="8741616" cy="1354218"/>
          </a:xfrm>
          <a:prstGeom prst="rect">
            <a:avLst/>
          </a:prstGeom>
          <a:noFill/>
        </p:spPr>
        <p:txBody>
          <a:bodyPr wrap="square" lIns="121889" tIns="60944" rIns="121889" bIns="60944" rtlCol="0">
            <a:spAutoFit/>
          </a:bodyPr>
          <a:lstStyle/>
          <a:p>
            <a:pPr algn="ctr"/>
            <a:r>
              <a:rPr lang="zh-CN" altLang="en-US" sz="7998" b="1" dirty="0">
                <a:solidFill>
                  <a:srgbClr val="44546A"/>
                </a:solidFill>
                <a:latin typeface="微软雅黑" panose="020B0503020204020204" pitchFamily="34" charset="-122"/>
                <a:ea typeface="微软雅黑" panose="020B0503020204020204" pitchFamily="34" charset="-122"/>
              </a:rPr>
              <a:t>机器学习</a:t>
            </a:r>
            <a:endParaRPr lang="zh-CN" altLang="zh-CN" sz="7998" b="1" dirty="0">
              <a:solidFill>
                <a:srgbClr val="44546A"/>
              </a:solidFill>
              <a:latin typeface="微软雅黑" panose="020B0503020204020204" pitchFamily="34" charset="-122"/>
              <a:ea typeface="微软雅黑" panose="020B0503020204020204" pitchFamily="34" charset="-122"/>
            </a:endParaRPr>
          </a:p>
        </p:txBody>
      </p:sp>
      <p:sp>
        <p:nvSpPr>
          <p:cNvPr id="18" name="TextBox 17"/>
          <p:cNvSpPr txBox="1"/>
          <p:nvPr/>
        </p:nvSpPr>
        <p:spPr>
          <a:xfrm>
            <a:off x="2425647" y="4372218"/>
            <a:ext cx="7340708" cy="400012"/>
          </a:xfrm>
          <a:prstGeom prst="rect">
            <a:avLst/>
          </a:prstGeom>
          <a:solidFill>
            <a:srgbClr val="0072C7"/>
          </a:solidFill>
        </p:spPr>
        <p:txBody>
          <a:bodyPr wrap="square" lIns="121889" tIns="60944" rIns="121889" bIns="60944" rtlCol="0">
            <a:spAutoFit/>
          </a:bodyPr>
          <a:lstStyle/>
          <a:p>
            <a:pPr algn="ctr"/>
            <a:r>
              <a:rPr lang="en-US" altLang="zh-CN" b="1" dirty="0">
                <a:solidFill>
                  <a:prstClr val="white"/>
                </a:solidFill>
                <a:latin typeface="微软雅黑" panose="020B0503020204020204" pitchFamily="34" charset="-122"/>
                <a:ea typeface="微软雅黑" panose="020B0503020204020204" pitchFamily="34" charset="-122"/>
              </a:rPr>
              <a:t>Machine Learning</a:t>
            </a:r>
            <a:endParaRPr lang="zh-CN" altLang="zh-CN" dirty="0">
              <a:solidFill>
                <a:prstClr val="white"/>
              </a:solidFill>
              <a:latin typeface="微软雅黑" panose="020B0503020204020204" pitchFamily="34" charset="-122"/>
              <a:ea typeface="微软雅黑" panose="020B0503020204020204" pitchFamily="34" charset="-122"/>
            </a:endParaRPr>
          </a:p>
        </p:txBody>
      </p:sp>
      <p:cxnSp>
        <p:nvCxnSpPr>
          <p:cNvPr id="20" name="直接连接符 19"/>
          <p:cNvCxnSpPr/>
          <p:nvPr/>
        </p:nvCxnSpPr>
        <p:spPr>
          <a:xfrm>
            <a:off x="2331828" y="4194952"/>
            <a:ext cx="7528346" cy="0"/>
          </a:xfrm>
          <a:prstGeom prst="line">
            <a:avLst/>
          </a:prstGeom>
          <a:noFill/>
          <a:ln w="9525" cap="flat" cmpd="sng" algn="ctr">
            <a:solidFill>
              <a:srgbClr val="F8F8F8">
                <a:lumMod val="75000"/>
              </a:srgbClr>
            </a:solidFill>
            <a:prstDash val="lgDash"/>
          </a:ln>
          <a:effectLst/>
        </p:spPr>
      </p:cxnSp>
      <p:cxnSp>
        <p:nvCxnSpPr>
          <p:cNvPr id="21" name="直接连接符 20"/>
          <p:cNvCxnSpPr/>
          <p:nvPr/>
        </p:nvCxnSpPr>
        <p:spPr>
          <a:xfrm>
            <a:off x="2331828" y="2683134"/>
            <a:ext cx="7528346" cy="0"/>
          </a:xfrm>
          <a:prstGeom prst="line">
            <a:avLst/>
          </a:prstGeom>
          <a:noFill/>
          <a:ln w="9525" cap="flat" cmpd="sng" algn="ctr">
            <a:solidFill>
              <a:srgbClr val="F8F8F8">
                <a:lumMod val="75000"/>
              </a:srgbClr>
            </a:solidFill>
            <a:prstDash val="lgDash"/>
          </a:ln>
          <a:effectLst/>
        </p:spPr>
      </p:cxnSp>
      <p:pic>
        <p:nvPicPr>
          <p:cNvPr id="6" name="久石让 - Summer.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256163" y="-1659566"/>
            <a:ext cx="812506" cy="812800"/>
          </a:xfrm>
          <a:prstGeom prst="rect">
            <a:avLst/>
          </a:prstGeom>
        </p:spPr>
      </p:pic>
      <p:pic>
        <p:nvPicPr>
          <p:cNvPr id="2" name="图片 1"/>
          <p:cNvPicPr>
            <a:picLocks noChangeAspect="1"/>
          </p:cNvPicPr>
          <p:nvPr/>
        </p:nvPicPr>
        <p:blipFill>
          <a:blip r:embed="rId6"/>
          <a:stretch>
            <a:fillRect/>
          </a:stretch>
        </p:blipFill>
        <p:spPr>
          <a:xfrm flipV="1">
            <a:off x="4332049" y="413598"/>
            <a:ext cx="3527904" cy="2179224"/>
          </a:xfrm>
          <a:prstGeom prst="rect">
            <a:avLst/>
          </a:prstGeom>
        </p:spPr>
      </p:pic>
      <p:sp>
        <p:nvSpPr>
          <p:cNvPr id="5" name="灯片编号占位符 4"/>
          <p:cNvSpPr>
            <a:spLocks noGrp="1"/>
          </p:cNvSpPr>
          <p:nvPr>
            <p:ph type="sldNum" sz="quarter" idx="11"/>
          </p:nvPr>
        </p:nvSpPr>
        <p:spPr/>
        <p:txBody>
          <a:bodyPr/>
          <a:lstStyle/>
          <a:p>
            <a:fld id="{AF69888C-E133-43D9-A638-B5C95925B91C}" type="slidenum">
              <a:rPr lang="zh-CN" altLang="en-US" smtClean="0"/>
              <a:t>1</a:t>
            </a:fld>
            <a:endParaRPr lang="zh-CN" altLang="en-US" dirty="0"/>
          </a:p>
        </p:txBody>
      </p:sp>
      <p:sp>
        <p:nvSpPr>
          <p:cNvPr id="3" name="TextBox 18">
            <a:extLst>
              <a:ext uri="{FF2B5EF4-FFF2-40B4-BE49-F238E27FC236}">
                <a16:creationId xmlns:a16="http://schemas.microsoft.com/office/drawing/2014/main" id="{692AD209-2F0D-DE2E-9CA0-11C6A2A1B707}"/>
              </a:ext>
            </a:extLst>
          </p:cNvPr>
          <p:cNvSpPr txBox="1"/>
          <p:nvPr/>
        </p:nvSpPr>
        <p:spPr>
          <a:xfrm>
            <a:off x="4204378" y="5048411"/>
            <a:ext cx="5945338" cy="1600406"/>
          </a:xfrm>
          <a:prstGeom prst="rect">
            <a:avLst/>
          </a:prstGeom>
          <a:noFill/>
        </p:spPr>
        <p:txBody>
          <a:bodyPr wrap="square" lIns="121889" tIns="60944" rIns="121889" bIns="60944" rtlCol="0">
            <a:spAutoFit/>
          </a:bodyPr>
          <a:lstStyle/>
          <a:p>
            <a:r>
              <a:rPr lang="zh-CN" altLang="en-US" sz="2400" b="1" dirty="0">
                <a:latin typeface="Microsoft YaHei" panose="020B0503020204020204" pitchFamily="34" charset="-122"/>
                <a:ea typeface="Microsoft YaHei" panose="020B0503020204020204" pitchFamily="34" charset="-122"/>
              </a:rPr>
              <a:t>授课老师：刘雪明</a:t>
            </a:r>
            <a:endParaRPr lang="en-US" altLang="zh-CN" sz="2400" b="1" dirty="0">
              <a:latin typeface="Microsoft YaHei" panose="020B0503020204020204" pitchFamily="34" charset="-122"/>
              <a:ea typeface="Microsoft YaHei" panose="020B0503020204020204" pitchFamily="34" charset="-122"/>
            </a:endParaRPr>
          </a:p>
          <a:p>
            <a:r>
              <a:rPr lang="zh-CN" altLang="en-US" sz="2400" b="1" dirty="0">
                <a:latin typeface="Microsoft YaHei" panose="020B0503020204020204" pitchFamily="34" charset="-122"/>
                <a:ea typeface="Microsoft YaHei" panose="020B0503020204020204" pitchFamily="34" charset="-122"/>
              </a:rPr>
              <a:t>电       话：</a:t>
            </a:r>
            <a:r>
              <a:rPr lang="en-US" altLang="zh-CN" sz="2400" b="1" dirty="0">
                <a:latin typeface="Microsoft YaHei" panose="020B0503020204020204" pitchFamily="34" charset="-122"/>
                <a:ea typeface="Microsoft YaHei" panose="020B0503020204020204" pitchFamily="34" charset="-122"/>
              </a:rPr>
              <a:t>18040598577</a:t>
            </a:r>
          </a:p>
          <a:p>
            <a:r>
              <a:rPr lang="zh-CN" altLang="en-US" sz="2400" b="1" dirty="0">
                <a:latin typeface="Microsoft YaHei" panose="020B0503020204020204" pitchFamily="34" charset="-122"/>
                <a:ea typeface="Microsoft YaHei" panose="020B0503020204020204" pitchFamily="34" charset="-122"/>
              </a:rPr>
              <a:t>办  公  室：</a:t>
            </a:r>
            <a:r>
              <a:rPr lang="zh-CN" altLang="en-CN" sz="2400" b="1" dirty="0">
                <a:latin typeface="Microsoft YaHei" panose="020B0503020204020204" pitchFamily="34" charset="-122"/>
                <a:ea typeface="Microsoft YaHei" panose="020B0503020204020204" pitchFamily="34" charset="-122"/>
              </a:rPr>
              <a:t>南一楼</a:t>
            </a:r>
            <a:r>
              <a:rPr lang="zh-CN" altLang="en-US" sz="2400" b="1" dirty="0">
                <a:latin typeface="Microsoft YaHei" panose="020B0503020204020204" pitchFamily="34" charset="-122"/>
                <a:ea typeface="Microsoft YaHei" panose="020B0503020204020204" pitchFamily="34" charset="-122"/>
              </a:rPr>
              <a:t>西</a:t>
            </a:r>
            <a:r>
              <a:rPr lang="en-US" altLang="zh-CN" sz="2400" b="1" dirty="0">
                <a:latin typeface="Microsoft YaHei" panose="020B0503020204020204" pitchFamily="34" charset="-122"/>
                <a:ea typeface="Microsoft YaHei" panose="020B0503020204020204" pitchFamily="34" charset="-122"/>
              </a:rPr>
              <a:t>303</a:t>
            </a:r>
            <a:r>
              <a:rPr lang="zh-CN" altLang="en-US" sz="2400" b="1" dirty="0">
                <a:latin typeface="Microsoft YaHei" panose="020B0503020204020204" pitchFamily="34" charset="-122"/>
                <a:ea typeface="Microsoft YaHei" panose="020B0503020204020204" pitchFamily="34" charset="-122"/>
              </a:rPr>
              <a:t>室</a:t>
            </a:r>
            <a:endParaRPr lang="en-US" altLang="zh-CN" sz="2400" b="1" dirty="0">
              <a:latin typeface="Microsoft YaHei" panose="020B0503020204020204" pitchFamily="34" charset="-122"/>
              <a:ea typeface="Microsoft YaHei" panose="020B0503020204020204" pitchFamily="34" charset="-122"/>
            </a:endParaRPr>
          </a:p>
          <a:p>
            <a:r>
              <a:rPr lang="zh-CN" altLang="en-US" sz="2400" b="1" dirty="0">
                <a:latin typeface="Microsoft YaHei" panose="020B0503020204020204" pitchFamily="34" charset="-122"/>
                <a:ea typeface="Microsoft YaHei" panose="020B0503020204020204" pitchFamily="34" charset="-122"/>
              </a:rPr>
              <a:t>邮       箱：</a:t>
            </a:r>
            <a:r>
              <a:rPr lang="en-US" altLang="zh-CN" sz="2400" b="1" i="1" dirty="0" err="1">
                <a:solidFill>
                  <a:srgbClr val="0000FF"/>
                </a:solidFill>
                <a:latin typeface="Microsoft YaHei" panose="020B0503020204020204" pitchFamily="34" charset="-122"/>
                <a:ea typeface="Microsoft YaHei" panose="020B0503020204020204" pitchFamily="34" charset="-122"/>
              </a:rPr>
              <a:t>xm_liu@hust.edu.cn</a:t>
            </a:r>
            <a:endParaRPr lang="en-US" sz="2400" b="1" i="1" dirty="0">
              <a:solidFill>
                <a:srgbClr val="0000FF"/>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980886944"/>
      </p:ext>
    </p:extLst>
  </p:cSld>
  <p:clrMapOvr>
    <a:masterClrMapping/>
  </p:clrMapOvr>
  <mc:AlternateContent xmlns:mc="http://schemas.openxmlformats.org/markup-compatibility/2006" xmlns:p14="http://schemas.microsoft.com/office/powerpoint/2010/main">
    <mc:Choice Requires="p14">
      <p:transition spd="slow" p14:dur="1500" advClick="0" advTm="2000">
        <p:random/>
      </p:transition>
    </mc:Choice>
    <mc:Fallback xmlns:p15="http://schemas.microsoft.com/office/powerpoint/2012/main" xmlns="">
      <p:transition spd="slow" advClick="0" advTm="2000">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mediacall" presetSubtype="0" fill="hold" nodeType="withEffect">
                                  <p:childTnLst>
                                    <p:cmd type="call" cmd="playFrom(0.0)">
                                      <p:cBhvr>
                                        <p:cTn id="6" dur="1" fill="hold"/>
                                        <p:tgtEl>
                                          <p:spTgt spid="6"/>
                                        </p:tgtEl>
                                      </p:cBhvr>
                                    </p:cmd>
                                  </p:childTnLst>
                                </p:cTn>
                              </p:par>
                            </p:childTnLst>
                          </p:cTn>
                        </p:par>
                        <p:par>
                          <p:cTn id="7" fill="hold" nodeType="withGroup">
                            <p:stCondLst>
                              <p:cond delay="1"/>
                            </p:stCondLst>
                            <p:childTnLst>
                              <p:par>
                                <p:cTn id="8" presetID="41" presetClass="entr" presetSubtype="0" fill="hold" grpId="0" nodeType="afterEffect">
                                  <p:iterate type="lt">
                                    <p:tmPct val="10000"/>
                                  </p:iterate>
                                  <p:childTnLst>
                                    <p:set>
                                      <p:cBhvr>
                                        <p:cTn id="9" dur="1" fill="hold">
                                          <p:stCondLst>
                                            <p:cond delay="0"/>
                                          </p:stCondLst>
                                        </p:cTn>
                                        <p:tgtEl>
                                          <p:spTgt spid="16"/>
                                        </p:tgtEl>
                                        <p:attrNameLst>
                                          <p:attrName>style.visibility</p:attrName>
                                        </p:attrNameLst>
                                      </p:cBhvr>
                                      <p:to>
                                        <p:strVal val="visible"/>
                                      </p:to>
                                    </p:set>
                                    <p:anim calcmode="lin" valueType="num">
                                      <p:cBhvr>
                                        <p:cTn id="10" dur="50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16"/>
                                        </p:tgtEl>
                                        <p:attrNameLst>
                                          <p:attrName>ppt_y</p:attrName>
                                        </p:attrNameLst>
                                      </p:cBhvr>
                                      <p:tavLst>
                                        <p:tav tm="0">
                                          <p:val>
                                            <p:strVal val="#ppt_y"/>
                                          </p:val>
                                        </p:tav>
                                        <p:tav tm="100000">
                                          <p:val>
                                            <p:strVal val="#ppt_y"/>
                                          </p:val>
                                        </p:tav>
                                      </p:tavLst>
                                    </p:anim>
                                    <p:anim calcmode="lin" valueType="num">
                                      <p:cBhvr>
                                        <p:cTn id="12" dur="50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16"/>
                                        </p:tgtEl>
                                      </p:cBhvr>
                                    </p:animEffect>
                                  </p:childTnLst>
                                </p:cTn>
                              </p:par>
                            </p:childTnLst>
                          </p:cTn>
                        </p:par>
                        <p:par>
                          <p:cTn id="15" fill="hold" nodeType="withGroup">
                            <p:stCondLst>
                              <p:cond delay="651"/>
                            </p:stCondLst>
                            <p:childTnLst>
                              <p:par>
                                <p:cTn id="16" presetID="42" presetClass="entr" presetSubtype="0" fill="hold" grpId="0" nodeType="afterEffec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anim calcmode="lin" valueType="num">
                                      <p:cBhvr>
                                        <p:cTn id="19" dur="500" fill="hold"/>
                                        <p:tgtEl>
                                          <p:spTgt spid="18"/>
                                        </p:tgtEl>
                                        <p:attrNameLst>
                                          <p:attrName>ppt_x</p:attrName>
                                        </p:attrNameLst>
                                      </p:cBhvr>
                                      <p:tavLst>
                                        <p:tav tm="0">
                                          <p:val>
                                            <p:strVal val="#ppt_x"/>
                                          </p:val>
                                        </p:tav>
                                        <p:tav tm="100000">
                                          <p:val>
                                            <p:strVal val="#ppt_x"/>
                                          </p:val>
                                        </p:tav>
                                      </p:tavLst>
                                    </p:anim>
                                    <p:anim calcmode="lin" valueType="num">
                                      <p:cBhvr>
                                        <p:cTn id="20" dur="500" fill="hold"/>
                                        <p:tgtEl>
                                          <p:spTgt spid="18"/>
                                        </p:tgtEl>
                                        <p:attrNameLst>
                                          <p:attrName>ppt_y</p:attrName>
                                        </p:attrNameLst>
                                      </p:cBhvr>
                                      <p:tavLst>
                                        <p:tav tm="0">
                                          <p:val>
                                            <p:strVal val="#ppt_y+.1"/>
                                          </p:val>
                                        </p:tav>
                                        <p:tav tm="100000">
                                          <p:val>
                                            <p:strVal val="#ppt_y"/>
                                          </p:val>
                                        </p:tav>
                                      </p:tavLst>
                                    </p:anim>
                                  </p:childTnLst>
                                </p:cTn>
                              </p:par>
                            </p:childTnLst>
                          </p:cTn>
                        </p:par>
                        <p:par>
                          <p:cTn id="21" fill="hold" nodeType="withGroup">
                            <p:stCondLst>
                              <p:cond delay="1151"/>
                            </p:stCondLst>
                            <p:childTnLst>
                              <p:par>
                                <p:cTn id="22" presetID="22" presetClass="entr" presetSubtype="8" fill="hold" nodeType="afterEffect">
                                  <p:childTnLst>
                                    <p:set>
                                      <p:cBhvr>
                                        <p:cTn id="23" dur="1" fill="hold">
                                          <p:stCondLst>
                                            <p:cond delay="0"/>
                                          </p:stCondLst>
                                        </p:cTn>
                                        <p:tgtEl>
                                          <p:spTgt spid="20"/>
                                        </p:tgtEl>
                                        <p:attrNameLst>
                                          <p:attrName>style.visibility</p:attrName>
                                        </p:attrNameLst>
                                      </p:cBhvr>
                                      <p:to>
                                        <p:strVal val="visible"/>
                                      </p:to>
                                    </p:set>
                                    <p:animEffect transition="in" filter="wipe(left)">
                                      <p:cBhvr>
                                        <p:cTn id="24" dur="500"/>
                                        <p:tgtEl>
                                          <p:spTgt spid="20"/>
                                        </p:tgtEl>
                                      </p:cBhvr>
                                    </p:animEffect>
                                  </p:childTnLst>
                                </p:cTn>
                              </p:par>
                              <p:par>
                                <p:cTn id="25" presetID="22" presetClass="entr" presetSubtype="2" fill="hold" nodeType="withEffect">
                                  <p:childTnLst>
                                    <p:set>
                                      <p:cBhvr>
                                        <p:cTn id="26" dur="1" fill="hold">
                                          <p:stCondLst>
                                            <p:cond delay="0"/>
                                          </p:stCondLst>
                                        </p:cTn>
                                        <p:tgtEl>
                                          <p:spTgt spid="21"/>
                                        </p:tgtEl>
                                        <p:attrNameLst>
                                          <p:attrName>style.visibility</p:attrName>
                                        </p:attrNameLst>
                                      </p:cBhvr>
                                      <p:to>
                                        <p:strVal val="visible"/>
                                      </p:to>
                                    </p:set>
                                    <p:animEffect transition="in" filter="wipe(right)">
                                      <p:cBhvr>
                                        <p:cTn id="27" dur="500"/>
                                        <p:tgtEl>
                                          <p:spTgt spid="21"/>
                                        </p:tgtEl>
                                      </p:cBhvr>
                                    </p:animEffect>
                                  </p:childTnLst>
                                </p:cTn>
                              </p:par>
                            </p:childTnLst>
                          </p:cTn>
                        </p:par>
                        <p:par>
                          <p:cTn id="28" fill="hold">
                            <p:stCondLst>
                              <p:cond delay="1651"/>
                            </p:stCondLst>
                            <p:childTnLst>
                              <p:par>
                                <p:cTn id="29" presetID="56" presetClass="entr" presetSubtype="0" fill="hold" grpId="0" nodeType="afterEffect">
                                  <p:iterate type="lt">
                                    <p:tmPct val="10000"/>
                                  </p:iterate>
                                  <p:childTnLst>
                                    <p:set>
                                      <p:cBhvr>
                                        <p:cTn id="30" dur="1" fill="hold">
                                          <p:stCondLst>
                                            <p:cond delay="0"/>
                                          </p:stCondLst>
                                        </p:cTn>
                                        <p:tgtEl>
                                          <p:spTgt spid="3"/>
                                        </p:tgtEl>
                                        <p:attrNameLst>
                                          <p:attrName>style.visibility</p:attrName>
                                        </p:attrNameLst>
                                      </p:cBhvr>
                                      <p:to>
                                        <p:strVal val="visible"/>
                                      </p:to>
                                    </p:set>
                                    <p:anim by="(-#ppt_w*2)" calcmode="lin" valueType="num">
                                      <p:cBhvr rctx="PPT">
                                        <p:cTn id="31" dur="250" autoRev="1" fill="hold">
                                          <p:stCondLst>
                                            <p:cond delay="0"/>
                                          </p:stCondLst>
                                        </p:cTn>
                                        <p:tgtEl>
                                          <p:spTgt spid="3"/>
                                        </p:tgtEl>
                                        <p:attrNameLst>
                                          <p:attrName>ppt_w</p:attrName>
                                        </p:attrNameLst>
                                      </p:cBhvr>
                                    </p:anim>
                                    <p:anim by="(#ppt_w*0.50)" calcmode="lin" valueType="num">
                                      <p:cBhvr>
                                        <p:cTn id="32" dur="250" decel="50000" autoRev="1" fill="hold">
                                          <p:stCondLst>
                                            <p:cond delay="0"/>
                                          </p:stCondLst>
                                        </p:cTn>
                                        <p:tgtEl>
                                          <p:spTgt spid="3"/>
                                        </p:tgtEl>
                                        <p:attrNameLst>
                                          <p:attrName>ppt_x</p:attrName>
                                        </p:attrNameLst>
                                      </p:cBhvr>
                                    </p:anim>
                                    <p:anim from="(-#ppt_h/2)" to="(#ppt_y)" calcmode="lin" valueType="num">
                                      <p:cBhvr>
                                        <p:cTn id="33" dur="500" fill="hold">
                                          <p:stCondLst>
                                            <p:cond delay="0"/>
                                          </p:stCondLst>
                                        </p:cTn>
                                        <p:tgtEl>
                                          <p:spTgt spid="3"/>
                                        </p:tgtEl>
                                        <p:attrNameLst>
                                          <p:attrName>ppt_y</p:attrName>
                                        </p:attrNameLst>
                                      </p:cBhvr>
                                    </p:anim>
                                    <p:animRot by="21600000">
                                      <p:cBhvr>
                                        <p:cTn id="34" dur="500" fill="hold">
                                          <p:stCondLst>
                                            <p:cond delay="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audio>
              <p:cMediaNode vol="80000">
                <p:cTn id="35" repeatCount="indefinite" fill="hold" display="0">
                  <p:stCondLst>
                    <p:cond delay="indefinite"/>
                  </p:stCondLst>
                  <p:endCondLst>
                    <p:cond evt="onPrev" delay="0">
                      <p:tgtEl>
                        <p:sldTgt/>
                      </p:tgtEl>
                    </p:cond>
                    <p:cond evt="onStopAudio" delay="0">
                      <p:tgtEl>
                        <p:sldTgt/>
                      </p:tgtEl>
                    </p:cond>
                  </p:endCondLst>
                </p:cTn>
                <p:tgtEl>
                  <p:spTgt spid="6"/>
                </p:tgtEl>
              </p:cMediaNode>
            </p:audio>
          </p:childTnLst>
        </p:cTn>
      </p:par>
    </p:tnLst>
    <p:bldLst>
      <p:bldP spid="16" grpId="0"/>
      <p:bldP spid="18" grpId="0" animBg="1"/>
      <p:bldP spid="3" grpId="0"/>
    </p:bldLst>
  </p:timing>
  <p:extLst>
    <p:ext uri="{E180D4A7-C9FB-4DFB-919C-405C955672EB}">
      <p14:showEvtLst xmlns:p14="http://schemas.microsoft.com/office/powerpoint/2010/main">
        <p14:playEvt time="0" objId="6"/>
      </p14:showEvtLst>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1" cy="6858000"/>
          </a:xfrm>
          <a:prstGeom prst="rect">
            <a:avLst/>
          </a:prstGeom>
        </p:spPr>
      </p:pic>
      <p:sp>
        <p:nvSpPr>
          <p:cNvPr id="4" name="矩形 28"/>
          <p:cNvSpPr/>
          <p:nvPr/>
        </p:nvSpPr>
        <p:spPr bwMode="auto">
          <a:xfrm>
            <a:off x="2203" y="3489165"/>
            <a:ext cx="4836318" cy="1711958"/>
          </a:xfrm>
          <a:custGeom>
            <a:avLst/>
            <a:gdLst/>
            <a:ahLst/>
            <a:cxnLst/>
            <a:rect l="l" t="t" r="r" b="b"/>
            <a:pathLst>
              <a:path w="4310745" h="1283968">
                <a:moveTo>
                  <a:pt x="1089668" y="0"/>
                </a:moveTo>
                <a:lnTo>
                  <a:pt x="3526973" y="0"/>
                </a:lnTo>
                <a:lnTo>
                  <a:pt x="4310745" y="1269454"/>
                </a:lnTo>
                <a:lnTo>
                  <a:pt x="1089668" y="1283968"/>
                </a:lnTo>
                <a:close/>
                <a:moveTo>
                  <a:pt x="0" y="0"/>
                </a:moveTo>
                <a:lnTo>
                  <a:pt x="1089667" y="0"/>
                </a:lnTo>
                <a:lnTo>
                  <a:pt x="1089667" y="1283968"/>
                </a:lnTo>
                <a:lnTo>
                  <a:pt x="0" y="1283968"/>
                </a:lnTo>
                <a:close/>
              </a:path>
            </a:pathLst>
          </a:custGeom>
          <a:solidFill>
            <a:schemeClr val="accent1"/>
          </a:solidFill>
          <a:ln w="9525" cap="flat" cmpd="sng" algn="ctr">
            <a:noFill/>
            <a:prstDash val="solid"/>
            <a:round/>
            <a:headEnd type="none" w="med" len="med"/>
            <a:tailEnd type="none" w="med" len="med"/>
          </a:ln>
          <a:effectLst/>
        </p:spPr>
        <p:txBody>
          <a:bodyPr vert="horz" wrap="square" lIns="121889" tIns="60944" rIns="121889" bIns="60944" numCol="1" rtlCol="0" anchor="t" anchorCtr="0" compatLnSpc="1">
            <a:prstTxWarp prst="textNoShape">
              <a:avLst/>
            </a:prstTxWarp>
          </a:bodyPr>
          <a:lstStyle/>
          <a:p>
            <a:pPr fontAlgn="base">
              <a:spcBef>
                <a:spcPct val="0"/>
              </a:spcBef>
              <a:spcAft>
                <a:spcPct val="0"/>
              </a:spcAft>
            </a:pPr>
            <a:endParaRPr lang="zh-CN" altLang="en-US">
              <a:latin typeface="Arial" panose="020B0604020202020204" pitchFamily="34" charset="0"/>
              <a:ea typeface="宋体" pitchFamily="2" charset="-122"/>
            </a:endParaRPr>
          </a:p>
        </p:txBody>
      </p:sp>
      <p:sp>
        <p:nvSpPr>
          <p:cNvPr id="5" name="TextBox 4"/>
          <p:cNvSpPr txBox="1"/>
          <p:nvPr/>
        </p:nvSpPr>
        <p:spPr bwMode="auto">
          <a:xfrm>
            <a:off x="1531702" y="3679342"/>
            <a:ext cx="1562256" cy="943849"/>
          </a:xfrm>
          <a:prstGeom prst="rect">
            <a:avLst/>
          </a:prstGeom>
          <a:noFill/>
        </p:spPr>
        <p:txBody>
          <a:bodyPr wrap="none" lIns="121889" tIns="60944" rIns="121889" bIns="60944">
            <a:spAutoFit/>
          </a:bodyPr>
          <a:lstStyle/>
          <a:p>
            <a:pPr>
              <a:defRPr/>
            </a:pPr>
            <a:r>
              <a:rPr lang="zh-CN" altLang="en-US" sz="5299" kern="0" spc="-200" dirty="0">
                <a:ln w="1905">
                  <a:noFill/>
                </a:ln>
                <a:solidFill>
                  <a:schemeClr val="bg1"/>
                </a:solidFill>
                <a:latin typeface="方正大黑简体" pitchFamily="65" charset="-122"/>
                <a:ea typeface="方正大黑简体" pitchFamily="65" charset="-122"/>
              </a:rPr>
              <a:t>目录</a:t>
            </a:r>
          </a:p>
        </p:txBody>
      </p:sp>
      <p:sp>
        <p:nvSpPr>
          <p:cNvPr id="6" name="TextBox 5"/>
          <p:cNvSpPr txBox="1"/>
          <p:nvPr/>
        </p:nvSpPr>
        <p:spPr bwMode="auto">
          <a:xfrm>
            <a:off x="1282941" y="4445440"/>
            <a:ext cx="2183997" cy="538480"/>
          </a:xfrm>
          <a:prstGeom prst="rect">
            <a:avLst/>
          </a:prstGeom>
          <a:noFill/>
        </p:spPr>
        <p:txBody>
          <a:bodyPr wrap="none" lIns="121889" tIns="60944" rIns="121889" bIns="60944">
            <a:spAutoFit/>
          </a:bodyPr>
          <a:lstStyle/>
          <a:p>
            <a:pPr algn="ctr"/>
            <a:r>
              <a:rPr lang="en-US" altLang="zh-CN" sz="2699" b="1">
                <a:solidFill>
                  <a:schemeClr val="bg1"/>
                </a:solidFill>
                <a:latin typeface="微软雅黑" panose="020B0503020204020204" pitchFamily="34" charset="-122"/>
                <a:ea typeface="微软雅黑" panose="020B0503020204020204" pitchFamily="34" charset="-122"/>
              </a:rPr>
              <a:t>CONTENTS</a:t>
            </a:r>
            <a:endParaRPr lang="zh-CN" altLang="en-US" sz="2699" b="1">
              <a:solidFill>
                <a:schemeClr val="bg1"/>
              </a:solidFill>
              <a:latin typeface="微软雅黑" panose="020B0503020204020204" pitchFamily="34" charset="-122"/>
              <a:ea typeface="微软雅黑" panose="020B0503020204020204" pitchFamily="34" charset="-122"/>
            </a:endParaRPr>
          </a:p>
        </p:txBody>
      </p:sp>
      <p:sp>
        <p:nvSpPr>
          <p:cNvPr id="8" name="TextBox 7"/>
          <p:cNvSpPr txBox="1"/>
          <p:nvPr/>
        </p:nvSpPr>
        <p:spPr bwMode="auto">
          <a:xfrm>
            <a:off x="5323531" y="1815460"/>
            <a:ext cx="3016148" cy="538448"/>
          </a:xfrm>
          <a:prstGeom prst="rect">
            <a:avLst/>
          </a:prstGeom>
          <a:noFill/>
        </p:spPr>
        <p:txBody>
          <a:bodyPr wrap="none" lIns="121889" tIns="60944" rIns="121889" bIns="60944">
            <a:spAutoFit/>
          </a:bodyPr>
          <a:lstStyle/>
          <a:p>
            <a:pPr>
              <a:defRPr/>
            </a:pPr>
            <a:r>
              <a:rPr lang="zh-CN" altLang="en-US" sz="2699" kern="0" dirty="0">
                <a:solidFill>
                  <a:schemeClr val="tx1">
                    <a:lumMod val="75000"/>
                    <a:lumOff val="25000"/>
                  </a:schemeClr>
                </a:solidFill>
                <a:latin typeface="微软雅黑" panose="020B0503020204020204" pitchFamily="34" charset="-122"/>
                <a:ea typeface="微软雅黑" panose="020B0503020204020204" pitchFamily="34" charset="-122"/>
              </a:rPr>
              <a:t>深度学习的正则化</a:t>
            </a:r>
          </a:p>
        </p:txBody>
      </p:sp>
      <p:sp>
        <p:nvSpPr>
          <p:cNvPr id="10" name="TextBox 9"/>
          <p:cNvSpPr txBox="1"/>
          <p:nvPr/>
        </p:nvSpPr>
        <p:spPr bwMode="auto">
          <a:xfrm>
            <a:off x="6642083" y="3706983"/>
            <a:ext cx="2669899" cy="538448"/>
          </a:xfrm>
          <a:prstGeom prst="rect">
            <a:avLst/>
          </a:prstGeom>
          <a:noFill/>
        </p:spPr>
        <p:txBody>
          <a:bodyPr wrap="none" lIns="121889" tIns="60944" rIns="121889" bIns="60944">
            <a:spAutoFit/>
          </a:bodyPr>
          <a:lstStyle/>
          <a:p>
            <a:pPr lvl="0">
              <a:defRPr/>
            </a:pPr>
            <a:r>
              <a:rPr lang="zh-CN" altLang="en-US" sz="2699" kern="0" dirty="0">
                <a:solidFill>
                  <a:schemeClr val="tx1">
                    <a:lumMod val="75000"/>
                    <a:lumOff val="25000"/>
                  </a:schemeClr>
                </a:solidFill>
                <a:latin typeface="微软雅黑" panose="020B0503020204020204" pitchFamily="34" charset="-122"/>
                <a:ea typeface="微软雅黑" panose="020B0503020204020204" pitchFamily="34" charset="-122"/>
              </a:rPr>
              <a:t>深度学习优化器</a:t>
            </a:r>
          </a:p>
        </p:txBody>
      </p:sp>
      <p:sp>
        <p:nvSpPr>
          <p:cNvPr id="12" name="TextBox 11"/>
          <p:cNvSpPr txBox="1"/>
          <p:nvPr/>
        </p:nvSpPr>
        <p:spPr bwMode="auto">
          <a:xfrm>
            <a:off x="6009436" y="2786409"/>
            <a:ext cx="2323650" cy="538448"/>
          </a:xfrm>
          <a:prstGeom prst="rect">
            <a:avLst/>
          </a:prstGeom>
          <a:noFill/>
        </p:spPr>
        <p:txBody>
          <a:bodyPr wrap="none" lIns="121889" tIns="60944" rIns="121889" bIns="60944">
            <a:spAutoFit/>
          </a:bodyPr>
          <a:lstStyle/>
          <a:p>
            <a:pPr lvl="0">
              <a:defRPr/>
            </a:pPr>
            <a:r>
              <a:rPr lang="zh-CN" altLang="en-US" sz="2699" kern="0" dirty="0">
                <a:solidFill>
                  <a:schemeClr val="tx1">
                    <a:lumMod val="75000"/>
                    <a:lumOff val="25000"/>
                  </a:schemeClr>
                </a:solidFill>
                <a:latin typeface="微软雅黑" panose="020B0503020204020204" pitchFamily="34" charset="-122"/>
                <a:ea typeface="微软雅黑" panose="020B0503020204020204" pitchFamily="34" charset="-122"/>
              </a:rPr>
              <a:t>梯度下降算法</a:t>
            </a:r>
          </a:p>
        </p:txBody>
      </p:sp>
      <p:sp>
        <p:nvSpPr>
          <p:cNvPr id="14" name="TextBox 13"/>
          <p:cNvSpPr txBox="1"/>
          <p:nvPr/>
        </p:nvSpPr>
        <p:spPr bwMode="auto">
          <a:xfrm>
            <a:off x="7265903" y="4619460"/>
            <a:ext cx="1631153" cy="538448"/>
          </a:xfrm>
          <a:prstGeom prst="rect">
            <a:avLst/>
          </a:prstGeom>
          <a:noFill/>
        </p:spPr>
        <p:txBody>
          <a:bodyPr wrap="none" lIns="121889" tIns="60944" rIns="121889" bIns="60944">
            <a:spAutoFit/>
          </a:bodyPr>
          <a:lstStyle/>
          <a:p>
            <a:pPr lvl="0">
              <a:defRPr/>
            </a:pPr>
            <a:r>
              <a:rPr lang="zh-CN" altLang="en-US" sz="2699" kern="0" dirty="0">
                <a:solidFill>
                  <a:schemeClr val="tx1">
                    <a:lumMod val="75000"/>
                    <a:lumOff val="25000"/>
                  </a:schemeClr>
                </a:solidFill>
                <a:latin typeface="微软雅黑" panose="020B0503020204020204" pitchFamily="34" charset="-122"/>
                <a:ea typeface="微软雅黑" panose="020B0503020204020204" pitchFamily="34" charset="-122"/>
              </a:rPr>
              <a:t>梯度消失</a:t>
            </a:r>
          </a:p>
        </p:txBody>
      </p:sp>
      <p:sp>
        <p:nvSpPr>
          <p:cNvPr id="16" name="TextBox 15"/>
          <p:cNvSpPr txBox="1"/>
          <p:nvPr/>
        </p:nvSpPr>
        <p:spPr>
          <a:xfrm>
            <a:off x="4430551" y="1758940"/>
            <a:ext cx="874283" cy="943849"/>
          </a:xfrm>
          <a:prstGeom prst="rect">
            <a:avLst/>
          </a:prstGeom>
          <a:noFill/>
        </p:spPr>
        <p:txBody>
          <a:bodyPr wrap="none" lIns="121889" tIns="60944" rIns="121889" bIns="60944" rtlCol="0">
            <a:spAutoFit/>
          </a:bodyPr>
          <a:lstStyle/>
          <a:p>
            <a:r>
              <a:rPr lang="en-US" altLang="zh-CN" sz="5299">
                <a:solidFill>
                  <a:schemeClr val="accent1"/>
                </a:solidFill>
                <a:latin typeface="Impact" pitchFamily="34" charset="0"/>
              </a:rPr>
              <a:t>01</a:t>
            </a:r>
            <a:endParaRPr lang="zh-CN" altLang="en-US" sz="5299">
              <a:solidFill>
                <a:schemeClr val="accent1"/>
              </a:solidFill>
              <a:latin typeface="Impact" pitchFamily="34" charset="0"/>
            </a:endParaRPr>
          </a:p>
        </p:txBody>
      </p:sp>
      <p:sp>
        <p:nvSpPr>
          <p:cNvPr id="17" name="TextBox 16"/>
          <p:cNvSpPr txBox="1"/>
          <p:nvPr/>
        </p:nvSpPr>
        <p:spPr>
          <a:xfrm>
            <a:off x="5121793" y="2737128"/>
            <a:ext cx="957608" cy="943849"/>
          </a:xfrm>
          <a:prstGeom prst="rect">
            <a:avLst/>
          </a:prstGeom>
          <a:noFill/>
        </p:spPr>
        <p:txBody>
          <a:bodyPr wrap="none" lIns="121889" tIns="60944" rIns="121889" bIns="60944" rtlCol="0">
            <a:spAutoFit/>
          </a:bodyPr>
          <a:lstStyle/>
          <a:p>
            <a:r>
              <a:rPr lang="en-US" altLang="zh-CN" sz="5299">
                <a:solidFill>
                  <a:schemeClr val="accent1"/>
                </a:solidFill>
                <a:latin typeface="Impact" pitchFamily="34" charset="0"/>
              </a:rPr>
              <a:t>02</a:t>
            </a:r>
            <a:endParaRPr lang="zh-CN" altLang="en-US" sz="5299">
              <a:solidFill>
                <a:schemeClr val="accent1"/>
              </a:solidFill>
              <a:latin typeface="Impact" pitchFamily="34" charset="0"/>
            </a:endParaRPr>
          </a:p>
        </p:txBody>
      </p:sp>
      <p:sp>
        <p:nvSpPr>
          <p:cNvPr id="18" name="TextBox 17"/>
          <p:cNvSpPr txBox="1"/>
          <p:nvPr/>
        </p:nvSpPr>
        <p:spPr>
          <a:xfrm>
            <a:off x="5835201" y="3610562"/>
            <a:ext cx="976837" cy="943849"/>
          </a:xfrm>
          <a:prstGeom prst="rect">
            <a:avLst/>
          </a:prstGeom>
          <a:noFill/>
        </p:spPr>
        <p:txBody>
          <a:bodyPr wrap="none" lIns="121889" tIns="60944" rIns="121889" bIns="60944" rtlCol="0">
            <a:spAutoFit/>
          </a:bodyPr>
          <a:lstStyle/>
          <a:p>
            <a:r>
              <a:rPr lang="en-US" altLang="zh-CN" sz="5299">
                <a:solidFill>
                  <a:schemeClr val="accent1"/>
                </a:solidFill>
                <a:latin typeface="Impact" pitchFamily="34" charset="0"/>
              </a:rPr>
              <a:t>03</a:t>
            </a:r>
            <a:endParaRPr lang="zh-CN" altLang="en-US" sz="5299">
              <a:solidFill>
                <a:schemeClr val="accent1"/>
              </a:solidFill>
              <a:latin typeface="Impact" pitchFamily="34" charset="0"/>
            </a:endParaRPr>
          </a:p>
        </p:txBody>
      </p:sp>
      <p:sp>
        <p:nvSpPr>
          <p:cNvPr id="19" name="TextBox 18"/>
          <p:cNvSpPr txBox="1"/>
          <p:nvPr/>
        </p:nvSpPr>
        <p:spPr>
          <a:xfrm>
            <a:off x="6386790" y="4517980"/>
            <a:ext cx="955472" cy="943849"/>
          </a:xfrm>
          <a:prstGeom prst="rect">
            <a:avLst/>
          </a:prstGeom>
          <a:noFill/>
        </p:spPr>
        <p:txBody>
          <a:bodyPr wrap="none" lIns="121889" tIns="60944" rIns="121889" bIns="60944" rtlCol="0">
            <a:spAutoFit/>
          </a:bodyPr>
          <a:lstStyle/>
          <a:p>
            <a:r>
              <a:rPr lang="en-US" altLang="zh-CN" sz="5299" dirty="0">
                <a:solidFill>
                  <a:schemeClr val="accent1"/>
                </a:solidFill>
                <a:latin typeface="Impact" pitchFamily="34" charset="0"/>
              </a:rPr>
              <a:t>04</a:t>
            </a:r>
            <a:endParaRPr lang="zh-CN" altLang="en-US" sz="5299" dirty="0">
              <a:solidFill>
                <a:schemeClr val="accent1"/>
              </a:solidFill>
              <a:latin typeface="Impact" pitchFamily="34" charset="0"/>
            </a:endParaRPr>
          </a:p>
        </p:txBody>
      </p:sp>
      <p:sp>
        <p:nvSpPr>
          <p:cNvPr id="21" name="TextBox 20"/>
          <p:cNvSpPr txBox="1"/>
          <p:nvPr/>
        </p:nvSpPr>
        <p:spPr>
          <a:xfrm>
            <a:off x="10022756" y="3316852"/>
            <a:ext cx="2023754" cy="656591"/>
          </a:xfrm>
          <a:prstGeom prst="rect">
            <a:avLst/>
          </a:prstGeom>
          <a:noFill/>
        </p:spPr>
        <p:txBody>
          <a:bodyPr wrap="none" lIns="121889" tIns="60944" rIns="121889" bIns="60944" rtlCol="0">
            <a:spAutoFit/>
          </a:bodyPr>
          <a:lstStyle/>
          <a:p>
            <a:r>
              <a:rPr lang="zh-CN" altLang="en-US" sz="3499" b="1" dirty="0">
                <a:solidFill>
                  <a:schemeClr val="bg1"/>
                </a:solidFill>
                <a:latin typeface="Eras Bold ITC" panose="020B0907030504020204" pitchFamily="34" charset="0"/>
                <a:ea typeface="微软雅黑" panose="020B0503020204020204" pitchFamily="34" charset="-122"/>
              </a:rPr>
              <a:t>为人师表</a:t>
            </a:r>
          </a:p>
        </p:txBody>
      </p:sp>
      <p:sp>
        <p:nvSpPr>
          <p:cNvPr id="22" name="TextBox 21">
            <a:extLst>
              <a:ext uri="{FF2B5EF4-FFF2-40B4-BE49-F238E27FC236}">
                <a16:creationId xmlns:a16="http://schemas.microsoft.com/office/drawing/2014/main" id="{708896E4-A709-B44F-9BC7-21058C0B6360}"/>
              </a:ext>
            </a:extLst>
          </p:cNvPr>
          <p:cNvSpPr txBox="1"/>
          <p:nvPr/>
        </p:nvSpPr>
        <p:spPr bwMode="auto">
          <a:xfrm>
            <a:off x="7914689" y="5594822"/>
            <a:ext cx="1631153" cy="538448"/>
          </a:xfrm>
          <a:prstGeom prst="rect">
            <a:avLst/>
          </a:prstGeom>
          <a:noFill/>
        </p:spPr>
        <p:txBody>
          <a:bodyPr wrap="none" lIns="121889" tIns="60944" rIns="121889" bIns="60944">
            <a:spAutoFit/>
          </a:bodyPr>
          <a:lstStyle/>
          <a:p>
            <a:pPr lvl="0">
              <a:defRPr/>
            </a:pPr>
            <a:r>
              <a:rPr lang="zh-CN" altLang="en-US" sz="2699" kern="0" dirty="0">
                <a:solidFill>
                  <a:schemeClr val="tx1">
                    <a:lumMod val="75000"/>
                    <a:lumOff val="25000"/>
                  </a:schemeClr>
                </a:solidFill>
                <a:latin typeface="微软雅黑" panose="020B0503020204020204" pitchFamily="34" charset="-122"/>
                <a:ea typeface="微软雅黑" panose="020B0503020204020204" pitchFamily="34" charset="-122"/>
              </a:rPr>
              <a:t>模型微调</a:t>
            </a:r>
          </a:p>
        </p:txBody>
      </p:sp>
      <p:sp>
        <p:nvSpPr>
          <p:cNvPr id="23" name="TextBox 22">
            <a:extLst>
              <a:ext uri="{FF2B5EF4-FFF2-40B4-BE49-F238E27FC236}">
                <a16:creationId xmlns:a16="http://schemas.microsoft.com/office/drawing/2014/main" id="{AFE6E07B-C22A-1140-A898-0F68E2629380}"/>
              </a:ext>
            </a:extLst>
          </p:cNvPr>
          <p:cNvSpPr txBox="1"/>
          <p:nvPr/>
        </p:nvSpPr>
        <p:spPr>
          <a:xfrm>
            <a:off x="7035576" y="5493342"/>
            <a:ext cx="973922" cy="938558"/>
          </a:xfrm>
          <a:prstGeom prst="rect">
            <a:avLst/>
          </a:prstGeom>
          <a:noFill/>
        </p:spPr>
        <p:txBody>
          <a:bodyPr wrap="none" lIns="121889" tIns="60944" rIns="121889" bIns="60944" rtlCol="0">
            <a:spAutoFit/>
          </a:bodyPr>
          <a:lstStyle/>
          <a:p>
            <a:r>
              <a:rPr lang="en-US" altLang="zh-CN" sz="5299" dirty="0">
                <a:solidFill>
                  <a:schemeClr val="accent1"/>
                </a:solidFill>
                <a:latin typeface="Impact" pitchFamily="34" charset="0"/>
              </a:rPr>
              <a:t>05</a:t>
            </a:r>
            <a:endParaRPr lang="zh-CN" altLang="en-US" sz="5299" dirty="0">
              <a:solidFill>
                <a:schemeClr val="accent1"/>
              </a:solidFill>
              <a:latin typeface="Impact" pitchFamily="34" charset="0"/>
            </a:endParaRPr>
          </a:p>
        </p:txBody>
      </p:sp>
      <p:sp>
        <p:nvSpPr>
          <p:cNvPr id="2" name="TextBox 1">
            <a:extLst>
              <a:ext uri="{FF2B5EF4-FFF2-40B4-BE49-F238E27FC236}">
                <a16:creationId xmlns:a16="http://schemas.microsoft.com/office/drawing/2014/main" id="{20E389BD-FCBC-DDD0-8AC6-3CE96A15A5F9}"/>
              </a:ext>
            </a:extLst>
          </p:cNvPr>
          <p:cNvSpPr txBox="1"/>
          <p:nvPr/>
        </p:nvSpPr>
        <p:spPr bwMode="auto">
          <a:xfrm>
            <a:off x="15872" y="217740"/>
            <a:ext cx="8065607" cy="1354185"/>
          </a:xfrm>
          <a:prstGeom prst="rect">
            <a:avLst/>
          </a:prstGeom>
          <a:noFill/>
        </p:spPr>
        <p:txBody>
          <a:bodyPr wrap="none" lIns="121889" tIns="60944" rIns="121889" bIns="60944">
            <a:spAutoFit/>
          </a:bodyPr>
          <a:lstStyle/>
          <a:p>
            <a:pPr>
              <a:defRPr/>
            </a:pPr>
            <a:r>
              <a:rPr lang="zh-CN" altLang="en-US" sz="4000" b="1" kern="0" dirty="0">
                <a:solidFill>
                  <a:schemeClr val="tx1">
                    <a:lumMod val="75000"/>
                    <a:lumOff val="25000"/>
                  </a:schemeClr>
                </a:solidFill>
                <a:latin typeface="微软雅黑" panose="020B0503020204020204" pitchFamily="34" charset="-122"/>
                <a:ea typeface="微软雅黑" panose="020B0503020204020204" pitchFamily="34" charset="-122"/>
              </a:rPr>
              <a:t>第六章：卷积神经网络（续）</a:t>
            </a:r>
            <a:endParaRPr lang="en-US" altLang="zh-CN" sz="4000" b="1" kern="0" dirty="0">
              <a:solidFill>
                <a:schemeClr val="tx1">
                  <a:lumMod val="75000"/>
                  <a:lumOff val="25000"/>
                </a:schemeClr>
              </a:solidFill>
              <a:latin typeface="微软雅黑" panose="020B0503020204020204" pitchFamily="34" charset="-122"/>
              <a:ea typeface="微软雅黑" panose="020B0503020204020204" pitchFamily="34" charset="-122"/>
            </a:endParaRPr>
          </a:p>
          <a:p>
            <a:pPr>
              <a:defRPr/>
            </a:pPr>
            <a:r>
              <a:rPr lang="zh-CN" altLang="en-US" sz="4000" b="1" kern="0" dirty="0">
                <a:solidFill>
                  <a:schemeClr val="tx1">
                    <a:lumMod val="75000"/>
                    <a:lumOff val="25000"/>
                  </a:schemeClr>
                </a:solidFill>
                <a:latin typeface="微软雅黑" panose="020B0503020204020204" pitchFamily="34" charset="-122"/>
                <a:ea typeface="微软雅黑" panose="020B0503020204020204" pitchFamily="34" charset="-122"/>
              </a:rPr>
              <a:t>                  </a:t>
            </a:r>
            <a:r>
              <a:rPr lang="en-US" altLang="zh-CN" sz="4000" b="1" kern="0"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sz="3200" b="1" kern="0" dirty="0">
                <a:solidFill>
                  <a:schemeClr val="tx1">
                    <a:lumMod val="75000"/>
                    <a:lumOff val="25000"/>
                  </a:schemeClr>
                </a:solidFill>
                <a:latin typeface="微软雅黑" panose="020B0503020204020204" pitchFamily="34" charset="-122"/>
                <a:ea typeface="微软雅黑" panose="020B0503020204020204" pitchFamily="34" charset="-122"/>
              </a:rPr>
              <a:t>深度学习优化方法</a:t>
            </a:r>
          </a:p>
        </p:txBody>
      </p:sp>
    </p:spTree>
    <p:extLst>
      <p:ext uri="{BB962C8B-B14F-4D97-AF65-F5344CB8AC3E}">
        <p14:creationId xmlns:p14="http://schemas.microsoft.com/office/powerpoint/2010/main" val="4217914845"/>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withEffec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nodeType="withGroup">
                            <p:stCondLst>
                              <p:cond delay="500"/>
                            </p:stCondLst>
                            <p:childTnLst>
                              <p:par>
                                <p:cTn id="9" presetID="42" presetClass="entr" presetSubtype="0" fill="hold" grpId="0" nodeType="afterEffec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anim calcmode="lin" valueType="num">
                                      <p:cBhvr>
                                        <p:cTn id="17" dur="500" fill="hold"/>
                                        <p:tgtEl>
                                          <p:spTgt spid="6"/>
                                        </p:tgtEl>
                                        <p:attrNameLst>
                                          <p:attrName>ppt_x</p:attrName>
                                        </p:attrNameLst>
                                      </p:cBhvr>
                                      <p:tavLst>
                                        <p:tav tm="0">
                                          <p:val>
                                            <p:strVal val="#ppt_x"/>
                                          </p:val>
                                        </p:tav>
                                        <p:tav tm="100000">
                                          <p:val>
                                            <p:strVal val="#ppt_x"/>
                                          </p:val>
                                        </p:tav>
                                      </p:tavLst>
                                    </p:anim>
                                    <p:anim calcmode="lin" valueType="num">
                                      <p:cBhvr>
                                        <p:cTn id="18" dur="500" fill="hold"/>
                                        <p:tgtEl>
                                          <p:spTgt spid="6"/>
                                        </p:tgtEl>
                                        <p:attrNameLst>
                                          <p:attrName>ppt_y</p:attrName>
                                        </p:attrNameLst>
                                      </p:cBhvr>
                                      <p:tavLst>
                                        <p:tav tm="0">
                                          <p:val>
                                            <p:strVal val="#ppt_y+.1"/>
                                          </p:val>
                                        </p:tav>
                                        <p:tav tm="100000">
                                          <p:val>
                                            <p:strVal val="#ppt_y"/>
                                          </p:val>
                                        </p:tav>
                                      </p:tavLst>
                                    </p:anim>
                                  </p:childTnLst>
                                </p:cTn>
                              </p:par>
                            </p:childTnLst>
                          </p:cTn>
                        </p:par>
                        <p:par>
                          <p:cTn id="19" fill="hold" nodeType="withGroup">
                            <p:stCondLst>
                              <p:cond delay="1000"/>
                            </p:stCondLst>
                            <p:childTnLst>
                              <p:par>
                                <p:cTn id="20" presetID="42" presetClass="entr" presetSubtype="0" fill="hold" grpId="0" nodeType="afterEffect">
                                  <p:childTnLst>
                                    <p:set>
                                      <p:cBhvr>
                                        <p:cTn id="21" dur="1" fill="hold">
                                          <p:stCondLst>
                                            <p:cond delay="0"/>
                                          </p:stCondLst>
                                        </p:cTn>
                                        <p:tgtEl>
                                          <p:spTgt spid="21"/>
                                        </p:tgtEl>
                                        <p:attrNameLst>
                                          <p:attrName>style.visibility</p:attrName>
                                        </p:attrNameLst>
                                      </p:cBhvr>
                                      <p:to>
                                        <p:strVal val="visible"/>
                                      </p:to>
                                    </p:set>
                                    <p:animEffect transition="in" filter="fade">
                                      <p:cBhvr>
                                        <p:cTn id="22" dur="1000"/>
                                        <p:tgtEl>
                                          <p:spTgt spid="21"/>
                                        </p:tgtEl>
                                      </p:cBhvr>
                                    </p:animEffect>
                                    <p:anim calcmode="lin" valueType="num">
                                      <p:cBhvr>
                                        <p:cTn id="23" dur="1000" fill="hold"/>
                                        <p:tgtEl>
                                          <p:spTgt spid="21"/>
                                        </p:tgtEl>
                                        <p:attrNameLst>
                                          <p:attrName>ppt_x</p:attrName>
                                        </p:attrNameLst>
                                      </p:cBhvr>
                                      <p:tavLst>
                                        <p:tav tm="0">
                                          <p:val>
                                            <p:strVal val="#ppt_x"/>
                                          </p:val>
                                        </p:tav>
                                        <p:tav tm="100000">
                                          <p:val>
                                            <p:strVal val="#ppt_x"/>
                                          </p:val>
                                        </p:tav>
                                      </p:tavLst>
                                    </p:anim>
                                    <p:anim calcmode="lin" valueType="num">
                                      <p:cBhvr>
                                        <p:cTn id="24" dur="1000" fill="hold"/>
                                        <p:tgtEl>
                                          <p:spTgt spid="21"/>
                                        </p:tgtEl>
                                        <p:attrNameLst>
                                          <p:attrName>ppt_y</p:attrName>
                                        </p:attrNameLst>
                                      </p:cBhvr>
                                      <p:tavLst>
                                        <p:tav tm="0">
                                          <p:val>
                                            <p:strVal val="#ppt_y+.1"/>
                                          </p:val>
                                        </p:tav>
                                        <p:tav tm="100000">
                                          <p:val>
                                            <p:strVal val="#ppt_y"/>
                                          </p:val>
                                        </p:tav>
                                      </p:tavLst>
                                    </p:anim>
                                  </p:childTnLst>
                                </p:cTn>
                              </p:par>
                            </p:childTnLst>
                          </p:cTn>
                        </p:par>
                        <p:par>
                          <p:cTn id="25" fill="hold" nodeType="withGroup">
                            <p:stCondLst>
                              <p:cond delay="2000"/>
                            </p:stCondLst>
                            <p:childTnLst>
                              <p:par>
                                <p:cTn id="26" presetID="49" presetClass="entr" presetSubtype="0" decel="100000" fill="hold" grpId="0" nodeType="afterEffect">
                                  <p:childTnLst>
                                    <p:set>
                                      <p:cBhvr>
                                        <p:cTn id="27" dur="1" fill="hold">
                                          <p:stCondLst>
                                            <p:cond delay="0"/>
                                          </p:stCondLst>
                                        </p:cTn>
                                        <p:tgtEl>
                                          <p:spTgt spid="16"/>
                                        </p:tgtEl>
                                        <p:attrNameLst>
                                          <p:attrName>style.visibility</p:attrName>
                                        </p:attrNameLst>
                                      </p:cBhvr>
                                      <p:to>
                                        <p:strVal val="visible"/>
                                      </p:to>
                                    </p:set>
                                    <p:anim calcmode="lin" valueType="num">
                                      <p:cBhvr>
                                        <p:cTn id="28" dur="500" fill="hold"/>
                                        <p:tgtEl>
                                          <p:spTgt spid="16"/>
                                        </p:tgtEl>
                                        <p:attrNameLst>
                                          <p:attrName>ppt_w</p:attrName>
                                        </p:attrNameLst>
                                      </p:cBhvr>
                                      <p:tavLst>
                                        <p:tav tm="0">
                                          <p:val>
                                            <p:fltVal val="0"/>
                                          </p:val>
                                        </p:tav>
                                        <p:tav tm="100000">
                                          <p:val>
                                            <p:strVal val="#ppt_w"/>
                                          </p:val>
                                        </p:tav>
                                      </p:tavLst>
                                    </p:anim>
                                    <p:anim calcmode="lin" valueType="num">
                                      <p:cBhvr>
                                        <p:cTn id="29" dur="500" fill="hold"/>
                                        <p:tgtEl>
                                          <p:spTgt spid="16"/>
                                        </p:tgtEl>
                                        <p:attrNameLst>
                                          <p:attrName>ppt_h</p:attrName>
                                        </p:attrNameLst>
                                      </p:cBhvr>
                                      <p:tavLst>
                                        <p:tav tm="0">
                                          <p:val>
                                            <p:fltVal val="0"/>
                                          </p:val>
                                        </p:tav>
                                        <p:tav tm="100000">
                                          <p:val>
                                            <p:strVal val="#ppt_h"/>
                                          </p:val>
                                        </p:tav>
                                      </p:tavLst>
                                    </p:anim>
                                    <p:anim calcmode="lin" valueType="num">
                                      <p:cBhvr>
                                        <p:cTn id="30" dur="500" fill="hold"/>
                                        <p:tgtEl>
                                          <p:spTgt spid="16"/>
                                        </p:tgtEl>
                                        <p:attrNameLst>
                                          <p:attrName>style.rotation</p:attrName>
                                        </p:attrNameLst>
                                      </p:cBhvr>
                                      <p:tavLst>
                                        <p:tav tm="0">
                                          <p:val>
                                            <p:fltVal val="360"/>
                                          </p:val>
                                        </p:tav>
                                        <p:tav tm="100000">
                                          <p:val>
                                            <p:fltVal val="0"/>
                                          </p:val>
                                        </p:tav>
                                      </p:tavLst>
                                    </p:anim>
                                    <p:animEffect transition="in" filter="fade">
                                      <p:cBhvr>
                                        <p:cTn id="31" dur="500"/>
                                        <p:tgtEl>
                                          <p:spTgt spid="16"/>
                                        </p:tgtEl>
                                      </p:cBhvr>
                                    </p:animEffect>
                                  </p:childTnLst>
                                </p:cTn>
                              </p:par>
                            </p:childTnLst>
                          </p:cTn>
                        </p:par>
                        <p:par>
                          <p:cTn id="32" fill="hold" nodeType="withGroup">
                            <p:stCondLst>
                              <p:cond delay="2500"/>
                            </p:stCondLst>
                            <p:childTnLst>
                              <p:par>
                                <p:cTn id="33" presetID="42" presetClass="entr" presetSubtype="0" fill="hold" grpId="0" nodeType="afterEffec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anim calcmode="lin" valueType="num">
                                      <p:cBhvr>
                                        <p:cTn id="36" dur="500" fill="hold"/>
                                        <p:tgtEl>
                                          <p:spTgt spid="8"/>
                                        </p:tgtEl>
                                        <p:attrNameLst>
                                          <p:attrName>ppt_x</p:attrName>
                                        </p:attrNameLst>
                                      </p:cBhvr>
                                      <p:tavLst>
                                        <p:tav tm="0">
                                          <p:val>
                                            <p:strVal val="#ppt_x"/>
                                          </p:val>
                                        </p:tav>
                                        <p:tav tm="100000">
                                          <p:val>
                                            <p:strVal val="#ppt_x"/>
                                          </p:val>
                                        </p:tav>
                                      </p:tavLst>
                                    </p:anim>
                                    <p:anim calcmode="lin" valueType="num">
                                      <p:cBhvr>
                                        <p:cTn id="37" dur="500" fill="hold"/>
                                        <p:tgtEl>
                                          <p:spTgt spid="8"/>
                                        </p:tgtEl>
                                        <p:attrNameLst>
                                          <p:attrName>ppt_y</p:attrName>
                                        </p:attrNameLst>
                                      </p:cBhvr>
                                      <p:tavLst>
                                        <p:tav tm="0">
                                          <p:val>
                                            <p:strVal val="#ppt_y+.1"/>
                                          </p:val>
                                        </p:tav>
                                        <p:tav tm="100000">
                                          <p:val>
                                            <p:strVal val="#ppt_y"/>
                                          </p:val>
                                        </p:tav>
                                      </p:tavLst>
                                    </p:anim>
                                  </p:childTnLst>
                                </p:cTn>
                              </p:par>
                            </p:childTnLst>
                          </p:cTn>
                        </p:par>
                        <p:par>
                          <p:cTn id="38" fill="hold" nodeType="withGroup">
                            <p:stCondLst>
                              <p:cond delay="3000"/>
                            </p:stCondLst>
                            <p:childTnLst>
                              <p:par>
                                <p:cTn id="39" presetID="49" presetClass="entr" presetSubtype="0" decel="100000" fill="hold" grpId="0" nodeType="afterEffect">
                                  <p:childTnLst>
                                    <p:set>
                                      <p:cBhvr>
                                        <p:cTn id="40" dur="1" fill="hold">
                                          <p:stCondLst>
                                            <p:cond delay="0"/>
                                          </p:stCondLst>
                                        </p:cTn>
                                        <p:tgtEl>
                                          <p:spTgt spid="17"/>
                                        </p:tgtEl>
                                        <p:attrNameLst>
                                          <p:attrName>style.visibility</p:attrName>
                                        </p:attrNameLst>
                                      </p:cBhvr>
                                      <p:to>
                                        <p:strVal val="visible"/>
                                      </p:to>
                                    </p:set>
                                    <p:anim calcmode="lin" valueType="num">
                                      <p:cBhvr>
                                        <p:cTn id="41" dur="500" fill="hold"/>
                                        <p:tgtEl>
                                          <p:spTgt spid="17"/>
                                        </p:tgtEl>
                                        <p:attrNameLst>
                                          <p:attrName>ppt_w</p:attrName>
                                        </p:attrNameLst>
                                      </p:cBhvr>
                                      <p:tavLst>
                                        <p:tav tm="0">
                                          <p:val>
                                            <p:fltVal val="0"/>
                                          </p:val>
                                        </p:tav>
                                        <p:tav tm="100000">
                                          <p:val>
                                            <p:strVal val="#ppt_w"/>
                                          </p:val>
                                        </p:tav>
                                      </p:tavLst>
                                    </p:anim>
                                    <p:anim calcmode="lin" valueType="num">
                                      <p:cBhvr>
                                        <p:cTn id="42" dur="500" fill="hold"/>
                                        <p:tgtEl>
                                          <p:spTgt spid="17"/>
                                        </p:tgtEl>
                                        <p:attrNameLst>
                                          <p:attrName>ppt_h</p:attrName>
                                        </p:attrNameLst>
                                      </p:cBhvr>
                                      <p:tavLst>
                                        <p:tav tm="0">
                                          <p:val>
                                            <p:fltVal val="0"/>
                                          </p:val>
                                        </p:tav>
                                        <p:tav tm="100000">
                                          <p:val>
                                            <p:strVal val="#ppt_h"/>
                                          </p:val>
                                        </p:tav>
                                      </p:tavLst>
                                    </p:anim>
                                    <p:anim calcmode="lin" valueType="num">
                                      <p:cBhvr>
                                        <p:cTn id="43" dur="500" fill="hold"/>
                                        <p:tgtEl>
                                          <p:spTgt spid="17"/>
                                        </p:tgtEl>
                                        <p:attrNameLst>
                                          <p:attrName>style.rotation</p:attrName>
                                        </p:attrNameLst>
                                      </p:cBhvr>
                                      <p:tavLst>
                                        <p:tav tm="0">
                                          <p:val>
                                            <p:fltVal val="360"/>
                                          </p:val>
                                        </p:tav>
                                        <p:tav tm="100000">
                                          <p:val>
                                            <p:fltVal val="0"/>
                                          </p:val>
                                        </p:tav>
                                      </p:tavLst>
                                    </p:anim>
                                    <p:animEffect transition="in" filter="fade">
                                      <p:cBhvr>
                                        <p:cTn id="44" dur="500"/>
                                        <p:tgtEl>
                                          <p:spTgt spid="17"/>
                                        </p:tgtEl>
                                      </p:cBhvr>
                                    </p:animEffect>
                                  </p:childTnLst>
                                </p:cTn>
                              </p:par>
                              <p:par>
                                <p:cTn id="45" presetID="42" presetClass="entr" presetSubtype="0" fill="hold" grpId="0" nodeType="withEffec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anim calcmode="lin" valueType="num">
                                      <p:cBhvr>
                                        <p:cTn id="48" dur="500" fill="hold"/>
                                        <p:tgtEl>
                                          <p:spTgt spid="12"/>
                                        </p:tgtEl>
                                        <p:attrNameLst>
                                          <p:attrName>ppt_x</p:attrName>
                                        </p:attrNameLst>
                                      </p:cBhvr>
                                      <p:tavLst>
                                        <p:tav tm="0">
                                          <p:val>
                                            <p:strVal val="#ppt_x"/>
                                          </p:val>
                                        </p:tav>
                                        <p:tav tm="100000">
                                          <p:val>
                                            <p:strVal val="#ppt_x"/>
                                          </p:val>
                                        </p:tav>
                                      </p:tavLst>
                                    </p:anim>
                                    <p:anim calcmode="lin" valueType="num">
                                      <p:cBhvr>
                                        <p:cTn id="49" dur="500" fill="hold"/>
                                        <p:tgtEl>
                                          <p:spTgt spid="12"/>
                                        </p:tgtEl>
                                        <p:attrNameLst>
                                          <p:attrName>ppt_y</p:attrName>
                                        </p:attrNameLst>
                                      </p:cBhvr>
                                      <p:tavLst>
                                        <p:tav tm="0">
                                          <p:val>
                                            <p:strVal val="#ppt_y+.1"/>
                                          </p:val>
                                        </p:tav>
                                        <p:tav tm="100000">
                                          <p:val>
                                            <p:strVal val="#ppt_y"/>
                                          </p:val>
                                        </p:tav>
                                      </p:tavLst>
                                    </p:anim>
                                  </p:childTnLst>
                                </p:cTn>
                              </p:par>
                            </p:childTnLst>
                          </p:cTn>
                        </p:par>
                        <p:par>
                          <p:cTn id="50" fill="hold" nodeType="withGroup">
                            <p:stCondLst>
                              <p:cond delay="3500"/>
                            </p:stCondLst>
                            <p:childTnLst>
                              <p:par>
                                <p:cTn id="51" presetID="49" presetClass="entr" presetSubtype="0" decel="100000" fill="hold" grpId="0" nodeType="afterEffect">
                                  <p:childTnLst>
                                    <p:set>
                                      <p:cBhvr>
                                        <p:cTn id="52" dur="1" fill="hold">
                                          <p:stCondLst>
                                            <p:cond delay="0"/>
                                          </p:stCondLst>
                                        </p:cTn>
                                        <p:tgtEl>
                                          <p:spTgt spid="18"/>
                                        </p:tgtEl>
                                        <p:attrNameLst>
                                          <p:attrName>style.visibility</p:attrName>
                                        </p:attrNameLst>
                                      </p:cBhvr>
                                      <p:to>
                                        <p:strVal val="visible"/>
                                      </p:to>
                                    </p:set>
                                    <p:anim calcmode="lin" valueType="num">
                                      <p:cBhvr>
                                        <p:cTn id="53" dur="500" fill="hold"/>
                                        <p:tgtEl>
                                          <p:spTgt spid="18"/>
                                        </p:tgtEl>
                                        <p:attrNameLst>
                                          <p:attrName>ppt_w</p:attrName>
                                        </p:attrNameLst>
                                      </p:cBhvr>
                                      <p:tavLst>
                                        <p:tav tm="0">
                                          <p:val>
                                            <p:fltVal val="0"/>
                                          </p:val>
                                        </p:tav>
                                        <p:tav tm="100000">
                                          <p:val>
                                            <p:strVal val="#ppt_w"/>
                                          </p:val>
                                        </p:tav>
                                      </p:tavLst>
                                    </p:anim>
                                    <p:anim calcmode="lin" valueType="num">
                                      <p:cBhvr>
                                        <p:cTn id="54" dur="500" fill="hold"/>
                                        <p:tgtEl>
                                          <p:spTgt spid="18"/>
                                        </p:tgtEl>
                                        <p:attrNameLst>
                                          <p:attrName>ppt_h</p:attrName>
                                        </p:attrNameLst>
                                      </p:cBhvr>
                                      <p:tavLst>
                                        <p:tav tm="0">
                                          <p:val>
                                            <p:fltVal val="0"/>
                                          </p:val>
                                        </p:tav>
                                        <p:tav tm="100000">
                                          <p:val>
                                            <p:strVal val="#ppt_h"/>
                                          </p:val>
                                        </p:tav>
                                      </p:tavLst>
                                    </p:anim>
                                    <p:anim calcmode="lin" valueType="num">
                                      <p:cBhvr>
                                        <p:cTn id="55" dur="500" fill="hold"/>
                                        <p:tgtEl>
                                          <p:spTgt spid="18"/>
                                        </p:tgtEl>
                                        <p:attrNameLst>
                                          <p:attrName>style.rotation</p:attrName>
                                        </p:attrNameLst>
                                      </p:cBhvr>
                                      <p:tavLst>
                                        <p:tav tm="0">
                                          <p:val>
                                            <p:fltVal val="360"/>
                                          </p:val>
                                        </p:tav>
                                        <p:tav tm="100000">
                                          <p:val>
                                            <p:fltVal val="0"/>
                                          </p:val>
                                        </p:tav>
                                      </p:tavLst>
                                    </p:anim>
                                    <p:animEffect transition="in" filter="fade">
                                      <p:cBhvr>
                                        <p:cTn id="56" dur="500"/>
                                        <p:tgtEl>
                                          <p:spTgt spid="18"/>
                                        </p:tgtEl>
                                      </p:cBhvr>
                                    </p:animEffect>
                                  </p:childTnLst>
                                </p:cTn>
                              </p:par>
                              <p:par>
                                <p:cTn id="57" presetID="42" presetClass="entr" presetSubtype="0" fill="hold" grpId="0" nodeType="withEffect">
                                  <p:childTnLst>
                                    <p:set>
                                      <p:cBhvr>
                                        <p:cTn id="58" dur="1" fill="hold">
                                          <p:stCondLst>
                                            <p:cond delay="0"/>
                                          </p:stCondLst>
                                        </p:cTn>
                                        <p:tgtEl>
                                          <p:spTgt spid="10"/>
                                        </p:tgtEl>
                                        <p:attrNameLst>
                                          <p:attrName>style.visibility</p:attrName>
                                        </p:attrNameLst>
                                      </p:cBhvr>
                                      <p:to>
                                        <p:strVal val="visible"/>
                                      </p:to>
                                    </p:set>
                                    <p:animEffect transition="in" filter="fade">
                                      <p:cBhvr>
                                        <p:cTn id="59" dur="500"/>
                                        <p:tgtEl>
                                          <p:spTgt spid="10"/>
                                        </p:tgtEl>
                                      </p:cBhvr>
                                    </p:animEffect>
                                    <p:anim calcmode="lin" valueType="num">
                                      <p:cBhvr>
                                        <p:cTn id="60" dur="500" fill="hold"/>
                                        <p:tgtEl>
                                          <p:spTgt spid="10"/>
                                        </p:tgtEl>
                                        <p:attrNameLst>
                                          <p:attrName>ppt_x</p:attrName>
                                        </p:attrNameLst>
                                      </p:cBhvr>
                                      <p:tavLst>
                                        <p:tav tm="0">
                                          <p:val>
                                            <p:strVal val="#ppt_x"/>
                                          </p:val>
                                        </p:tav>
                                        <p:tav tm="100000">
                                          <p:val>
                                            <p:strVal val="#ppt_x"/>
                                          </p:val>
                                        </p:tav>
                                      </p:tavLst>
                                    </p:anim>
                                    <p:anim calcmode="lin" valueType="num">
                                      <p:cBhvr>
                                        <p:cTn id="61" dur="500" fill="hold"/>
                                        <p:tgtEl>
                                          <p:spTgt spid="10"/>
                                        </p:tgtEl>
                                        <p:attrNameLst>
                                          <p:attrName>ppt_y</p:attrName>
                                        </p:attrNameLst>
                                      </p:cBhvr>
                                      <p:tavLst>
                                        <p:tav tm="0">
                                          <p:val>
                                            <p:strVal val="#ppt_y+.1"/>
                                          </p:val>
                                        </p:tav>
                                        <p:tav tm="100000">
                                          <p:val>
                                            <p:strVal val="#ppt_y"/>
                                          </p:val>
                                        </p:tav>
                                      </p:tavLst>
                                    </p:anim>
                                  </p:childTnLst>
                                </p:cTn>
                              </p:par>
                            </p:childTnLst>
                          </p:cTn>
                        </p:par>
                        <p:par>
                          <p:cTn id="62" fill="hold" nodeType="withGroup">
                            <p:stCondLst>
                              <p:cond delay="4000"/>
                            </p:stCondLst>
                            <p:childTnLst>
                              <p:par>
                                <p:cTn id="63" presetID="49" presetClass="entr" presetSubtype="0" decel="100000" fill="hold" grpId="0" nodeType="afterEffect">
                                  <p:childTnLst>
                                    <p:set>
                                      <p:cBhvr>
                                        <p:cTn id="64" dur="1" fill="hold">
                                          <p:stCondLst>
                                            <p:cond delay="0"/>
                                          </p:stCondLst>
                                        </p:cTn>
                                        <p:tgtEl>
                                          <p:spTgt spid="19"/>
                                        </p:tgtEl>
                                        <p:attrNameLst>
                                          <p:attrName>style.visibility</p:attrName>
                                        </p:attrNameLst>
                                      </p:cBhvr>
                                      <p:to>
                                        <p:strVal val="visible"/>
                                      </p:to>
                                    </p:set>
                                    <p:anim calcmode="lin" valueType="num">
                                      <p:cBhvr>
                                        <p:cTn id="65" dur="500" fill="hold"/>
                                        <p:tgtEl>
                                          <p:spTgt spid="19"/>
                                        </p:tgtEl>
                                        <p:attrNameLst>
                                          <p:attrName>ppt_w</p:attrName>
                                        </p:attrNameLst>
                                      </p:cBhvr>
                                      <p:tavLst>
                                        <p:tav tm="0">
                                          <p:val>
                                            <p:fltVal val="0"/>
                                          </p:val>
                                        </p:tav>
                                        <p:tav tm="100000">
                                          <p:val>
                                            <p:strVal val="#ppt_w"/>
                                          </p:val>
                                        </p:tav>
                                      </p:tavLst>
                                    </p:anim>
                                    <p:anim calcmode="lin" valueType="num">
                                      <p:cBhvr>
                                        <p:cTn id="66" dur="500" fill="hold"/>
                                        <p:tgtEl>
                                          <p:spTgt spid="19"/>
                                        </p:tgtEl>
                                        <p:attrNameLst>
                                          <p:attrName>ppt_h</p:attrName>
                                        </p:attrNameLst>
                                      </p:cBhvr>
                                      <p:tavLst>
                                        <p:tav tm="0">
                                          <p:val>
                                            <p:fltVal val="0"/>
                                          </p:val>
                                        </p:tav>
                                        <p:tav tm="100000">
                                          <p:val>
                                            <p:strVal val="#ppt_h"/>
                                          </p:val>
                                        </p:tav>
                                      </p:tavLst>
                                    </p:anim>
                                    <p:anim calcmode="lin" valueType="num">
                                      <p:cBhvr>
                                        <p:cTn id="67" dur="500" fill="hold"/>
                                        <p:tgtEl>
                                          <p:spTgt spid="19"/>
                                        </p:tgtEl>
                                        <p:attrNameLst>
                                          <p:attrName>style.rotation</p:attrName>
                                        </p:attrNameLst>
                                      </p:cBhvr>
                                      <p:tavLst>
                                        <p:tav tm="0">
                                          <p:val>
                                            <p:fltVal val="360"/>
                                          </p:val>
                                        </p:tav>
                                        <p:tav tm="100000">
                                          <p:val>
                                            <p:fltVal val="0"/>
                                          </p:val>
                                        </p:tav>
                                      </p:tavLst>
                                    </p:anim>
                                    <p:animEffect transition="in" filter="fade">
                                      <p:cBhvr>
                                        <p:cTn id="68" dur="500"/>
                                        <p:tgtEl>
                                          <p:spTgt spid="19"/>
                                        </p:tgtEl>
                                      </p:cBhvr>
                                    </p:animEffect>
                                  </p:childTnLst>
                                </p:cTn>
                              </p:par>
                              <p:par>
                                <p:cTn id="69" presetID="42" presetClass="entr" presetSubtype="0" fill="hold" grpId="0" nodeType="withEffec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anim calcmode="lin" valueType="num">
                                      <p:cBhvr>
                                        <p:cTn id="72" dur="500" fill="hold"/>
                                        <p:tgtEl>
                                          <p:spTgt spid="14"/>
                                        </p:tgtEl>
                                        <p:attrNameLst>
                                          <p:attrName>ppt_x</p:attrName>
                                        </p:attrNameLst>
                                      </p:cBhvr>
                                      <p:tavLst>
                                        <p:tav tm="0">
                                          <p:val>
                                            <p:strVal val="#ppt_x"/>
                                          </p:val>
                                        </p:tav>
                                        <p:tav tm="100000">
                                          <p:val>
                                            <p:strVal val="#ppt_x"/>
                                          </p:val>
                                        </p:tav>
                                      </p:tavLst>
                                    </p:anim>
                                    <p:anim calcmode="lin" valueType="num">
                                      <p:cBhvr>
                                        <p:cTn id="73" dur="500" fill="hold"/>
                                        <p:tgtEl>
                                          <p:spTgt spid="14"/>
                                        </p:tgtEl>
                                        <p:attrNameLst>
                                          <p:attrName>ppt_y</p:attrName>
                                        </p:attrNameLst>
                                      </p:cBhvr>
                                      <p:tavLst>
                                        <p:tav tm="0">
                                          <p:val>
                                            <p:strVal val="#ppt_y+.1"/>
                                          </p:val>
                                        </p:tav>
                                        <p:tav tm="100000">
                                          <p:val>
                                            <p:strVal val="#ppt_y"/>
                                          </p:val>
                                        </p:tav>
                                      </p:tavLst>
                                    </p:anim>
                                  </p:childTnLst>
                                </p:cTn>
                              </p:par>
                            </p:childTnLst>
                          </p:cTn>
                        </p:par>
                        <p:par>
                          <p:cTn id="74" fill="hold">
                            <p:stCondLst>
                              <p:cond delay="4500"/>
                            </p:stCondLst>
                            <p:childTnLst>
                              <p:par>
                                <p:cTn id="75" presetID="49" presetClass="entr" presetSubtype="0" decel="100000" fill="hold" grpId="0" nodeType="afterEffect">
                                  <p:childTnLst>
                                    <p:set>
                                      <p:cBhvr>
                                        <p:cTn id="76" dur="1" fill="hold">
                                          <p:stCondLst>
                                            <p:cond delay="0"/>
                                          </p:stCondLst>
                                        </p:cTn>
                                        <p:tgtEl>
                                          <p:spTgt spid="23"/>
                                        </p:tgtEl>
                                        <p:attrNameLst>
                                          <p:attrName>style.visibility</p:attrName>
                                        </p:attrNameLst>
                                      </p:cBhvr>
                                      <p:to>
                                        <p:strVal val="visible"/>
                                      </p:to>
                                    </p:set>
                                    <p:anim calcmode="lin" valueType="num">
                                      <p:cBhvr>
                                        <p:cTn id="77" dur="500" fill="hold"/>
                                        <p:tgtEl>
                                          <p:spTgt spid="23"/>
                                        </p:tgtEl>
                                        <p:attrNameLst>
                                          <p:attrName>ppt_w</p:attrName>
                                        </p:attrNameLst>
                                      </p:cBhvr>
                                      <p:tavLst>
                                        <p:tav tm="0">
                                          <p:val>
                                            <p:fltVal val="0"/>
                                          </p:val>
                                        </p:tav>
                                        <p:tav tm="100000">
                                          <p:val>
                                            <p:strVal val="#ppt_w"/>
                                          </p:val>
                                        </p:tav>
                                      </p:tavLst>
                                    </p:anim>
                                    <p:anim calcmode="lin" valueType="num">
                                      <p:cBhvr>
                                        <p:cTn id="78" dur="500" fill="hold"/>
                                        <p:tgtEl>
                                          <p:spTgt spid="23"/>
                                        </p:tgtEl>
                                        <p:attrNameLst>
                                          <p:attrName>ppt_h</p:attrName>
                                        </p:attrNameLst>
                                      </p:cBhvr>
                                      <p:tavLst>
                                        <p:tav tm="0">
                                          <p:val>
                                            <p:fltVal val="0"/>
                                          </p:val>
                                        </p:tav>
                                        <p:tav tm="100000">
                                          <p:val>
                                            <p:strVal val="#ppt_h"/>
                                          </p:val>
                                        </p:tav>
                                      </p:tavLst>
                                    </p:anim>
                                    <p:anim calcmode="lin" valueType="num">
                                      <p:cBhvr>
                                        <p:cTn id="79" dur="500" fill="hold"/>
                                        <p:tgtEl>
                                          <p:spTgt spid="23"/>
                                        </p:tgtEl>
                                        <p:attrNameLst>
                                          <p:attrName>style.rotation</p:attrName>
                                        </p:attrNameLst>
                                      </p:cBhvr>
                                      <p:tavLst>
                                        <p:tav tm="0">
                                          <p:val>
                                            <p:fltVal val="360"/>
                                          </p:val>
                                        </p:tav>
                                        <p:tav tm="100000">
                                          <p:val>
                                            <p:fltVal val="0"/>
                                          </p:val>
                                        </p:tav>
                                      </p:tavLst>
                                    </p:anim>
                                    <p:animEffect transition="in" filter="fade">
                                      <p:cBhvr>
                                        <p:cTn id="80" dur="500"/>
                                        <p:tgtEl>
                                          <p:spTgt spid="23"/>
                                        </p:tgtEl>
                                      </p:cBhvr>
                                    </p:animEffect>
                                  </p:childTnLst>
                                </p:cTn>
                              </p:par>
                              <p:par>
                                <p:cTn id="81" presetID="42" presetClass="entr" presetSubtype="0" fill="hold" grpId="0" nodeType="withEffect">
                                  <p:childTnLst>
                                    <p:set>
                                      <p:cBhvr>
                                        <p:cTn id="82" dur="1" fill="hold">
                                          <p:stCondLst>
                                            <p:cond delay="0"/>
                                          </p:stCondLst>
                                        </p:cTn>
                                        <p:tgtEl>
                                          <p:spTgt spid="22"/>
                                        </p:tgtEl>
                                        <p:attrNameLst>
                                          <p:attrName>style.visibility</p:attrName>
                                        </p:attrNameLst>
                                      </p:cBhvr>
                                      <p:to>
                                        <p:strVal val="visible"/>
                                      </p:to>
                                    </p:set>
                                    <p:animEffect transition="in" filter="fade">
                                      <p:cBhvr>
                                        <p:cTn id="83" dur="500"/>
                                        <p:tgtEl>
                                          <p:spTgt spid="22"/>
                                        </p:tgtEl>
                                      </p:cBhvr>
                                    </p:animEffect>
                                    <p:anim calcmode="lin" valueType="num">
                                      <p:cBhvr>
                                        <p:cTn id="84" dur="500" fill="hold"/>
                                        <p:tgtEl>
                                          <p:spTgt spid="22"/>
                                        </p:tgtEl>
                                        <p:attrNameLst>
                                          <p:attrName>ppt_x</p:attrName>
                                        </p:attrNameLst>
                                      </p:cBhvr>
                                      <p:tavLst>
                                        <p:tav tm="0">
                                          <p:val>
                                            <p:strVal val="#ppt_x"/>
                                          </p:val>
                                        </p:tav>
                                        <p:tav tm="100000">
                                          <p:val>
                                            <p:strVal val="#ppt_x"/>
                                          </p:val>
                                        </p:tav>
                                      </p:tavLst>
                                    </p:anim>
                                    <p:anim calcmode="lin" valueType="num">
                                      <p:cBhvr>
                                        <p:cTn id="85"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8" grpId="0"/>
      <p:bldP spid="10" grpId="0"/>
      <p:bldP spid="12" grpId="0"/>
      <p:bldP spid="14" grpId="0"/>
      <p:bldP spid="16" grpId="0"/>
      <p:bldP spid="17" grpId="0"/>
      <p:bldP spid="18" grpId="0"/>
      <p:bldP spid="19" grpId="0"/>
      <p:bldP spid="21" grpId="0"/>
      <p:bldP spid="22" grpId="0"/>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75326" y="235220"/>
            <a:ext cx="8035273" cy="436017"/>
          </a:xfrm>
        </p:spPr>
        <p:txBody>
          <a:bodyPr/>
          <a:lstStyle/>
          <a:p>
            <a:pPr marL="0" indent="0">
              <a:buNone/>
            </a:pPr>
            <a:r>
              <a:rPr lang="zh-CN" altLang="en-US" sz="4000" dirty="0"/>
              <a:t> </a:t>
            </a:r>
            <a:r>
              <a:rPr lang="en-US" altLang="zh-CN" sz="4000" dirty="0"/>
              <a:t>0.</a:t>
            </a:r>
            <a:r>
              <a:rPr lang="zh-CN" altLang="en-US" sz="4000" dirty="0"/>
              <a:t>为什么要学习深度学习优化方法</a:t>
            </a:r>
          </a:p>
        </p:txBody>
      </p:sp>
      <p:sp>
        <p:nvSpPr>
          <p:cNvPr id="2" name="文本框 1">
            <a:extLst>
              <a:ext uri="{FF2B5EF4-FFF2-40B4-BE49-F238E27FC236}">
                <a16:creationId xmlns:a16="http://schemas.microsoft.com/office/drawing/2014/main" id="{26149D8F-35AA-CDCC-3D3D-40D6EFAAB2DC}"/>
              </a:ext>
            </a:extLst>
          </p:cNvPr>
          <p:cNvSpPr txBox="1"/>
          <p:nvPr/>
        </p:nvSpPr>
        <p:spPr>
          <a:xfrm>
            <a:off x="1592561" y="4483767"/>
            <a:ext cx="3008642" cy="581057"/>
          </a:xfrm>
          <a:prstGeom prst="rect">
            <a:avLst/>
          </a:prstGeom>
          <a:noFill/>
        </p:spPr>
        <p:txBody>
          <a:bodyPr wrap="square" rtlCol="0" anchor="t">
            <a:spAutoFit/>
          </a:bodyPr>
          <a:lstStyle/>
          <a:p>
            <a:pPr fontAlgn="auto">
              <a:lnSpc>
                <a:spcPct val="150000"/>
              </a:lnSpc>
            </a:pPr>
            <a:r>
              <a:rPr lang="zh-CN" altLang="en-US" sz="2400" dirty="0">
                <a:latin typeface="+mn-ea"/>
                <a:cs typeface="+mn-ea"/>
              </a:rPr>
              <a:t>理想的</a:t>
            </a:r>
            <a:r>
              <a:rPr lang="zh-CN" altLang="en-US" sz="2400" dirty="0"/>
              <a:t>损失函数曲面</a:t>
            </a:r>
            <a:endParaRPr lang="zh-CN" altLang="en-US" sz="2400" dirty="0">
              <a:latin typeface="+mn-ea"/>
              <a:cs typeface="+mn-ea"/>
            </a:endParaRPr>
          </a:p>
        </p:txBody>
      </p:sp>
      <p:sp>
        <p:nvSpPr>
          <p:cNvPr id="5" name="灯片编号占位符 4"/>
          <p:cNvSpPr>
            <a:spLocks noGrp="1"/>
          </p:cNvSpPr>
          <p:nvPr>
            <p:ph type="sldNum" sz="quarter" idx="14"/>
          </p:nvPr>
        </p:nvSpPr>
        <p:spPr/>
        <p:txBody>
          <a:bodyPr/>
          <a:lstStyle/>
          <a:p>
            <a:fld id="{AF69888C-E133-43D9-A638-B5C95925B91C}" type="slidenum">
              <a:rPr lang="zh-CN" altLang="en-US" smtClean="0"/>
              <a:t>3</a:t>
            </a:fld>
            <a:endParaRPr lang="zh-CN" altLang="en-US" dirty="0"/>
          </a:p>
        </p:txBody>
      </p:sp>
      <p:pic>
        <p:nvPicPr>
          <p:cNvPr id="6" name="图片 5">
            <a:extLst>
              <a:ext uri="{FF2B5EF4-FFF2-40B4-BE49-F238E27FC236}">
                <a16:creationId xmlns:a16="http://schemas.microsoft.com/office/drawing/2014/main" id="{2420BC54-803A-A748-978E-3EB2DCC6B14C}"/>
              </a:ext>
            </a:extLst>
          </p:cNvPr>
          <p:cNvPicPr>
            <a:picLocks noChangeAspect="1"/>
          </p:cNvPicPr>
          <p:nvPr/>
        </p:nvPicPr>
        <p:blipFill>
          <a:blip r:embed="rId3"/>
          <a:stretch>
            <a:fillRect/>
          </a:stretch>
        </p:blipFill>
        <p:spPr>
          <a:xfrm>
            <a:off x="6457730" y="851184"/>
            <a:ext cx="4459371" cy="3632584"/>
          </a:xfrm>
          <a:prstGeom prst="rect">
            <a:avLst/>
          </a:prstGeom>
        </p:spPr>
      </p:pic>
      <p:pic>
        <p:nvPicPr>
          <p:cNvPr id="7" name="图片 6">
            <a:extLst>
              <a:ext uri="{FF2B5EF4-FFF2-40B4-BE49-F238E27FC236}">
                <a16:creationId xmlns:a16="http://schemas.microsoft.com/office/drawing/2014/main" id="{83B55518-C1E1-884D-AD2C-2392BDF96BA2}"/>
              </a:ext>
            </a:extLst>
          </p:cNvPr>
          <p:cNvPicPr>
            <a:picLocks noChangeAspect="1"/>
          </p:cNvPicPr>
          <p:nvPr/>
        </p:nvPicPr>
        <p:blipFill>
          <a:blip r:embed="rId4"/>
          <a:stretch>
            <a:fillRect/>
          </a:stretch>
        </p:blipFill>
        <p:spPr>
          <a:xfrm>
            <a:off x="1291381" y="1389308"/>
            <a:ext cx="3849801" cy="3094460"/>
          </a:xfrm>
          <a:prstGeom prst="rect">
            <a:avLst/>
          </a:prstGeom>
        </p:spPr>
      </p:pic>
      <p:sp>
        <p:nvSpPr>
          <p:cNvPr id="8" name="文本框 7">
            <a:extLst>
              <a:ext uri="{FF2B5EF4-FFF2-40B4-BE49-F238E27FC236}">
                <a16:creationId xmlns:a16="http://schemas.microsoft.com/office/drawing/2014/main" id="{22FBC37A-CB60-434D-AAEF-27C4A59DA0B5}"/>
              </a:ext>
            </a:extLst>
          </p:cNvPr>
          <p:cNvSpPr txBox="1"/>
          <p:nvPr/>
        </p:nvSpPr>
        <p:spPr>
          <a:xfrm>
            <a:off x="6760338" y="4483768"/>
            <a:ext cx="4459371" cy="581057"/>
          </a:xfrm>
          <a:prstGeom prst="rect">
            <a:avLst/>
          </a:prstGeom>
          <a:noFill/>
        </p:spPr>
        <p:txBody>
          <a:bodyPr wrap="square" rtlCol="0" anchor="t">
            <a:spAutoFit/>
          </a:bodyPr>
          <a:lstStyle/>
          <a:p>
            <a:pPr fontAlgn="auto">
              <a:lnSpc>
                <a:spcPct val="150000"/>
              </a:lnSpc>
            </a:pPr>
            <a:r>
              <a:rPr lang="zh-CN" altLang="en-US" sz="2400" dirty="0">
                <a:latin typeface="+mn-ea"/>
                <a:cs typeface="+mn-ea"/>
              </a:rPr>
              <a:t>实际可能的</a:t>
            </a:r>
            <a:r>
              <a:rPr lang="zh-CN" altLang="en-US" sz="2400" dirty="0"/>
              <a:t>损失函数曲面</a:t>
            </a:r>
            <a:endParaRPr lang="zh-CN" altLang="en-US" sz="2400" dirty="0">
              <a:latin typeface="+mn-ea"/>
              <a:cs typeface="+mn-ea"/>
            </a:endParaRPr>
          </a:p>
        </p:txBody>
      </p:sp>
      <p:sp>
        <p:nvSpPr>
          <p:cNvPr id="10" name="文本框 9">
            <a:extLst>
              <a:ext uri="{FF2B5EF4-FFF2-40B4-BE49-F238E27FC236}">
                <a16:creationId xmlns:a16="http://schemas.microsoft.com/office/drawing/2014/main" id="{9FAFD016-0DDF-8B45-A79C-E79B09F2D586}"/>
              </a:ext>
            </a:extLst>
          </p:cNvPr>
          <p:cNvSpPr txBox="1"/>
          <p:nvPr/>
        </p:nvSpPr>
        <p:spPr>
          <a:xfrm>
            <a:off x="653639" y="851184"/>
            <a:ext cx="6098458" cy="461665"/>
          </a:xfrm>
          <a:prstGeom prst="rect">
            <a:avLst/>
          </a:prstGeom>
          <a:noFill/>
        </p:spPr>
        <p:txBody>
          <a:bodyPr wrap="square">
            <a:spAutoFit/>
          </a:bodyPr>
          <a:lstStyle/>
          <a:p>
            <a:pPr marL="342900" indent="-342900">
              <a:buFont typeface="Wingdings" pitchFamily="2" charset="2"/>
              <a:buChar char="Ø"/>
            </a:pPr>
            <a:r>
              <a:rPr lang="zh-CN" altLang="en-US" sz="2400" dirty="0"/>
              <a:t>参数更新 </a:t>
            </a:r>
            <a:r>
              <a:rPr lang="en-US" altLang="zh-CN" sz="2400" dirty="0"/>
              <a:t>= </a:t>
            </a:r>
            <a:r>
              <a:rPr lang="zh-CN" altLang="en-US" sz="2400" dirty="0"/>
              <a:t>朝着“损失最小”方向走一步</a:t>
            </a:r>
          </a:p>
        </p:txBody>
      </p:sp>
      <p:sp>
        <p:nvSpPr>
          <p:cNvPr id="12" name="文本框 11">
            <a:extLst>
              <a:ext uri="{FF2B5EF4-FFF2-40B4-BE49-F238E27FC236}">
                <a16:creationId xmlns:a16="http://schemas.microsoft.com/office/drawing/2014/main" id="{64503AEB-B3F8-1645-AD65-7127B6A790CE}"/>
              </a:ext>
            </a:extLst>
          </p:cNvPr>
          <p:cNvSpPr txBox="1"/>
          <p:nvPr/>
        </p:nvSpPr>
        <p:spPr>
          <a:xfrm>
            <a:off x="653639" y="5359794"/>
            <a:ext cx="10644383" cy="830997"/>
          </a:xfrm>
          <a:prstGeom prst="rect">
            <a:avLst/>
          </a:prstGeom>
          <a:noFill/>
        </p:spPr>
        <p:txBody>
          <a:bodyPr wrap="square">
            <a:spAutoFit/>
          </a:bodyPr>
          <a:lstStyle/>
          <a:p>
            <a:r>
              <a:rPr lang="zh-CN" altLang="en-US" sz="2400" dirty="0"/>
              <a:t>深度学习训练可能碰到的难点：过拟合、损失函数面极其复杂、梯度消失 </a:t>
            </a:r>
            <a:r>
              <a:rPr lang="en-US" altLang="zh-CN" sz="2400" dirty="0"/>
              <a:t>/ </a:t>
            </a:r>
            <a:r>
              <a:rPr lang="zh-CN" altLang="en-US" sz="2400" dirty="0"/>
              <a:t>梯度爆炸、不同维度梯度差异巨大等</a:t>
            </a:r>
          </a:p>
        </p:txBody>
      </p:sp>
    </p:spTree>
    <p:extLst>
      <p:ext uri="{BB962C8B-B14F-4D97-AF65-F5344CB8AC3E}">
        <p14:creationId xmlns:p14="http://schemas.microsoft.com/office/powerpoint/2010/main" val="3044146567"/>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linds(horizontal)">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75327" y="623212"/>
            <a:ext cx="7715191" cy="436017"/>
          </a:xfrm>
        </p:spPr>
        <p:txBody>
          <a:bodyPr/>
          <a:lstStyle/>
          <a:p>
            <a:pPr marL="0" indent="0">
              <a:buNone/>
            </a:pPr>
            <a:r>
              <a:rPr lang="zh-CN" altLang="en-US" sz="4000" dirty="0"/>
              <a:t> </a:t>
            </a:r>
            <a:r>
              <a:rPr lang="en-US" altLang="zh-CN" sz="4000" dirty="0"/>
              <a:t>1.</a:t>
            </a:r>
            <a:r>
              <a:rPr lang="zh-CN" altLang="en-US" sz="4000" dirty="0"/>
              <a:t>深度学习的正则化</a:t>
            </a:r>
          </a:p>
          <a:p>
            <a:pPr marL="0" indent="0">
              <a:buNone/>
            </a:pPr>
            <a:endParaRPr lang="zh-CN" altLang="en-US" sz="4000" dirty="0"/>
          </a:p>
        </p:txBody>
      </p:sp>
      <p:sp>
        <p:nvSpPr>
          <p:cNvPr id="2" name="文本框 1">
            <a:extLst>
              <a:ext uri="{FF2B5EF4-FFF2-40B4-BE49-F238E27FC236}">
                <a16:creationId xmlns:a16="http://schemas.microsoft.com/office/drawing/2014/main" id="{26149D8F-35AA-CDCC-3D3D-40D6EFAAB2DC}"/>
              </a:ext>
            </a:extLst>
          </p:cNvPr>
          <p:cNvSpPr txBox="1"/>
          <p:nvPr/>
        </p:nvSpPr>
        <p:spPr>
          <a:xfrm>
            <a:off x="943926" y="3122592"/>
            <a:ext cx="10217469" cy="2862322"/>
          </a:xfrm>
          <a:prstGeom prst="rect">
            <a:avLst/>
          </a:prstGeom>
          <a:noFill/>
        </p:spPr>
        <p:txBody>
          <a:bodyPr wrap="square" rtlCol="0" anchor="t">
            <a:spAutoFit/>
          </a:bodyPr>
          <a:lstStyle/>
          <a:p>
            <a:pPr marL="342900" indent="-342900" fontAlgn="auto">
              <a:lnSpc>
                <a:spcPct val="150000"/>
              </a:lnSpc>
              <a:buFont typeface="Wingdings" panose="05000000000000000000" pitchFamily="2" charset="2"/>
              <a:buChar char="p"/>
            </a:pPr>
            <a:r>
              <a:rPr lang="zh-CN" altLang="en-US" sz="2400" dirty="0">
                <a:latin typeface="+mn-ea"/>
                <a:cs typeface="+mn-ea"/>
              </a:rPr>
              <a:t>机器学习算法希望：训练集上误差小，且在新样本上的泛化能力强。</a:t>
            </a:r>
            <a:endParaRPr lang="en-US" altLang="zh-CN" sz="2400" dirty="0">
              <a:latin typeface="+mn-ea"/>
              <a:cs typeface="+mn-ea"/>
            </a:endParaRPr>
          </a:p>
          <a:p>
            <a:pPr marL="342900" indent="-342900" fontAlgn="auto">
              <a:lnSpc>
                <a:spcPct val="150000"/>
              </a:lnSpc>
              <a:buFont typeface="Wingdings" panose="05000000000000000000" pitchFamily="2" charset="2"/>
              <a:buChar char="p"/>
            </a:pPr>
            <a:r>
              <a:rPr lang="zh-CN" altLang="en-US" sz="2400" dirty="0">
                <a:latin typeface="+mn-ea"/>
                <a:cs typeface="+mn-ea"/>
              </a:rPr>
              <a:t>机器学习算法可</a:t>
            </a:r>
            <a:r>
              <a:rPr lang="zh-CN" altLang="en-US" sz="2400" dirty="0">
                <a:solidFill>
                  <a:schemeClr val="accent1">
                    <a:lumMod val="75000"/>
                  </a:schemeClr>
                </a:solidFill>
                <a:latin typeface="+mn-ea"/>
                <a:cs typeface="+mn-ea"/>
              </a:rPr>
              <a:t>采用相关的策略来减小测试误差，这些策略被统称为正则化</a:t>
            </a:r>
            <a:r>
              <a:rPr lang="zh-CN" altLang="en-US" sz="2400" dirty="0">
                <a:latin typeface="+mn-ea"/>
                <a:cs typeface="+mn-ea"/>
              </a:rPr>
              <a:t>。</a:t>
            </a:r>
            <a:endParaRPr lang="en-US" altLang="zh-CN" sz="2400" dirty="0">
              <a:latin typeface="+mn-ea"/>
              <a:cs typeface="+mn-ea"/>
            </a:endParaRPr>
          </a:p>
          <a:p>
            <a:pPr marL="342900" indent="-342900" fontAlgn="auto">
              <a:lnSpc>
                <a:spcPct val="150000"/>
              </a:lnSpc>
              <a:buFont typeface="Wingdings" panose="05000000000000000000" pitchFamily="2" charset="2"/>
              <a:buChar char="p"/>
            </a:pPr>
            <a:r>
              <a:rPr lang="zh-CN" altLang="en-US" sz="2400" dirty="0">
                <a:latin typeface="+mn-ea"/>
                <a:cs typeface="+mn-ea"/>
              </a:rPr>
              <a:t>神经网络的强大的表示能力经常遇到过拟合，所以需要使用不同形式的</a:t>
            </a:r>
            <a:r>
              <a:rPr lang="zh-CN" altLang="en-US" sz="2400" b="1" dirty="0">
                <a:solidFill>
                  <a:srgbClr val="FF0000"/>
                </a:solidFill>
                <a:latin typeface="+mn-ea"/>
                <a:cs typeface="+mn-ea"/>
              </a:rPr>
              <a:t>正则化策略</a:t>
            </a:r>
            <a:r>
              <a:rPr lang="zh-CN" altLang="en-US" sz="2400" dirty="0">
                <a:latin typeface="+mn-ea"/>
                <a:cs typeface="+mn-ea"/>
              </a:rPr>
              <a:t>。</a:t>
            </a:r>
            <a:r>
              <a:rPr lang="zh-CN" altLang="en-US" sz="2400" b="1" dirty="0">
                <a:solidFill>
                  <a:srgbClr val="FF0000"/>
                </a:solidFill>
                <a:latin typeface="+mn-ea"/>
                <a:cs typeface="+mn-ea"/>
              </a:rPr>
              <a:t>正则化</a:t>
            </a:r>
            <a:r>
              <a:rPr lang="zh-CN" altLang="en-US" sz="2400" dirty="0">
                <a:solidFill>
                  <a:schemeClr val="accent1"/>
                </a:solidFill>
                <a:latin typeface="+mn-ea"/>
                <a:cs typeface="+mn-ea"/>
              </a:rPr>
              <a:t>通过对算法的修改来减少泛化误差</a:t>
            </a:r>
            <a:endParaRPr lang="zh-CN" altLang="en-US" sz="2400" dirty="0">
              <a:latin typeface="+mn-ea"/>
              <a:cs typeface="+mn-ea"/>
            </a:endParaRPr>
          </a:p>
        </p:txBody>
      </p:sp>
      <p:pic>
        <p:nvPicPr>
          <p:cNvPr id="3" name="图片 2">
            <a:extLst>
              <a:ext uri="{FF2B5EF4-FFF2-40B4-BE49-F238E27FC236}">
                <a16:creationId xmlns:a16="http://schemas.microsoft.com/office/drawing/2014/main" id="{914C5664-3746-C3EC-4D68-DA970363ED62}"/>
              </a:ext>
            </a:extLst>
          </p:cNvPr>
          <p:cNvPicPr>
            <a:picLocks noChangeAspect="1"/>
          </p:cNvPicPr>
          <p:nvPr>
            <p:custDataLst>
              <p:tags r:id="rId1"/>
            </p:custDataLst>
          </p:nvPr>
        </p:nvPicPr>
        <p:blipFill>
          <a:blip r:embed="rId4"/>
          <a:stretch>
            <a:fillRect/>
          </a:stretch>
        </p:blipFill>
        <p:spPr>
          <a:xfrm>
            <a:off x="2441732" y="776404"/>
            <a:ext cx="7221855" cy="2133600"/>
          </a:xfrm>
          <a:prstGeom prst="rect">
            <a:avLst/>
          </a:prstGeom>
        </p:spPr>
      </p:pic>
      <p:sp>
        <p:nvSpPr>
          <p:cNvPr id="5" name="灯片编号占位符 4"/>
          <p:cNvSpPr>
            <a:spLocks noGrp="1"/>
          </p:cNvSpPr>
          <p:nvPr>
            <p:ph type="sldNum" sz="quarter" idx="14"/>
          </p:nvPr>
        </p:nvSpPr>
        <p:spPr/>
        <p:txBody>
          <a:bodyPr/>
          <a:lstStyle/>
          <a:p>
            <a:fld id="{AF69888C-E133-43D9-A638-B5C95925B91C}" type="slidenum">
              <a:rPr lang="zh-CN" altLang="en-US" smtClean="0"/>
              <a:t>4</a:t>
            </a:fld>
            <a:endParaRPr lang="zh-CN" altLang="en-US" dirty="0"/>
          </a:p>
        </p:txBody>
      </p:sp>
    </p:spTree>
    <p:extLst>
      <p:ext uri="{BB962C8B-B14F-4D97-AF65-F5344CB8AC3E}">
        <p14:creationId xmlns:p14="http://schemas.microsoft.com/office/powerpoint/2010/main" val="2696282672"/>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BDF7BF-CBD4-43F6-964B-23DBB6922254}"/>
              </a:ext>
            </a:extLst>
          </p:cNvPr>
          <p:cNvSpPr>
            <a:spLocks noGrp="1"/>
          </p:cNvSpPr>
          <p:nvPr>
            <p:ph type="body" sz="quarter" idx="12"/>
          </p:nvPr>
        </p:nvSpPr>
        <p:spPr>
          <a:xfrm>
            <a:off x="575327" y="623212"/>
            <a:ext cx="7715191" cy="436017"/>
          </a:xfrm>
        </p:spPr>
        <p:txBody>
          <a:bodyPr/>
          <a:lstStyle/>
          <a:p>
            <a:pPr marL="0" indent="0">
              <a:buNone/>
            </a:pPr>
            <a:r>
              <a:rPr lang="zh-CN" altLang="en-US" sz="4000" dirty="0"/>
              <a:t>深度学习中常见的正则化策略</a:t>
            </a:r>
          </a:p>
          <a:p>
            <a:pPr marL="0" indent="0">
              <a:buNone/>
            </a:pPr>
            <a:endParaRPr lang="zh-CN" altLang="en-US" sz="4000" dirty="0"/>
          </a:p>
        </p:txBody>
      </p:sp>
      <p:sp>
        <p:nvSpPr>
          <p:cNvPr id="5" name="矩形 4">
            <a:extLst>
              <a:ext uri="{FF2B5EF4-FFF2-40B4-BE49-F238E27FC236}">
                <a16:creationId xmlns:a16="http://schemas.microsoft.com/office/drawing/2014/main" id="{0D4CC6B2-4F9A-19F8-630B-F3AB6364B819}"/>
              </a:ext>
            </a:extLst>
          </p:cNvPr>
          <p:cNvSpPr/>
          <p:nvPr/>
        </p:nvSpPr>
        <p:spPr>
          <a:xfrm>
            <a:off x="-345818" y="1059229"/>
            <a:ext cx="12023125" cy="4674485"/>
          </a:xfrm>
          <a:prstGeom prst="rect">
            <a:avLst/>
          </a:prstGeom>
        </p:spPr>
        <p:txBody>
          <a:bodyPr wrap="square">
            <a:spAutoFit/>
          </a:bodyPr>
          <a:lstStyle/>
          <a:p>
            <a:pPr marL="1143000" lvl="1" indent="-342900" algn="just" fontAlgn="auto">
              <a:lnSpc>
                <a:spcPct val="150000"/>
              </a:lnSpc>
              <a:spcBef>
                <a:spcPts val="1200"/>
              </a:spcBef>
              <a:buFont typeface="Wingdings" pitchFamily="2" charset="2"/>
              <a:buChar char="q"/>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数据预处理：</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剔除明显错误样本，通过对原始数据进行微调创造更多的训练数据</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1143000" lvl="1" indent="-342900" algn="just">
              <a:lnSpc>
                <a:spcPct val="150000"/>
              </a:lnSpc>
              <a:spcBef>
                <a:spcPts val="1200"/>
              </a:spcBef>
              <a:buFont typeface="Wingdings" pitchFamily="2" charset="2"/>
              <a:buChar char="q"/>
            </a:pP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L1</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L2</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正则化（参数范数惩罚）</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：在误差目标函数中增加一项描述网络复杂程度的部分</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例如连接权值与阈值的平方和</a:t>
            </a:r>
            <a:endPar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1143000" lvl="1" indent="-342900" algn="just" fontAlgn="auto">
              <a:lnSpc>
                <a:spcPct val="150000"/>
              </a:lnSpc>
              <a:spcBef>
                <a:spcPts val="1200"/>
              </a:spcBef>
              <a:buFont typeface="Wingdings" pitchFamily="2" charset="2"/>
              <a:buChar char="q"/>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早停</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：训练过程中</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若训练误差降低</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但验证误差升高</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则停止训练</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p>
          <a:p>
            <a:pPr marL="1143000" lvl="1" indent="-342900" algn="just" fontAlgn="auto">
              <a:lnSpc>
                <a:spcPct val="150000"/>
              </a:lnSpc>
              <a:spcBef>
                <a:spcPts val="1200"/>
              </a:spcBef>
              <a:buFont typeface="Wingdings" pitchFamily="2" charset="2"/>
              <a:buChar char="q"/>
            </a:pP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Dropout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：在训练中暂时丢弃一部分神经元及其连接</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1143000" lvl="1" indent="-342900" algn="just" fontAlgn="auto">
              <a:lnSpc>
                <a:spcPct val="150000"/>
              </a:lnSpc>
              <a:spcBef>
                <a:spcPts val="1200"/>
              </a:spcBef>
              <a:buFont typeface="Wingdings" pitchFamily="2" charset="2"/>
              <a:buChar char="q"/>
            </a:pPr>
            <a:r>
              <a:rPr lang="en-US" altLang="zh-CN" sz="2400" b="1" dirty="0" err="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DropConnect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：将网络架构权重的一个随机选择子集设置为零</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1143000" lvl="1" indent="-342900" algn="just" fontAlgn="auto">
              <a:lnSpc>
                <a:spcPct val="150000"/>
              </a:lnSpc>
              <a:spcBef>
                <a:spcPts val="1200"/>
              </a:spcBef>
              <a:buFont typeface="Wingdings" pitchFamily="2" charset="2"/>
              <a:buChar char="q"/>
            </a:pP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批标准化（</a:t>
            </a: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Batch Normalization</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：解决数据分布不一致的问题</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4"/>
          </p:nvPr>
        </p:nvSpPr>
        <p:spPr/>
        <p:txBody>
          <a:bodyPr/>
          <a:lstStyle/>
          <a:p>
            <a:fld id="{AF69888C-E133-43D9-A638-B5C95925B91C}" type="slidenum">
              <a:rPr lang="zh-CN" altLang="en-US" smtClean="0"/>
              <a:t>5</a:t>
            </a:fld>
            <a:endParaRPr lang="zh-CN" altLang="en-US" dirty="0"/>
          </a:p>
        </p:txBody>
      </p:sp>
    </p:spTree>
    <p:extLst>
      <p:ext uri="{BB962C8B-B14F-4D97-AF65-F5344CB8AC3E}">
        <p14:creationId xmlns:p14="http://schemas.microsoft.com/office/powerpoint/2010/main" val="846411572"/>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linds(horizontal)">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3217D7A-C6EE-EB77-740F-28AC62675721}"/>
              </a:ext>
            </a:extLst>
          </p:cNvPr>
          <p:cNvSpPr>
            <a:spLocks noGrp="1"/>
          </p:cNvSpPr>
          <p:nvPr>
            <p:ph type="body" sz="quarter" idx="12"/>
          </p:nvPr>
        </p:nvSpPr>
        <p:spPr>
          <a:xfrm>
            <a:off x="583894" y="519803"/>
            <a:ext cx="6819795" cy="426497"/>
          </a:xfrm>
        </p:spPr>
        <p:txBody>
          <a:bodyPr/>
          <a:lstStyle/>
          <a:p>
            <a:pPr marL="0" indent="0">
              <a:buNone/>
            </a:pPr>
            <a:r>
              <a:rPr lang="zh-CN" altLang="en-US" sz="4000" dirty="0"/>
              <a:t>数据层面的策略：数据增强</a:t>
            </a:r>
          </a:p>
          <a:p>
            <a:endParaRPr lang="zh-CN" altLang="en-US" dirty="0"/>
          </a:p>
        </p:txBody>
      </p:sp>
      <p:sp>
        <p:nvSpPr>
          <p:cNvPr id="3" name="文本框 8">
            <a:extLst>
              <a:ext uri="{FF2B5EF4-FFF2-40B4-BE49-F238E27FC236}">
                <a16:creationId xmlns:a16="http://schemas.microsoft.com/office/drawing/2014/main" id="{8BFB5D8C-CFB3-518E-8F34-F79B85CB35F7}"/>
              </a:ext>
            </a:extLst>
          </p:cNvPr>
          <p:cNvSpPr txBox="1"/>
          <p:nvPr/>
        </p:nvSpPr>
        <p:spPr>
          <a:xfrm>
            <a:off x="496570" y="811545"/>
            <a:ext cx="10673938" cy="1135054"/>
          </a:xfrm>
          <a:prstGeom prst="rect">
            <a:avLst/>
          </a:prstGeom>
          <a:noFill/>
        </p:spPr>
        <p:txBody>
          <a:bodyPr wrap="square" rtlCol="0" anchor="t">
            <a:spAutoFit/>
          </a:bodyPr>
          <a:lstStyle/>
          <a:p>
            <a:pPr marL="342900" indent="-342900">
              <a:lnSpc>
                <a:spcPct val="150000"/>
              </a:lnSpc>
              <a:buFont typeface="Wingdings" pitchFamily="2" charset="2"/>
              <a:buChar char="Ø"/>
            </a:pPr>
            <a:r>
              <a:rPr lang="zh-CN" altLang="en-US" sz="2400" spc="-10" dirty="0">
                <a:latin typeface="+mn-ea"/>
              </a:rPr>
              <a:t>对</a:t>
            </a:r>
            <a:r>
              <a:rPr lang="zh-CN" altLang="en-CN" sz="2400" spc="-10" dirty="0">
                <a:latin typeface="+mn-ea"/>
              </a:rPr>
              <a:t>已知样本</a:t>
            </a:r>
            <a:r>
              <a:rPr lang="zh-CN" altLang="en-US" sz="2400" spc="-10" dirty="0">
                <a:latin typeface="+mn-ea"/>
              </a:rPr>
              <a:t>进行简单处理、变换，从而增大数据集，额外生产假训练数据，减小过拟合风险</a:t>
            </a:r>
            <a:endParaRPr lang="en-US" altLang="zh-CN" sz="2400" spc="-10" dirty="0">
              <a:latin typeface="+mn-ea"/>
            </a:endParaRPr>
          </a:p>
        </p:txBody>
      </p:sp>
      <p:grpSp>
        <p:nvGrpSpPr>
          <p:cNvPr id="4" name="Group 9">
            <a:extLst>
              <a:ext uri="{FF2B5EF4-FFF2-40B4-BE49-F238E27FC236}">
                <a16:creationId xmlns:a16="http://schemas.microsoft.com/office/drawing/2014/main" id="{3179F0E4-5B3B-4205-5A9D-EC723B44BCF1}"/>
              </a:ext>
            </a:extLst>
          </p:cNvPr>
          <p:cNvGrpSpPr/>
          <p:nvPr/>
        </p:nvGrpSpPr>
        <p:grpSpPr>
          <a:xfrm>
            <a:off x="814001" y="4996543"/>
            <a:ext cx="8717952" cy="1341654"/>
            <a:chOff x="1759328" y="4884087"/>
            <a:chExt cx="8864600" cy="1397000"/>
          </a:xfrm>
        </p:grpSpPr>
        <p:pic>
          <p:nvPicPr>
            <p:cNvPr id="5" name="Picture 4">
              <a:extLst>
                <a:ext uri="{FF2B5EF4-FFF2-40B4-BE49-F238E27FC236}">
                  <a16:creationId xmlns:a16="http://schemas.microsoft.com/office/drawing/2014/main" id="{35CAB903-0E24-8B01-B3BF-3C4677E52A2C}"/>
                </a:ext>
              </a:extLst>
            </p:cNvPr>
            <p:cNvPicPr>
              <a:picLocks noChangeAspect="1"/>
            </p:cNvPicPr>
            <p:nvPr/>
          </p:nvPicPr>
          <p:blipFill>
            <a:blip r:embed="rId2"/>
            <a:stretch>
              <a:fillRect/>
            </a:stretch>
          </p:blipFill>
          <p:spPr>
            <a:xfrm>
              <a:off x="1759328" y="4884087"/>
              <a:ext cx="8864600" cy="1397000"/>
            </a:xfrm>
            <a:prstGeom prst="rect">
              <a:avLst/>
            </a:prstGeom>
          </p:spPr>
        </p:pic>
        <p:sp>
          <p:nvSpPr>
            <p:cNvPr id="6" name="TextBox 6">
              <a:extLst>
                <a:ext uri="{FF2B5EF4-FFF2-40B4-BE49-F238E27FC236}">
                  <a16:creationId xmlns:a16="http://schemas.microsoft.com/office/drawing/2014/main" id="{C487418C-F5B2-396E-C10B-52554F4C6A38}"/>
                </a:ext>
              </a:extLst>
            </p:cNvPr>
            <p:cNvSpPr txBox="1"/>
            <p:nvPr/>
          </p:nvSpPr>
          <p:spPr>
            <a:xfrm>
              <a:off x="3531476" y="5092717"/>
              <a:ext cx="1796174" cy="499560"/>
            </a:xfrm>
            <a:prstGeom prst="rect">
              <a:avLst/>
            </a:prstGeom>
            <a:noFill/>
          </p:spPr>
          <p:txBody>
            <a:bodyPr wrap="square">
              <a:spAutoFit/>
            </a:bodyPr>
            <a:lstStyle/>
            <a:p>
              <a:pPr algn="l" fontAlgn="auto">
                <a:lnSpc>
                  <a:spcPct val="150000"/>
                </a:lnSpc>
              </a:pPr>
              <a:r>
                <a:rPr lang="zh-CN" altLang="en-US" sz="2000" dirty="0">
                  <a:solidFill>
                    <a:schemeClr val="accent1">
                      <a:lumMod val="75000"/>
                    </a:schemeClr>
                  </a:solidFill>
                  <a:latin typeface="微软雅黑" panose="020B0503020204020204" pitchFamily="34" charset="-122"/>
                  <a:ea typeface="微软雅黑" panose="020B0503020204020204" pitchFamily="34" charset="-122"/>
                  <a:sym typeface="+mn-ea"/>
                </a:rPr>
                <a:t>旋转扭曲</a:t>
              </a:r>
            </a:p>
          </p:txBody>
        </p:sp>
      </p:grpSp>
      <p:grpSp>
        <p:nvGrpSpPr>
          <p:cNvPr id="7" name="Group 10">
            <a:extLst>
              <a:ext uri="{FF2B5EF4-FFF2-40B4-BE49-F238E27FC236}">
                <a16:creationId xmlns:a16="http://schemas.microsoft.com/office/drawing/2014/main" id="{FAB8DD3B-878E-2529-EA89-D259A79E8E4A}"/>
              </a:ext>
            </a:extLst>
          </p:cNvPr>
          <p:cNvGrpSpPr/>
          <p:nvPr/>
        </p:nvGrpSpPr>
        <p:grpSpPr>
          <a:xfrm>
            <a:off x="814001" y="3710930"/>
            <a:ext cx="8717952" cy="1285613"/>
            <a:chOff x="1635760" y="3114454"/>
            <a:chExt cx="8750300" cy="1447800"/>
          </a:xfrm>
        </p:grpSpPr>
        <p:pic>
          <p:nvPicPr>
            <p:cNvPr id="8" name="Picture 5">
              <a:extLst>
                <a:ext uri="{FF2B5EF4-FFF2-40B4-BE49-F238E27FC236}">
                  <a16:creationId xmlns:a16="http://schemas.microsoft.com/office/drawing/2014/main" id="{6118BDAF-7506-788F-54FC-41E423A3C755}"/>
                </a:ext>
              </a:extLst>
            </p:cNvPr>
            <p:cNvPicPr>
              <a:picLocks noChangeAspect="1"/>
            </p:cNvPicPr>
            <p:nvPr/>
          </p:nvPicPr>
          <p:blipFill>
            <a:blip r:embed="rId3"/>
            <a:stretch>
              <a:fillRect/>
            </a:stretch>
          </p:blipFill>
          <p:spPr>
            <a:xfrm>
              <a:off x="1635760" y="3114454"/>
              <a:ext cx="8750300" cy="1447800"/>
            </a:xfrm>
            <a:prstGeom prst="rect">
              <a:avLst/>
            </a:prstGeom>
          </p:spPr>
        </p:pic>
        <p:sp>
          <p:nvSpPr>
            <p:cNvPr id="9" name="TextBox 7">
              <a:extLst>
                <a:ext uri="{FF2B5EF4-FFF2-40B4-BE49-F238E27FC236}">
                  <a16:creationId xmlns:a16="http://schemas.microsoft.com/office/drawing/2014/main" id="{9AD4E4DA-9534-9B7E-DF3B-B199CCA553CB}"/>
                </a:ext>
              </a:extLst>
            </p:cNvPr>
            <p:cNvSpPr txBox="1"/>
            <p:nvPr/>
          </p:nvSpPr>
          <p:spPr>
            <a:xfrm>
              <a:off x="3659161" y="3338794"/>
              <a:ext cx="2037303" cy="499560"/>
            </a:xfrm>
            <a:prstGeom prst="rect">
              <a:avLst/>
            </a:prstGeom>
            <a:noFill/>
          </p:spPr>
          <p:txBody>
            <a:bodyPr wrap="square">
              <a:spAutoFit/>
            </a:bodyPr>
            <a:lstStyle/>
            <a:p>
              <a:pPr algn="l" fontAlgn="auto">
                <a:lnSpc>
                  <a:spcPct val="150000"/>
                </a:lnSpc>
              </a:pPr>
              <a:r>
                <a:rPr lang="zh-CN" altLang="en-US" sz="2000" dirty="0">
                  <a:solidFill>
                    <a:schemeClr val="accent1">
                      <a:lumMod val="75000"/>
                    </a:schemeClr>
                  </a:solidFill>
                  <a:latin typeface="微软雅黑" panose="020B0503020204020204" pitchFamily="34" charset="-122"/>
                  <a:ea typeface="微软雅黑" panose="020B0503020204020204" pitchFamily="34" charset="-122"/>
                  <a:sym typeface="+mn-ea"/>
                </a:rPr>
                <a:t>镜像</a:t>
              </a:r>
              <a:r>
                <a:rPr lang="en-US" altLang="zh-CN" sz="2000" dirty="0">
                  <a:solidFill>
                    <a:schemeClr val="accent1">
                      <a:lumMod val="75000"/>
                    </a:schemeClr>
                  </a:solidFill>
                  <a:latin typeface="微软雅黑" panose="020B0503020204020204" pitchFamily="34" charset="-122"/>
                  <a:ea typeface="微软雅黑" panose="020B0503020204020204" pitchFamily="34" charset="-122"/>
                  <a:sym typeface="+mn-ea"/>
                </a:rPr>
                <a:t>/</a:t>
              </a:r>
              <a:r>
                <a:rPr lang="zh-CN" altLang="en-US" sz="2000" dirty="0">
                  <a:solidFill>
                    <a:schemeClr val="accent1">
                      <a:lumMod val="75000"/>
                    </a:schemeClr>
                  </a:solidFill>
                  <a:latin typeface="微软雅黑" panose="020B0503020204020204" pitchFamily="34" charset="-122"/>
                  <a:ea typeface="微软雅黑" panose="020B0503020204020204" pitchFamily="34" charset="-122"/>
                  <a:sym typeface="+mn-ea"/>
                </a:rPr>
                <a:t>旋转截取</a:t>
              </a:r>
            </a:p>
          </p:txBody>
        </p:sp>
      </p:grpSp>
      <p:sp>
        <p:nvSpPr>
          <p:cNvPr id="10" name="文本框 9">
            <a:extLst>
              <a:ext uri="{FF2B5EF4-FFF2-40B4-BE49-F238E27FC236}">
                <a16:creationId xmlns:a16="http://schemas.microsoft.com/office/drawing/2014/main" id="{07B046C8-93DC-9CA7-7792-ED0583FE43E8}"/>
              </a:ext>
            </a:extLst>
          </p:cNvPr>
          <p:cNvSpPr txBox="1"/>
          <p:nvPr/>
        </p:nvSpPr>
        <p:spPr>
          <a:xfrm>
            <a:off x="814001" y="2021878"/>
            <a:ext cx="10356507" cy="1689052"/>
          </a:xfrm>
          <a:prstGeom prst="rect">
            <a:avLst/>
          </a:prstGeom>
          <a:noFill/>
        </p:spPr>
        <p:txBody>
          <a:bodyPr wrap="square" rtlCol="0" anchor="t">
            <a:spAutoFit/>
          </a:bodyPr>
          <a:lstStyle/>
          <a:p>
            <a:pPr marL="342900" indent="-342900">
              <a:lnSpc>
                <a:spcPct val="150000"/>
              </a:lnSpc>
              <a:buFont typeface="Wingdings" pitchFamily="2" charset="2"/>
              <a:buChar char="q"/>
            </a:pPr>
            <a:r>
              <a:rPr lang="zh-CN" altLang="en-US" sz="2400" spc="-10" dirty="0">
                <a:latin typeface="+mn-ea"/>
              </a:rPr>
              <a:t>和全新训练数据相比，提供的信息没那么多，且需要算法验证得到的样本依然表示原对象</a:t>
            </a:r>
            <a:endParaRPr lang="en-US" altLang="zh-CN" sz="2400" spc="-10" dirty="0">
              <a:latin typeface="+mn-ea"/>
            </a:endParaRPr>
          </a:p>
          <a:p>
            <a:pPr marL="342900" indent="-342900">
              <a:lnSpc>
                <a:spcPct val="150000"/>
              </a:lnSpc>
              <a:buFont typeface="Wingdings" pitchFamily="2" charset="2"/>
              <a:buChar char="q"/>
            </a:pPr>
            <a:r>
              <a:rPr lang="zh-CN" altLang="en-CN" sz="2400" spc="-10" dirty="0">
                <a:latin typeface="+mn-ea"/>
              </a:rPr>
              <a:t>优点是</a:t>
            </a:r>
            <a:r>
              <a:rPr lang="zh-CN" altLang="en-US" sz="2400" spc="-10" dirty="0">
                <a:latin typeface="+mn-ea"/>
              </a:rPr>
              <a:t>简单，成本低</a:t>
            </a:r>
            <a:endParaRPr lang="en-US" altLang="zh-CN" sz="2400" spc="-10" dirty="0">
              <a:latin typeface="+mn-ea"/>
            </a:endParaRPr>
          </a:p>
        </p:txBody>
      </p:sp>
      <p:sp>
        <p:nvSpPr>
          <p:cNvPr id="11" name="灯片编号占位符 10"/>
          <p:cNvSpPr>
            <a:spLocks noGrp="1"/>
          </p:cNvSpPr>
          <p:nvPr>
            <p:ph type="sldNum" sz="quarter" idx="14"/>
          </p:nvPr>
        </p:nvSpPr>
        <p:spPr/>
        <p:txBody>
          <a:bodyPr/>
          <a:lstStyle/>
          <a:p>
            <a:fld id="{AF69888C-E133-43D9-A638-B5C95925B91C}" type="slidenum">
              <a:rPr lang="zh-CN" altLang="en-US" smtClean="0"/>
              <a:t>6</a:t>
            </a:fld>
            <a:endParaRPr lang="zh-CN" altLang="en-US" dirty="0"/>
          </a:p>
        </p:txBody>
      </p:sp>
    </p:spTree>
    <p:extLst>
      <p:ext uri="{BB962C8B-B14F-4D97-AF65-F5344CB8AC3E}">
        <p14:creationId xmlns:p14="http://schemas.microsoft.com/office/powerpoint/2010/main" val="1695809677"/>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linds(horizontal)">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3217D7A-C6EE-EB77-740F-28AC62675721}"/>
              </a:ext>
            </a:extLst>
          </p:cNvPr>
          <p:cNvSpPr>
            <a:spLocks noGrp="1"/>
          </p:cNvSpPr>
          <p:nvPr>
            <p:ph type="body" sz="quarter" idx="12"/>
          </p:nvPr>
        </p:nvSpPr>
        <p:spPr>
          <a:xfrm>
            <a:off x="583894" y="519803"/>
            <a:ext cx="6819795" cy="426497"/>
          </a:xfrm>
        </p:spPr>
        <p:txBody>
          <a:bodyPr/>
          <a:lstStyle/>
          <a:p>
            <a:pPr marL="0" indent="0">
              <a:buNone/>
            </a:pPr>
            <a:r>
              <a:rPr lang="zh-CN" altLang="en-US" sz="4000" dirty="0"/>
              <a:t>数据层面的策略：数据增强</a:t>
            </a:r>
          </a:p>
          <a:p>
            <a:endParaRPr lang="zh-CN" altLang="en-US" dirty="0"/>
          </a:p>
        </p:txBody>
      </p:sp>
      <p:sp>
        <p:nvSpPr>
          <p:cNvPr id="3" name="文本框 8">
            <a:extLst>
              <a:ext uri="{FF2B5EF4-FFF2-40B4-BE49-F238E27FC236}">
                <a16:creationId xmlns:a16="http://schemas.microsoft.com/office/drawing/2014/main" id="{8BFB5D8C-CFB3-518E-8F34-F79B85CB35F7}"/>
              </a:ext>
            </a:extLst>
          </p:cNvPr>
          <p:cNvSpPr txBox="1"/>
          <p:nvPr/>
        </p:nvSpPr>
        <p:spPr>
          <a:xfrm>
            <a:off x="496570" y="811545"/>
            <a:ext cx="10673938" cy="1135054"/>
          </a:xfrm>
          <a:prstGeom prst="rect">
            <a:avLst/>
          </a:prstGeom>
          <a:noFill/>
        </p:spPr>
        <p:txBody>
          <a:bodyPr wrap="square" rtlCol="0" anchor="t">
            <a:spAutoFit/>
          </a:bodyPr>
          <a:lstStyle/>
          <a:p>
            <a:pPr marL="342900" indent="-342900">
              <a:lnSpc>
                <a:spcPct val="150000"/>
              </a:lnSpc>
              <a:buFont typeface="Wingdings" pitchFamily="2" charset="2"/>
              <a:buChar char="Ø"/>
            </a:pPr>
            <a:r>
              <a:rPr lang="zh-CN" altLang="en-US" sz="2400" spc="-10" dirty="0">
                <a:latin typeface="+mn-ea"/>
              </a:rPr>
              <a:t>对</a:t>
            </a:r>
            <a:r>
              <a:rPr lang="zh-CN" altLang="en-CN" sz="2400" spc="-10" dirty="0">
                <a:latin typeface="+mn-ea"/>
              </a:rPr>
              <a:t>已知样本</a:t>
            </a:r>
            <a:r>
              <a:rPr lang="zh-CN" altLang="en-US" sz="2400" spc="-10" dirty="0">
                <a:latin typeface="+mn-ea"/>
              </a:rPr>
              <a:t>进行简单处理、变换，从而增大数据集，额外生产假训练数据，减小过拟合风险</a:t>
            </a:r>
            <a:endParaRPr lang="en-US" altLang="zh-CN" sz="2400" spc="-10" dirty="0">
              <a:latin typeface="+mn-ea"/>
            </a:endParaRPr>
          </a:p>
        </p:txBody>
      </p:sp>
      <p:sp>
        <p:nvSpPr>
          <p:cNvPr id="6" name="TextBox 6">
            <a:extLst>
              <a:ext uri="{FF2B5EF4-FFF2-40B4-BE49-F238E27FC236}">
                <a16:creationId xmlns:a16="http://schemas.microsoft.com/office/drawing/2014/main" id="{C487418C-F5B2-396E-C10B-52554F4C6A38}"/>
              </a:ext>
            </a:extLst>
          </p:cNvPr>
          <p:cNvSpPr txBox="1"/>
          <p:nvPr/>
        </p:nvSpPr>
        <p:spPr>
          <a:xfrm>
            <a:off x="1107950" y="3728361"/>
            <a:ext cx="9817760" cy="499560"/>
          </a:xfrm>
          <a:prstGeom prst="rect">
            <a:avLst/>
          </a:prstGeom>
          <a:noFill/>
        </p:spPr>
        <p:txBody>
          <a:bodyPr wrap="square">
            <a:spAutoFit/>
          </a:bodyPr>
          <a:lstStyle/>
          <a:p>
            <a:pPr algn="l" fontAlgn="auto">
              <a:lnSpc>
                <a:spcPct val="150000"/>
              </a:lnSpc>
            </a:pPr>
            <a:r>
              <a:rPr lang="en-US" altLang="zh-CN" sz="2000" dirty="0" err="1">
                <a:solidFill>
                  <a:schemeClr val="accent1">
                    <a:lumMod val="75000"/>
                  </a:schemeClr>
                </a:solidFill>
                <a:latin typeface="微软雅黑" panose="020B0503020204020204" pitchFamily="34" charset="-122"/>
                <a:ea typeface="微软雅黑" panose="020B0503020204020204" pitchFamily="34" charset="-122"/>
                <a:sym typeface="+mn-ea"/>
              </a:rPr>
              <a:t>CutMix</a:t>
            </a:r>
            <a:r>
              <a:rPr lang="zh-CN" altLang="en-US" sz="2000" dirty="0">
                <a:solidFill>
                  <a:schemeClr val="accent1">
                    <a:lumMod val="75000"/>
                  </a:schemeClr>
                </a:solidFill>
                <a:latin typeface="微软雅黑" panose="020B0503020204020204" pitchFamily="34" charset="-122"/>
                <a:ea typeface="微软雅黑" panose="020B0503020204020204" pitchFamily="34" charset="-122"/>
                <a:sym typeface="+mn-ea"/>
              </a:rPr>
              <a:t>：</a:t>
            </a:r>
            <a:r>
              <a:rPr lang="zh-CN" altLang="en-US" sz="2000" dirty="0"/>
              <a:t>从另一张图片上切一块贴到当前图片上，同时按面积比例混合标签。</a:t>
            </a:r>
            <a:endParaRPr lang="zh-CN" altLang="en-US" sz="2000" dirty="0">
              <a:solidFill>
                <a:schemeClr val="accent1">
                  <a:lumMod val="75000"/>
                </a:schemeClr>
              </a:solidFill>
              <a:latin typeface="微软雅黑" panose="020B0503020204020204" pitchFamily="34" charset="-122"/>
              <a:ea typeface="微软雅黑" panose="020B0503020204020204" pitchFamily="34" charset="-122"/>
              <a:sym typeface="+mn-ea"/>
            </a:endParaRPr>
          </a:p>
        </p:txBody>
      </p:sp>
      <p:sp>
        <p:nvSpPr>
          <p:cNvPr id="9" name="TextBox 7">
            <a:extLst>
              <a:ext uri="{FF2B5EF4-FFF2-40B4-BE49-F238E27FC236}">
                <a16:creationId xmlns:a16="http://schemas.microsoft.com/office/drawing/2014/main" id="{9AD4E4DA-9534-9B7E-DF3B-B199CCA553CB}"/>
              </a:ext>
            </a:extLst>
          </p:cNvPr>
          <p:cNvSpPr txBox="1"/>
          <p:nvPr/>
        </p:nvSpPr>
        <p:spPr>
          <a:xfrm>
            <a:off x="1107950" y="2594953"/>
            <a:ext cx="9817761" cy="960648"/>
          </a:xfrm>
          <a:prstGeom prst="rect">
            <a:avLst/>
          </a:prstGeom>
          <a:noFill/>
        </p:spPr>
        <p:txBody>
          <a:bodyPr wrap="square">
            <a:spAutoFit/>
          </a:bodyPr>
          <a:lstStyle/>
          <a:p>
            <a:pPr algn="l" fontAlgn="auto">
              <a:lnSpc>
                <a:spcPct val="150000"/>
              </a:lnSpc>
            </a:pPr>
            <a:r>
              <a:rPr lang="en-US" altLang="zh-CN" sz="2000" dirty="0" err="1">
                <a:solidFill>
                  <a:schemeClr val="accent1">
                    <a:lumMod val="75000"/>
                  </a:schemeClr>
                </a:solidFill>
                <a:latin typeface="微软雅黑" panose="020B0503020204020204" pitchFamily="34" charset="-122"/>
                <a:ea typeface="微软雅黑" panose="020B0503020204020204" pitchFamily="34" charset="-122"/>
                <a:sym typeface="+mn-ea"/>
              </a:rPr>
              <a:t>MixUp</a:t>
            </a:r>
            <a:r>
              <a:rPr lang="zh-CN" altLang="en-US" sz="2000" dirty="0">
                <a:solidFill>
                  <a:schemeClr val="accent1">
                    <a:lumMod val="75000"/>
                  </a:schemeClr>
                </a:solidFill>
                <a:latin typeface="微软雅黑" panose="020B0503020204020204" pitchFamily="34" charset="-122"/>
                <a:ea typeface="微软雅黑" panose="020B0503020204020204" pitchFamily="34" charset="-122"/>
                <a:sym typeface="+mn-ea"/>
              </a:rPr>
              <a:t>：</a:t>
            </a:r>
            <a:r>
              <a:rPr lang="zh-CN" altLang="en-US" sz="2000" dirty="0"/>
              <a:t>把两张图片叠在一起（做透明混合），标签也按比例混合。</a:t>
            </a:r>
            <a:endParaRPr lang="en-US" altLang="zh-CN" sz="2000" dirty="0"/>
          </a:p>
          <a:p>
            <a:pPr algn="l" fontAlgn="auto">
              <a:lnSpc>
                <a:spcPct val="150000"/>
              </a:lnSpc>
            </a:pPr>
            <a:r>
              <a:rPr lang="en" altLang="zh-CN" sz="2000" i="1" dirty="0" err="1"/>
              <a:t>MixUp</a:t>
            </a:r>
            <a:r>
              <a:rPr lang="en" altLang="zh-CN" sz="2000" i="1" dirty="0"/>
              <a:t>(X) = 0.6×</a:t>
            </a:r>
            <a:r>
              <a:rPr lang="zh-CN" altLang="en-US" sz="2000" i="1" dirty="0"/>
              <a:t>猫 </a:t>
            </a:r>
            <a:r>
              <a:rPr lang="en-US" altLang="zh-CN" sz="2000" i="1" dirty="0"/>
              <a:t>+ 0.4×</a:t>
            </a:r>
            <a:r>
              <a:rPr lang="zh-CN" altLang="en-US" sz="2000" i="1" dirty="0"/>
              <a:t>狗；</a:t>
            </a:r>
            <a:r>
              <a:rPr lang="en" altLang="zh-CN" sz="2000" i="1" dirty="0" err="1"/>
              <a:t>MixUp</a:t>
            </a:r>
            <a:r>
              <a:rPr lang="en" altLang="zh-CN" sz="2000" i="1" dirty="0"/>
              <a:t>(Y) = 0.6×“</a:t>
            </a:r>
            <a:r>
              <a:rPr lang="zh-CN" altLang="en-US" sz="2000" i="1" dirty="0"/>
              <a:t>猫标签” </a:t>
            </a:r>
            <a:r>
              <a:rPr lang="en-US" altLang="zh-CN" sz="2000" i="1" dirty="0"/>
              <a:t>+ 0.4×“</a:t>
            </a:r>
            <a:r>
              <a:rPr lang="zh-CN" altLang="en-US" sz="2000" i="1" dirty="0"/>
              <a:t>狗标签”</a:t>
            </a:r>
            <a:endParaRPr lang="zh-CN" altLang="en-US" sz="2000" i="1" dirty="0">
              <a:solidFill>
                <a:schemeClr val="accent1">
                  <a:lumMod val="75000"/>
                </a:schemeClr>
              </a:solidFill>
              <a:latin typeface="微软雅黑" panose="020B0503020204020204" pitchFamily="34" charset="-122"/>
              <a:ea typeface="微软雅黑" panose="020B0503020204020204" pitchFamily="34" charset="-122"/>
              <a:sym typeface="+mn-ea"/>
            </a:endParaRPr>
          </a:p>
        </p:txBody>
      </p:sp>
      <p:sp>
        <p:nvSpPr>
          <p:cNvPr id="11" name="灯片编号占位符 10"/>
          <p:cNvSpPr>
            <a:spLocks noGrp="1"/>
          </p:cNvSpPr>
          <p:nvPr>
            <p:ph type="sldNum" sz="quarter" idx="14"/>
          </p:nvPr>
        </p:nvSpPr>
        <p:spPr/>
        <p:txBody>
          <a:bodyPr/>
          <a:lstStyle/>
          <a:p>
            <a:fld id="{AF69888C-E133-43D9-A638-B5C95925B91C}" type="slidenum">
              <a:rPr lang="zh-CN" altLang="en-US" smtClean="0"/>
              <a:t>7</a:t>
            </a:fld>
            <a:endParaRPr lang="zh-CN" altLang="en-US" dirty="0"/>
          </a:p>
        </p:txBody>
      </p:sp>
      <p:sp>
        <p:nvSpPr>
          <p:cNvPr id="12" name="TextBox 6">
            <a:extLst>
              <a:ext uri="{FF2B5EF4-FFF2-40B4-BE49-F238E27FC236}">
                <a16:creationId xmlns:a16="http://schemas.microsoft.com/office/drawing/2014/main" id="{2F57A139-A726-3044-A635-C6F7C1D0DA56}"/>
              </a:ext>
            </a:extLst>
          </p:cNvPr>
          <p:cNvSpPr txBox="1"/>
          <p:nvPr/>
        </p:nvSpPr>
        <p:spPr>
          <a:xfrm>
            <a:off x="1107950" y="4394826"/>
            <a:ext cx="10245850" cy="961225"/>
          </a:xfrm>
          <a:prstGeom prst="rect">
            <a:avLst/>
          </a:prstGeom>
          <a:noFill/>
        </p:spPr>
        <p:txBody>
          <a:bodyPr wrap="square">
            <a:spAutoFit/>
          </a:bodyPr>
          <a:lstStyle/>
          <a:p>
            <a:pPr>
              <a:lnSpc>
                <a:spcPct val="150000"/>
              </a:lnSpc>
            </a:pPr>
            <a:r>
              <a:rPr lang="zh-CN" altLang="en-US" sz="2000" dirty="0">
                <a:solidFill>
                  <a:schemeClr val="accent1">
                    <a:lumMod val="75000"/>
                  </a:schemeClr>
                </a:solidFill>
                <a:latin typeface="微软雅黑" panose="020B0503020204020204" pitchFamily="34" charset="-122"/>
                <a:ea typeface="微软雅黑" panose="020B0503020204020204" pitchFamily="34" charset="-122"/>
                <a:sym typeface="+mn-ea"/>
              </a:rPr>
              <a:t>合成数据：</a:t>
            </a:r>
            <a:r>
              <a:rPr lang="zh-CN" altLang="en-US" sz="2000" dirty="0"/>
              <a:t>使用 </a:t>
            </a:r>
            <a:r>
              <a:rPr lang="en" altLang="zh-CN" sz="2000" dirty="0"/>
              <a:t>AI </a:t>
            </a:r>
            <a:r>
              <a:rPr lang="zh-CN" altLang="en-US" sz="2000" dirty="0"/>
              <a:t>生成器合成（</a:t>
            </a:r>
            <a:r>
              <a:rPr lang="en" altLang="zh-CN" sz="2000" dirty="0"/>
              <a:t>GPT </a:t>
            </a:r>
            <a:r>
              <a:rPr lang="zh-CN" altLang="en-US" sz="2000" dirty="0"/>
              <a:t>生成新的问题与答案）、规则生成的“虚拟样本”（自动驾驶用 </a:t>
            </a:r>
            <a:r>
              <a:rPr lang="en-US" altLang="zh-CN" sz="2000" dirty="0"/>
              <a:t>3</a:t>
            </a:r>
            <a:r>
              <a:rPr lang="en" altLang="zh-CN" sz="2000" dirty="0"/>
              <a:t>D </a:t>
            </a:r>
            <a:r>
              <a:rPr lang="zh-CN" altLang="en-US" sz="2000" dirty="0"/>
              <a:t>仿真生成数据）、传统的数据扩增生成法（</a:t>
            </a:r>
            <a:r>
              <a:rPr lang="en-US" altLang="zh-CN" sz="2000" dirty="0"/>
              <a:t>GAN</a:t>
            </a:r>
            <a:r>
              <a:rPr lang="zh-CN" altLang="en-US" sz="2000" dirty="0"/>
              <a:t>）</a:t>
            </a:r>
            <a:endParaRPr lang="zh-CN" altLang="en-US" sz="2000" dirty="0">
              <a:solidFill>
                <a:schemeClr val="accent1">
                  <a:lumMod val="75000"/>
                </a:schemeClr>
              </a:solidFill>
              <a:latin typeface="微软雅黑" panose="020B0503020204020204" pitchFamily="34" charset="-122"/>
              <a:ea typeface="微软雅黑" panose="020B0503020204020204" pitchFamily="34" charset="-122"/>
              <a:sym typeface="+mn-ea"/>
            </a:endParaRPr>
          </a:p>
        </p:txBody>
      </p:sp>
      <p:sp>
        <p:nvSpPr>
          <p:cNvPr id="14" name="文本框 13">
            <a:extLst>
              <a:ext uri="{FF2B5EF4-FFF2-40B4-BE49-F238E27FC236}">
                <a16:creationId xmlns:a16="http://schemas.microsoft.com/office/drawing/2014/main" id="{ED091AEE-EC28-1A49-9F8A-4754C5118328}"/>
              </a:ext>
            </a:extLst>
          </p:cNvPr>
          <p:cNvSpPr txBox="1"/>
          <p:nvPr/>
        </p:nvSpPr>
        <p:spPr>
          <a:xfrm>
            <a:off x="1107950" y="5733611"/>
            <a:ext cx="6098458" cy="461665"/>
          </a:xfrm>
          <a:prstGeom prst="rect">
            <a:avLst/>
          </a:prstGeom>
          <a:noFill/>
        </p:spPr>
        <p:txBody>
          <a:bodyPr wrap="square">
            <a:spAutoFit/>
          </a:bodyPr>
          <a:lstStyle/>
          <a:p>
            <a:r>
              <a:rPr lang="zh-CN" altLang="en-US" sz="2400" b="1" dirty="0"/>
              <a:t>通过更多样化的数据减少过拟合</a:t>
            </a:r>
          </a:p>
        </p:txBody>
      </p:sp>
    </p:spTree>
    <p:extLst>
      <p:ext uri="{BB962C8B-B14F-4D97-AF65-F5344CB8AC3E}">
        <p14:creationId xmlns:p14="http://schemas.microsoft.com/office/powerpoint/2010/main" val="4164749723"/>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blinds(horizontal)">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9"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9DDFB2F-B74F-11BE-996D-FE91CFB1A939}"/>
              </a:ext>
            </a:extLst>
          </p:cNvPr>
          <p:cNvSpPr>
            <a:spLocks noGrp="1"/>
          </p:cNvSpPr>
          <p:nvPr>
            <p:ph type="body" sz="quarter" idx="12"/>
          </p:nvPr>
        </p:nvSpPr>
        <p:spPr>
          <a:xfrm>
            <a:off x="505783" y="444390"/>
            <a:ext cx="8756204" cy="426497"/>
          </a:xfrm>
        </p:spPr>
        <p:txBody>
          <a:bodyPr/>
          <a:lstStyle/>
          <a:p>
            <a:pPr marL="0" indent="0">
              <a:buNone/>
            </a:pPr>
            <a:r>
              <a:rPr lang="zh-CN" altLang="en-US" sz="4000" dirty="0"/>
              <a:t>模型层面的策略：</a:t>
            </a:r>
            <a:r>
              <a:rPr lang="en-US" altLang="zh-CN" sz="4000" dirty="0"/>
              <a:t>L1</a:t>
            </a:r>
            <a:r>
              <a:rPr lang="zh-CN" altLang="en-US" sz="4000" dirty="0"/>
              <a:t>与</a:t>
            </a:r>
            <a:r>
              <a:rPr lang="en-US" altLang="zh-CN" sz="4000" dirty="0"/>
              <a:t>L2</a:t>
            </a:r>
            <a:r>
              <a:rPr lang="zh-CN" altLang="en-US" sz="4000" dirty="0"/>
              <a:t>正则化</a:t>
            </a:r>
          </a:p>
          <a:p>
            <a:endParaRPr lang="zh-CN" altLang="en-US" dirty="0"/>
          </a:p>
        </p:txBody>
      </p:sp>
      <p:sp>
        <p:nvSpPr>
          <p:cNvPr id="3" name="文本框 2">
            <a:extLst>
              <a:ext uri="{FF2B5EF4-FFF2-40B4-BE49-F238E27FC236}">
                <a16:creationId xmlns:a16="http://schemas.microsoft.com/office/drawing/2014/main" id="{A0928B40-6356-D175-3B5F-48BAF9ED4477}"/>
              </a:ext>
            </a:extLst>
          </p:cNvPr>
          <p:cNvSpPr txBox="1"/>
          <p:nvPr/>
        </p:nvSpPr>
        <p:spPr>
          <a:xfrm>
            <a:off x="456303" y="1034494"/>
            <a:ext cx="11279394" cy="3904339"/>
          </a:xfrm>
          <a:prstGeom prst="rect">
            <a:avLst/>
          </a:prstGeom>
          <a:noFill/>
        </p:spPr>
        <p:txBody>
          <a:bodyPr wrap="square" rtlCol="0" anchor="t">
            <a:spAutoFit/>
          </a:bodyPr>
          <a:lstStyle/>
          <a:p>
            <a:pPr marL="342900" indent="-342900" fontAlgn="auto">
              <a:lnSpc>
                <a:spcPct val="150000"/>
              </a:lnSpc>
              <a:buFont typeface="Wingdings" pitchFamily="2" charset="2"/>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L1和L2是最常见的正则化方法。它们</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在代价函数</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（cost function）中</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增加一个正则项</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，由于添加了这个正则化项，权重矩阵的值减小</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50000"/>
              </a:lnSpc>
              <a:buFont typeface="Wingdings" pitchFamily="2" charset="2"/>
              <a:buChar char="Ø"/>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50000"/>
              </a:lnSpc>
              <a:buFont typeface="Wingdings" pitchFamily="2" charset="2"/>
              <a:buChar char="Ø"/>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50000"/>
              </a:lnSpc>
              <a:buFont typeface="Wingdings" pitchFamily="2" charset="2"/>
              <a:buChar char="Ø"/>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50000"/>
              </a:lnSpc>
              <a:buFont typeface="Wingdings" pitchFamily="2" charset="2"/>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具有更小权重矩阵的神经网络导致更简单的模型。 因此它可在一定程度上减少过拟合。</a:t>
            </a:r>
            <a:endParaRPr lang="zh-CN" altLang="en-US" sz="2400" dirty="0"/>
          </a:p>
        </p:txBody>
      </p:sp>
      <p:sp>
        <p:nvSpPr>
          <p:cNvPr id="4" name="文本框 3">
            <a:extLst>
              <a:ext uri="{FF2B5EF4-FFF2-40B4-BE49-F238E27FC236}">
                <a16:creationId xmlns:a16="http://schemas.microsoft.com/office/drawing/2014/main" id="{DFCBEC2C-4CAB-8EB0-CF1A-2BA2C1D5B049}"/>
              </a:ext>
            </a:extLst>
          </p:cNvPr>
          <p:cNvSpPr txBox="1"/>
          <p:nvPr/>
        </p:nvSpPr>
        <p:spPr>
          <a:xfrm>
            <a:off x="815570" y="2571862"/>
            <a:ext cx="8559045" cy="1382238"/>
          </a:xfrm>
          <a:prstGeom prst="rect">
            <a:avLst/>
          </a:prstGeom>
          <a:noFill/>
        </p:spPr>
        <p:txBody>
          <a:bodyPr wrap="square" rtlCol="0">
            <a:spAutoFit/>
          </a:bodyPr>
          <a:lstStyle/>
          <a:p>
            <a:pPr>
              <a:lnSpc>
                <a:spcPct val="150000"/>
              </a:lnSpc>
            </a:pPr>
            <a:endParaRPr lang="zh-CN" altLang="en-US" dirty="0">
              <a:latin typeface="+mn-ea"/>
              <a:cs typeface="+mn-ea"/>
            </a:endParaRPr>
          </a:p>
          <a:p>
            <a:pPr marL="342900" indent="-342900">
              <a:lnSpc>
                <a:spcPct val="150000"/>
              </a:lnSpc>
              <a:buFont typeface="Wingdings" pitchFamily="2" charset="2"/>
              <a:buChar char="q"/>
            </a:pPr>
            <a:r>
              <a:rPr lang="zh-CN" altLang="en-US" sz="2200" dirty="0">
                <a:latin typeface="+mn-ea"/>
                <a:cs typeface="+mn-ea"/>
              </a:rPr>
              <a:t>这里的</a:t>
            </a:r>
            <a:r>
              <a:rPr lang="zh-CN" altLang="en-US" sz="2200" dirty="0">
                <a:solidFill>
                  <a:srgbClr val="FF0000"/>
                </a:solidFill>
                <a:latin typeface="+mn-ea"/>
                <a:cs typeface="+mn-ea"/>
              </a:rPr>
              <a:t>λ</a:t>
            </a:r>
            <a:r>
              <a:rPr lang="zh-CN" altLang="en-US" sz="2200" dirty="0">
                <a:latin typeface="+mn-ea"/>
                <a:cs typeface="+mn-ea"/>
              </a:rPr>
              <a:t>是</a:t>
            </a:r>
            <a:r>
              <a:rPr lang="zh-CN" altLang="en-US" sz="2200" dirty="0">
                <a:solidFill>
                  <a:srgbClr val="FF0000"/>
                </a:solidFill>
                <a:latin typeface="+mn-ea"/>
                <a:cs typeface="+mn-ea"/>
              </a:rPr>
              <a:t>正则化参数</a:t>
            </a:r>
            <a:r>
              <a:rPr lang="zh-CN" altLang="en-US" sz="2200" dirty="0">
                <a:latin typeface="+mn-ea"/>
                <a:cs typeface="+mn-ea"/>
              </a:rPr>
              <a:t>，它是一个需要优化的</a:t>
            </a:r>
            <a:r>
              <a:rPr lang="zh-CN" altLang="en-US" sz="2200" dirty="0">
                <a:solidFill>
                  <a:srgbClr val="FF0000"/>
                </a:solidFill>
                <a:latin typeface="+mn-ea"/>
                <a:cs typeface="+mn-ea"/>
              </a:rPr>
              <a:t>超参数</a:t>
            </a:r>
            <a:endParaRPr lang="en-US" altLang="zh-CN" b="1" dirty="0">
              <a:latin typeface="+mn-ea"/>
              <a:cs typeface="+mn-ea"/>
            </a:endParaRPr>
          </a:p>
          <a:p>
            <a:pPr>
              <a:lnSpc>
                <a:spcPct val="150000"/>
              </a:lnSpc>
            </a:pPr>
            <a:endParaRPr lang="en-US" altLang="zh-CN" b="1" dirty="0">
              <a:latin typeface="+mn-ea"/>
              <a:cs typeface="+mn-ea"/>
            </a:endParaRPr>
          </a:p>
        </p:txBody>
      </p:sp>
      <p:pic>
        <p:nvPicPr>
          <p:cNvPr id="5" name="图片 4">
            <a:extLst>
              <a:ext uri="{FF2B5EF4-FFF2-40B4-BE49-F238E27FC236}">
                <a16:creationId xmlns:a16="http://schemas.microsoft.com/office/drawing/2014/main" id="{DAE0BD2F-20BF-9694-71A8-BF847CC9D02F}"/>
              </a:ext>
            </a:extLst>
          </p:cNvPr>
          <p:cNvPicPr>
            <a:picLocks noChangeAspect="1"/>
          </p:cNvPicPr>
          <p:nvPr>
            <p:custDataLst>
              <p:tags r:id="rId1"/>
            </p:custDataLst>
          </p:nvPr>
        </p:nvPicPr>
        <p:blipFill>
          <a:blip r:embed="rId4"/>
          <a:srcRect l="1321" t="8898" r="4932" b="70962"/>
          <a:stretch>
            <a:fillRect/>
          </a:stretch>
        </p:blipFill>
        <p:spPr>
          <a:xfrm>
            <a:off x="3508325" y="2398514"/>
            <a:ext cx="5274310" cy="622300"/>
          </a:xfrm>
          <a:prstGeom prst="rect">
            <a:avLst/>
          </a:prstGeom>
        </p:spPr>
      </p:pic>
      <p:sp>
        <p:nvSpPr>
          <p:cNvPr id="7" name="灯片编号占位符 6"/>
          <p:cNvSpPr>
            <a:spLocks noGrp="1"/>
          </p:cNvSpPr>
          <p:nvPr>
            <p:ph type="sldNum" sz="quarter" idx="14"/>
          </p:nvPr>
        </p:nvSpPr>
        <p:spPr/>
        <p:txBody>
          <a:bodyPr/>
          <a:lstStyle/>
          <a:p>
            <a:fld id="{AF69888C-E133-43D9-A638-B5C95925B91C}" type="slidenum">
              <a:rPr lang="zh-CN" altLang="en-US" smtClean="0"/>
              <a:t>8</a:t>
            </a:fld>
            <a:endParaRPr lang="zh-CN" altLang="en-US" dirty="0"/>
          </a:p>
        </p:txBody>
      </p:sp>
      <p:sp>
        <p:nvSpPr>
          <p:cNvPr id="9" name="文本框 8">
            <a:extLst>
              <a:ext uri="{FF2B5EF4-FFF2-40B4-BE49-F238E27FC236}">
                <a16:creationId xmlns:a16="http://schemas.microsoft.com/office/drawing/2014/main" id="{761108E3-0343-2543-BF34-E45370EA2C19}"/>
              </a:ext>
            </a:extLst>
          </p:cNvPr>
          <p:cNvSpPr txBox="1"/>
          <p:nvPr/>
        </p:nvSpPr>
        <p:spPr>
          <a:xfrm>
            <a:off x="505783" y="5294291"/>
            <a:ext cx="11303354" cy="830997"/>
          </a:xfrm>
          <a:prstGeom prst="rect">
            <a:avLst/>
          </a:prstGeom>
          <a:noFill/>
        </p:spPr>
        <p:txBody>
          <a:bodyPr wrap="square">
            <a:spAutoFit/>
          </a:bodyPr>
          <a:lstStyle/>
          <a:p>
            <a:pPr marL="342900" indent="-342900">
              <a:buFont typeface="Wingdings" pitchFamily="2" charset="2"/>
              <a:buChar char="Ø"/>
            </a:pPr>
            <a:r>
              <a:rPr lang="zh-CN" altLang="en-US" sz="2400" dirty="0"/>
              <a:t>大模型不会直接使用 </a:t>
            </a:r>
            <a:r>
              <a:rPr lang="en" altLang="zh-CN" sz="2400" dirty="0"/>
              <a:t>L2 </a:t>
            </a:r>
            <a:r>
              <a:rPr lang="zh-CN" altLang="en-US" sz="2400" dirty="0"/>
              <a:t>正则，而使用</a:t>
            </a:r>
            <a:r>
              <a:rPr lang="zh-CN" altLang="en-US" sz="2400" dirty="0">
                <a:solidFill>
                  <a:srgbClr val="C00000"/>
                </a:solidFill>
              </a:rPr>
              <a:t>参数衰减（</a:t>
            </a:r>
            <a:r>
              <a:rPr lang="en" altLang="zh-CN" sz="2400" dirty="0">
                <a:solidFill>
                  <a:srgbClr val="C00000"/>
                </a:solidFill>
              </a:rPr>
              <a:t>Weight Decay</a:t>
            </a:r>
            <a:r>
              <a:rPr lang="zh-CN" altLang="en" sz="2400" dirty="0">
                <a:solidFill>
                  <a:srgbClr val="C00000"/>
                </a:solidFill>
              </a:rPr>
              <a:t>）</a:t>
            </a:r>
            <a:r>
              <a:rPr lang="zh-CN" altLang="en" sz="2400" dirty="0"/>
              <a:t>。</a:t>
            </a:r>
            <a:r>
              <a:rPr lang="zh-CN" altLang="en-US" sz="2400" dirty="0"/>
              <a:t>参数衰减不加入损失函数，而是在更新中直接按比例缩小权重</a:t>
            </a:r>
            <a:endParaRPr lang="zh-CN" altLang="en-US" sz="2400" b="1" dirty="0"/>
          </a:p>
        </p:txBody>
      </p:sp>
    </p:spTree>
    <p:extLst>
      <p:ext uri="{BB962C8B-B14F-4D97-AF65-F5344CB8AC3E}">
        <p14:creationId xmlns:p14="http://schemas.microsoft.com/office/powerpoint/2010/main" val="1241441321"/>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9DDFB2F-B74F-11BE-996D-FE91CFB1A939}"/>
              </a:ext>
            </a:extLst>
          </p:cNvPr>
          <p:cNvSpPr>
            <a:spLocks noGrp="1"/>
          </p:cNvSpPr>
          <p:nvPr>
            <p:ph type="body" sz="quarter" idx="12"/>
          </p:nvPr>
        </p:nvSpPr>
        <p:spPr>
          <a:xfrm>
            <a:off x="550028" y="553669"/>
            <a:ext cx="4836888" cy="426497"/>
          </a:xfrm>
        </p:spPr>
        <p:txBody>
          <a:bodyPr/>
          <a:lstStyle/>
          <a:p>
            <a:pPr marL="0" indent="0">
              <a:buNone/>
            </a:pPr>
            <a:r>
              <a:rPr lang="zh-CN" altLang="en-US" sz="4000" dirty="0"/>
              <a:t>早停</a:t>
            </a:r>
          </a:p>
          <a:p>
            <a:endParaRPr lang="zh-CN" altLang="en-US" dirty="0"/>
          </a:p>
        </p:txBody>
      </p:sp>
      <p:sp>
        <p:nvSpPr>
          <p:cNvPr id="7" name="文本框 6">
            <a:extLst>
              <a:ext uri="{FF2B5EF4-FFF2-40B4-BE49-F238E27FC236}">
                <a16:creationId xmlns:a16="http://schemas.microsoft.com/office/drawing/2014/main" id="{96BDA566-DD83-5EC1-812E-EC15F52B8188}"/>
              </a:ext>
            </a:extLst>
          </p:cNvPr>
          <p:cNvSpPr txBox="1"/>
          <p:nvPr/>
        </p:nvSpPr>
        <p:spPr>
          <a:xfrm>
            <a:off x="550028" y="843546"/>
            <a:ext cx="11378272" cy="2243050"/>
          </a:xfrm>
          <a:prstGeom prst="rect">
            <a:avLst/>
          </a:prstGeom>
          <a:noFill/>
        </p:spPr>
        <p:txBody>
          <a:bodyPr wrap="square" rtlCol="0" anchor="t">
            <a:spAutoFit/>
          </a:bodyPr>
          <a:lstStyle/>
          <a:p>
            <a:pPr marL="342900" indent="-342900" fontAlgn="auto">
              <a:lnSpc>
                <a:spcPct val="150000"/>
              </a:lnSpc>
              <a:buFont typeface="Wingdings" pitchFamily="2" charset="2"/>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提前停止（early stopping）是将一部分训练集作为验证集（validation set）。 当验证集的性能越来越差时或者性能不再提升，则立即停止对该模型的训练</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50000"/>
              </a:lnSpc>
              <a:buFont typeface="Wingdings" pitchFamily="2" charset="2"/>
              <a:buChar char="Ø"/>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文本框 7">
            <a:extLst>
              <a:ext uri="{FF2B5EF4-FFF2-40B4-BE49-F238E27FC236}">
                <a16:creationId xmlns:a16="http://schemas.microsoft.com/office/drawing/2014/main" id="{CAB9C34E-7436-7615-62A0-84A3C72E111E}"/>
              </a:ext>
            </a:extLst>
          </p:cNvPr>
          <p:cNvSpPr txBox="1"/>
          <p:nvPr/>
        </p:nvSpPr>
        <p:spPr>
          <a:xfrm>
            <a:off x="917746" y="2040409"/>
            <a:ext cx="10356507" cy="581057"/>
          </a:xfrm>
          <a:prstGeom prst="rect">
            <a:avLst/>
          </a:prstGeom>
          <a:noFill/>
        </p:spPr>
        <p:txBody>
          <a:bodyPr wrap="square" rtlCol="0" anchor="t">
            <a:spAutoFit/>
          </a:bodyPr>
          <a:lstStyle/>
          <a:p>
            <a:pPr marL="342900" indent="-342900">
              <a:lnSpc>
                <a:spcPct val="150000"/>
              </a:lnSpc>
              <a:buFont typeface="Wingdings" pitchFamily="2" charset="2"/>
              <a:buChar char="q"/>
            </a:pPr>
            <a:r>
              <a:rPr lang="zh-CN" altLang="en-CN" sz="2400" spc="-10" dirty="0">
                <a:latin typeface="+mn-ea"/>
              </a:rPr>
              <a:t>提前</a:t>
            </a:r>
            <a:r>
              <a:rPr lang="zh-CN" altLang="en-US" sz="2400" spc="-10" dirty="0">
                <a:latin typeface="+mn-ea"/>
              </a:rPr>
              <a:t>停止，代价函数可能不够小</a:t>
            </a:r>
            <a:endParaRPr lang="en-US" altLang="zh-CN" sz="2400" spc="-10" dirty="0">
              <a:latin typeface="+mn-ea"/>
            </a:endParaRPr>
          </a:p>
        </p:txBody>
      </p:sp>
      <p:pic>
        <p:nvPicPr>
          <p:cNvPr id="9" name="图片 8">
            <a:extLst>
              <a:ext uri="{FF2B5EF4-FFF2-40B4-BE49-F238E27FC236}">
                <a16:creationId xmlns:a16="http://schemas.microsoft.com/office/drawing/2014/main" id="{044D60DF-169D-3408-A518-154B4A76FE3C}"/>
              </a:ext>
            </a:extLst>
          </p:cNvPr>
          <p:cNvPicPr>
            <a:picLocks noChangeAspect="1"/>
          </p:cNvPicPr>
          <p:nvPr/>
        </p:nvPicPr>
        <p:blipFill>
          <a:blip r:embed="rId2"/>
          <a:stretch>
            <a:fillRect/>
          </a:stretch>
        </p:blipFill>
        <p:spPr>
          <a:xfrm>
            <a:off x="3402330" y="2772762"/>
            <a:ext cx="4777740" cy="3371215"/>
          </a:xfrm>
          <a:prstGeom prst="rect">
            <a:avLst/>
          </a:prstGeom>
        </p:spPr>
      </p:pic>
      <mc:AlternateContent xmlns:mc="http://schemas.openxmlformats.org/markup-compatibility/2006" xmlns:a14="http://schemas.microsoft.com/office/drawing/2010/main">
        <mc:Choice Requires="a14">
          <p:sp>
            <p:nvSpPr>
              <p:cNvPr id="10" name="TextBox 5">
                <a:extLst>
                  <a:ext uri="{FF2B5EF4-FFF2-40B4-BE49-F238E27FC236}">
                    <a16:creationId xmlns:a16="http://schemas.microsoft.com/office/drawing/2014/main" id="{03C66E8F-BE05-5C9F-5FAD-56584B142B0D}"/>
                  </a:ext>
                </a:extLst>
              </p:cNvPr>
              <p:cNvSpPr txBox="1"/>
              <p:nvPr/>
            </p:nvSpPr>
            <p:spPr>
              <a:xfrm>
                <a:off x="3242353" y="5400646"/>
                <a:ext cx="1383194" cy="961225"/>
              </a:xfrm>
              <a:prstGeom prst="rect">
                <a:avLst/>
              </a:prstGeom>
              <a:noFill/>
            </p:spPr>
            <p:txBody>
              <a:bodyPr wrap="square">
                <a:spAutoFit/>
              </a:bodyPr>
              <a:lstStyle/>
              <a:p>
                <a:pPr>
                  <a:lnSpc>
                    <a:spcPct val="150000"/>
                  </a:lnSpc>
                </a:pPr>
                <a:r>
                  <a:rPr lang="zh-CN" altLang="en-US" sz="2000" dirty="0">
                    <a:solidFill>
                      <a:schemeClr val="accent1">
                        <a:lumMod val="75000"/>
                      </a:schemeClr>
                    </a:solidFill>
                    <a:latin typeface="微软雅黑" panose="020B0503020204020204" pitchFamily="34" charset="-122"/>
                    <a:ea typeface="微软雅黑" panose="020B0503020204020204" pitchFamily="34" charset="-122"/>
                    <a:sym typeface="+mn-ea"/>
                  </a:rPr>
                  <a:t>参数</a:t>
                </a:r>
                <a14:m>
                  <m:oMath xmlns:m="http://schemas.openxmlformats.org/officeDocument/2006/math">
                    <m:d>
                      <m:dPr>
                        <m:begChr m:val="‖"/>
                        <m:endChr m:val="‖"/>
                        <m:ctrlPr>
                          <a:rPr lang="en-US" altLang="zh-CN" sz="2000" i="1" dirty="0" smtClean="0">
                            <a:solidFill>
                              <a:schemeClr val="accent1">
                                <a:lumMod val="75000"/>
                              </a:schemeClr>
                            </a:solidFill>
                            <a:latin typeface="Cambria Math" panose="02040503050406030204" pitchFamily="18" charset="0"/>
                            <a:ea typeface="微软雅黑" panose="020B0503020204020204" pitchFamily="34" charset="-122"/>
                            <a:sym typeface="+mn-ea"/>
                          </a:rPr>
                        </m:ctrlPr>
                      </m:dPr>
                      <m:e>
                        <m:r>
                          <a:rPr lang="en-US" altLang="zh-CN" sz="2000" b="1" i="1" dirty="0">
                            <a:solidFill>
                              <a:schemeClr val="accent1">
                                <a:lumMod val="75000"/>
                              </a:schemeClr>
                            </a:solidFill>
                            <a:latin typeface="Cambria Math" panose="02040503050406030204" pitchFamily="18" charset="0"/>
                            <a:ea typeface="微软雅黑" panose="020B0503020204020204" pitchFamily="34" charset="-122"/>
                            <a:sym typeface="+mn-ea"/>
                          </a:rPr>
                          <m:t>𝒘</m:t>
                        </m:r>
                      </m:e>
                    </m:d>
                  </m:oMath>
                </a14:m>
                <a:r>
                  <a:rPr lang="zh-CN" altLang="en-CN" sz="2000" dirty="0">
                    <a:solidFill>
                      <a:schemeClr val="accent1">
                        <a:lumMod val="75000"/>
                      </a:schemeClr>
                    </a:solidFill>
                    <a:latin typeface="微软雅黑" panose="020B0503020204020204" pitchFamily="34" charset="-122"/>
                    <a:ea typeface="微软雅黑" panose="020B0503020204020204" pitchFamily="34" charset="-122"/>
                    <a:sym typeface="+mn-ea"/>
                  </a:rPr>
                  <a:t>近似于</a:t>
                </a:r>
                <a:r>
                  <a:rPr lang="en-US" altLang="zh-CN" sz="2000" dirty="0">
                    <a:solidFill>
                      <a:schemeClr val="accent1">
                        <a:lumMod val="75000"/>
                      </a:schemeClr>
                    </a:solidFill>
                    <a:latin typeface="微软雅黑" panose="020B0503020204020204" pitchFamily="34" charset="-122"/>
                    <a:ea typeface="微软雅黑" panose="020B0503020204020204" pitchFamily="34" charset="-122"/>
                    <a:sym typeface="+mn-ea"/>
                  </a:rPr>
                  <a:t>0</a:t>
                </a:r>
                <a:endParaRPr lang="zh-CN" altLang="en-US" sz="2000" dirty="0">
                  <a:solidFill>
                    <a:schemeClr val="accent1">
                      <a:lumMod val="75000"/>
                    </a:schemeClr>
                  </a:solidFill>
                  <a:latin typeface="微软雅黑" panose="020B0503020204020204" pitchFamily="34" charset="-122"/>
                  <a:ea typeface="微软雅黑" panose="020B0503020204020204" pitchFamily="34" charset="-122"/>
                  <a:sym typeface="+mn-ea"/>
                </a:endParaRPr>
              </a:p>
            </p:txBody>
          </p:sp>
        </mc:Choice>
        <mc:Fallback xmlns="">
          <p:sp>
            <p:nvSpPr>
              <p:cNvPr id="10" name="TextBox 5">
                <a:extLst>
                  <a:ext uri="{FF2B5EF4-FFF2-40B4-BE49-F238E27FC236}">
                    <a16:creationId xmlns:a16="http://schemas.microsoft.com/office/drawing/2014/main" id="{03C66E8F-BE05-5C9F-5FAD-56584B142B0D}"/>
                  </a:ext>
                </a:extLst>
              </p:cNvPr>
              <p:cNvSpPr txBox="1">
                <a:spLocks noRot="1" noChangeAspect="1" noMove="1" noResize="1" noEditPoints="1" noAdjustHandles="1" noChangeArrowheads="1" noChangeShapeType="1" noTextEdit="1"/>
              </p:cNvSpPr>
              <p:nvPr/>
            </p:nvSpPr>
            <p:spPr>
              <a:xfrm>
                <a:off x="3242353" y="5400646"/>
                <a:ext cx="1383194" cy="961225"/>
              </a:xfrm>
              <a:prstGeom prst="rect">
                <a:avLst/>
              </a:prstGeom>
              <a:blipFill>
                <a:blip r:embed="rId3"/>
                <a:stretch>
                  <a:fillRect l="-4846" b="-101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Box 6">
                <a:extLst>
                  <a:ext uri="{FF2B5EF4-FFF2-40B4-BE49-F238E27FC236}">
                    <a16:creationId xmlns:a16="http://schemas.microsoft.com/office/drawing/2014/main" id="{1F7B90B3-B907-F538-6B5F-3D3DC4C1AC09}"/>
                  </a:ext>
                </a:extLst>
              </p:cNvPr>
              <p:cNvSpPr txBox="1"/>
              <p:nvPr/>
            </p:nvSpPr>
            <p:spPr>
              <a:xfrm>
                <a:off x="7751965" y="5330151"/>
                <a:ext cx="1822320" cy="499560"/>
              </a:xfrm>
              <a:prstGeom prst="rect">
                <a:avLst/>
              </a:prstGeom>
              <a:noFill/>
            </p:spPr>
            <p:txBody>
              <a:bodyPr wrap="square">
                <a:spAutoFit/>
              </a:bodyPr>
              <a:lstStyle/>
              <a:p>
                <a:pPr>
                  <a:lnSpc>
                    <a:spcPct val="150000"/>
                  </a:lnSpc>
                </a:pPr>
                <a:r>
                  <a:rPr lang="zh-CN" altLang="en-US" sz="2000" dirty="0">
                    <a:solidFill>
                      <a:schemeClr val="accent1">
                        <a:lumMod val="75000"/>
                      </a:schemeClr>
                    </a:solidFill>
                    <a:latin typeface="微软雅黑" panose="020B0503020204020204" pitchFamily="34" charset="-122"/>
                    <a:ea typeface="微软雅黑" panose="020B0503020204020204" pitchFamily="34" charset="-122"/>
                    <a:sym typeface="+mn-ea"/>
                  </a:rPr>
                  <a:t>参数</a:t>
                </a:r>
                <a14:m>
                  <m:oMath xmlns:m="http://schemas.openxmlformats.org/officeDocument/2006/math">
                    <m:d>
                      <m:dPr>
                        <m:begChr m:val="‖"/>
                        <m:endChr m:val="‖"/>
                        <m:ctrlPr>
                          <a:rPr lang="en-US" altLang="zh-CN" sz="2000" i="1" dirty="0">
                            <a:solidFill>
                              <a:schemeClr val="accent1">
                                <a:lumMod val="75000"/>
                              </a:schemeClr>
                            </a:solidFill>
                            <a:latin typeface="Cambria Math" panose="02040503050406030204" pitchFamily="18" charset="0"/>
                            <a:ea typeface="微软雅黑" panose="020B0503020204020204" pitchFamily="34" charset="-122"/>
                            <a:sym typeface="+mn-ea"/>
                          </a:rPr>
                        </m:ctrlPr>
                      </m:dPr>
                      <m:e>
                        <m:r>
                          <a:rPr lang="en-US" altLang="zh-CN" sz="2000" b="1" i="1" dirty="0">
                            <a:solidFill>
                              <a:schemeClr val="accent1">
                                <a:lumMod val="75000"/>
                              </a:schemeClr>
                            </a:solidFill>
                            <a:latin typeface="Cambria Math" panose="02040503050406030204" pitchFamily="18" charset="0"/>
                            <a:ea typeface="微软雅黑" panose="020B0503020204020204" pitchFamily="34" charset="-122"/>
                            <a:sym typeface="+mn-ea"/>
                          </a:rPr>
                          <m:t>𝒘</m:t>
                        </m:r>
                      </m:e>
                    </m:d>
                  </m:oMath>
                </a14:m>
                <a:r>
                  <a:rPr lang="zh-CN" altLang="en-US" sz="2000" dirty="0">
                    <a:solidFill>
                      <a:schemeClr val="accent1">
                        <a:lumMod val="75000"/>
                      </a:schemeClr>
                    </a:solidFill>
                    <a:latin typeface="微软雅黑" panose="020B0503020204020204" pitchFamily="34" charset="-122"/>
                    <a:ea typeface="微软雅黑" panose="020B0503020204020204" pitchFamily="34" charset="-122"/>
                    <a:sym typeface="+mn-ea"/>
                  </a:rPr>
                  <a:t>很大</a:t>
                </a:r>
              </a:p>
            </p:txBody>
          </p:sp>
        </mc:Choice>
        <mc:Fallback xmlns="">
          <p:sp>
            <p:nvSpPr>
              <p:cNvPr id="11" name="TextBox 6">
                <a:extLst>
                  <a:ext uri="{FF2B5EF4-FFF2-40B4-BE49-F238E27FC236}">
                    <a16:creationId xmlns:a16="http://schemas.microsoft.com/office/drawing/2014/main" id="{1F7B90B3-B907-F538-6B5F-3D3DC4C1AC09}"/>
                  </a:ext>
                </a:extLst>
              </p:cNvPr>
              <p:cNvSpPr txBox="1">
                <a:spLocks noRot="1" noChangeAspect="1" noMove="1" noResize="1" noEditPoints="1" noAdjustHandles="1" noChangeArrowheads="1" noChangeShapeType="1" noTextEdit="1"/>
              </p:cNvSpPr>
              <p:nvPr/>
            </p:nvSpPr>
            <p:spPr>
              <a:xfrm>
                <a:off x="7751965" y="5330151"/>
                <a:ext cx="1822320" cy="499560"/>
              </a:xfrm>
              <a:prstGeom prst="rect">
                <a:avLst/>
              </a:prstGeom>
              <a:blipFill>
                <a:blip r:embed="rId4"/>
                <a:stretch>
                  <a:fillRect l="-3679" b="-20732"/>
                </a:stretch>
              </a:blipFill>
            </p:spPr>
            <p:txBody>
              <a:bodyPr/>
              <a:lstStyle/>
              <a:p>
                <a:r>
                  <a:rPr lang="zh-CN" altLang="en-US">
                    <a:noFill/>
                  </a:rPr>
                  <a:t> </a:t>
                </a:r>
              </a:p>
            </p:txBody>
          </p:sp>
        </mc:Fallback>
      </mc:AlternateContent>
      <p:sp>
        <p:nvSpPr>
          <p:cNvPr id="3" name="灯片编号占位符 2"/>
          <p:cNvSpPr>
            <a:spLocks noGrp="1"/>
          </p:cNvSpPr>
          <p:nvPr>
            <p:ph type="sldNum" sz="quarter" idx="14"/>
          </p:nvPr>
        </p:nvSpPr>
        <p:spPr/>
        <p:txBody>
          <a:bodyPr/>
          <a:lstStyle/>
          <a:p>
            <a:fld id="{AF69888C-E133-43D9-A638-B5C95925B91C}" type="slidenum">
              <a:rPr lang="zh-CN" altLang="en-US" smtClean="0"/>
              <a:t>9</a:t>
            </a:fld>
            <a:endParaRPr lang="zh-CN" altLang="en-US" dirty="0"/>
          </a:p>
        </p:txBody>
      </p:sp>
    </p:spTree>
    <p:extLst>
      <p:ext uri="{BB962C8B-B14F-4D97-AF65-F5344CB8AC3E}">
        <p14:creationId xmlns:p14="http://schemas.microsoft.com/office/powerpoint/2010/main" val="202284758"/>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4000" b="1" dirty="0"/>
              <a:t>Dropout</a:t>
            </a:r>
            <a:r>
              <a:rPr lang="zh-CN" altLang="en-US" sz="4000" b="1" dirty="0"/>
              <a:t>正则化</a:t>
            </a:r>
          </a:p>
        </p:txBody>
      </p:sp>
      <p:sp>
        <p:nvSpPr>
          <p:cNvPr id="2" name="文本框 1">
            <a:extLst>
              <a:ext uri="{FF2B5EF4-FFF2-40B4-BE49-F238E27FC236}">
                <a16:creationId xmlns:a16="http://schemas.microsoft.com/office/drawing/2014/main" id="{F1F2FC31-5391-E2EA-964B-0297E07DF626}"/>
              </a:ext>
            </a:extLst>
          </p:cNvPr>
          <p:cNvSpPr txBox="1"/>
          <p:nvPr/>
        </p:nvSpPr>
        <p:spPr>
          <a:xfrm>
            <a:off x="859498" y="1305342"/>
            <a:ext cx="10262527" cy="2123658"/>
          </a:xfrm>
          <a:prstGeom prst="rect">
            <a:avLst/>
          </a:prstGeom>
          <a:noFill/>
        </p:spPr>
        <p:txBody>
          <a:bodyPr wrap="square" rtlCol="0" anchor="t">
            <a:spAutoFit/>
          </a:bodyPr>
          <a:lstStyle/>
          <a:p>
            <a:pPr fontAlgn="auto">
              <a:lnSpc>
                <a:spcPct val="150000"/>
              </a:lnSpc>
            </a:pP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ropout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CN" sz="2400" dirty="0">
                <a:latin typeface="微软雅黑" panose="020B0503020204020204" pitchFamily="34" charset="-122"/>
                <a:ea typeface="微软雅黑" panose="020B0503020204020204" pitchFamily="34" charset="-122"/>
                <a:cs typeface="微软雅黑" panose="020B0503020204020204" pitchFamily="34" charset="-122"/>
              </a:rPr>
              <a:t>随机失活</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）是在深度学习领域最常用的正则化技术。Dropout的原理很简单：假设我们的神经网络结构如下所示，在每个迭代过程中，随机选择某些节点，并且删除前向和后向连接。</a:t>
            </a:r>
          </a:p>
          <a:p>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a:extLst>
              <a:ext uri="{FF2B5EF4-FFF2-40B4-BE49-F238E27FC236}">
                <a16:creationId xmlns:a16="http://schemas.microsoft.com/office/drawing/2014/main" id="{0011D269-0944-42D9-6EAB-2EF886B342BB}"/>
              </a:ext>
            </a:extLst>
          </p:cNvPr>
          <p:cNvPicPr/>
          <p:nvPr/>
        </p:nvPicPr>
        <p:blipFill>
          <a:blip r:embed="rId2"/>
          <a:stretch>
            <a:fillRect/>
          </a:stretch>
        </p:blipFill>
        <p:spPr>
          <a:xfrm>
            <a:off x="1027430" y="3495040"/>
            <a:ext cx="10094595" cy="2592705"/>
          </a:xfrm>
          <a:prstGeom prst="rect">
            <a:avLst/>
          </a:prstGeom>
          <a:noFill/>
          <a:ln w="9525">
            <a:noFill/>
          </a:ln>
        </p:spPr>
      </p:pic>
      <p:sp>
        <p:nvSpPr>
          <p:cNvPr id="4" name="灯片编号占位符 3"/>
          <p:cNvSpPr>
            <a:spLocks noGrp="1"/>
          </p:cNvSpPr>
          <p:nvPr>
            <p:ph type="sldNum" sz="quarter" idx="14"/>
          </p:nvPr>
        </p:nvSpPr>
        <p:spPr/>
        <p:txBody>
          <a:bodyPr/>
          <a:lstStyle/>
          <a:p>
            <a:fld id="{AF69888C-E133-43D9-A638-B5C95925B91C}" type="slidenum">
              <a:rPr lang="zh-CN" altLang="en-US" smtClean="0"/>
              <a:t>10</a:t>
            </a:fld>
            <a:endParaRPr lang="zh-CN" altLang="en-US" dirty="0"/>
          </a:p>
        </p:txBody>
      </p:sp>
    </p:spTree>
    <p:extLst>
      <p:ext uri="{BB962C8B-B14F-4D97-AF65-F5344CB8AC3E}">
        <p14:creationId xmlns:p14="http://schemas.microsoft.com/office/powerpoint/2010/main" val="301190009"/>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4000" b="1" dirty="0"/>
              <a:t>Dropout</a:t>
            </a:r>
            <a:r>
              <a:rPr lang="zh-CN" altLang="en-US" sz="4000" b="1" dirty="0"/>
              <a:t>正则化</a:t>
            </a:r>
          </a:p>
        </p:txBody>
      </p:sp>
      <p:sp>
        <p:nvSpPr>
          <p:cNvPr id="4" name="文本框 3">
            <a:extLst>
              <a:ext uri="{FF2B5EF4-FFF2-40B4-BE49-F238E27FC236}">
                <a16:creationId xmlns:a16="http://schemas.microsoft.com/office/drawing/2014/main" id="{11E17E00-458E-F5DF-0BAE-400EE92608A4}"/>
              </a:ext>
            </a:extLst>
          </p:cNvPr>
          <p:cNvSpPr txBox="1"/>
          <p:nvPr/>
        </p:nvSpPr>
        <p:spPr>
          <a:xfrm>
            <a:off x="686549" y="953532"/>
            <a:ext cx="10262527" cy="581057"/>
          </a:xfrm>
          <a:prstGeom prst="rect">
            <a:avLst/>
          </a:prstGeom>
          <a:noFill/>
        </p:spPr>
        <p:txBody>
          <a:bodyPr wrap="square" rtlCol="0" anchor="t">
            <a:spAutoFit/>
          </a:bodyPr>
          <a:lstStyle/>
          <a:p>
            <a:pPr marL="342900" indent="-342900" fontAlgn="auto">
              <a:lnSpc>
                <a:spcPct val="150000"/>
              </a:lnSpc>
              <a:buFont typeface="Wingdings" pitchFamily="2" charset="2"/>
              <a:buChar char="Ø"/>
            </a:pPr>
            <a:r>
              <a:rPr lang="zh-CN" altLang="en-CN" sz="2400" dirty="0">
                <a:latin typeface="微软雅黑" panose="020B0503020204020204" pitchFamily="34" charset="-122"/>
                <a:ea typeface="微软雅黑" panose="020B0503020204020204" pitchFamily="34" charset="-122"/>
                <a:cs typeface="微软雅黑" panose="020B0503020204020204" pitchFamily="34" charset="-122"/>
              </a:rPr>
              <a:t>训练阶段</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橢圓 62">
            <a:extLst>
              <a:ext uri="{FF2B5EF4-FFF2-40B4-BE49-F238E27FC236}">
                <a16:creationId xmlns:a16="http://schemas.microsoft.com/office/drawing/2014/main" id="{0BF5C35D-177A-81EE-76DC-854571967FB7}"/>
              </a:ext>
            </a:extLst>
          </p:cNvPr>
          <p:cNvSpPr/>
          <p:nvPr/>
        </p:nvSpPr>
        <p:spPr>
          <a:xfrm>
            <a:off x="1748525" y="1708983"/>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6" name="橢圓 63">
            <a:extLst>
              <a:ext uri="{FF2B5EF4-FFF2-40B4-BE49-F238E27FC236}">
                <a16:creationId xmlns:a16="http://schemas.microsoft.com/office/drawing/2014/main" id="{835E36EF-06FC-34B2-6C55-1630003AC005}"/>
              </a:ext>
            </a:extLst>
          </p:cNvPr>
          <p:cNvSpPr/>
          <p:nvPr/>
        </p:nvSpPr>
        <p:spPr>
          <a:xfrm>
            <a:off x="1748525" y="2409802"/>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7" name="橢圓 64">
            <a:extLst>
              <a:ext uri="{FF2B5EF4-FFF2-40B4-BE49-F238E27FC236}">
                <a16:creationId xmlns:a16="http://schemas.microsoft.com/office/drawing/2014/main" id="{52A3B9AA-8483-5500-2A16-5514504BC73A}"/>
              </a:ext>
            </a:extLst>
          </p:cNvPr>
          <p:cNvSpPr/>
          <p:nvPr/>
        </p:nvSpPr>
        <p:spPr>
          <a:xfrm>
            <a:off x="1748525" y="3108056"/>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8" name="橢圓 65">
            <a:extLst>
              <a:ext uri="{FF2B5EF4-FFF2-40B4-BE49-F238E27FC236}">
                <a16:creationId xmlns:a16="http://schemas.microsoft.com/office/drawing/2014/main" id="{7AB4442B-1A8E-9353-A3F7-0BE2E9AC01A6}"/>
              </a:ext>
            </a:extLst>
          </p:cNvPr>
          <p:cNvSpPr/>
          <p:nvPr/>
        </p:nvSpPr>
        <p:spPr>
          <a:xfrm>
            <a:off x="1748525" y="380631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9" name="橢圓 66">
            <a:extLst>
              <a:ext uri="{FF2B5EF4-FFF2-40B4-BE49-F238E27FC236}">
                <a16:creationId xmlns:a16="http://schemas.microsoft.com/office/drawing/2014/main" id="{F3AA2C77-816C-BFF7-822B-83243AEB3023}"/>
              </a:ext>
            </a:extLst>
          </p:cNvPr>
          <p:cNvSpPr/>
          <p:nvPr/>
        </p:nvSpPr>
        <p:spPr>
          <a:xfrm>
            <a:off x="4955206" y="2321877"/>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10" name="橢圓 67">
            <a:extLst>
              <a:ext uri="{FF2B5EF4-FFF2-40B4-BE49-F238E27FC236}">
                <a16:creationId xmlns:a16="http://schemas.microsoft.com/office/drawing/2014/main" id="{E41BDFAE-53F7-305D-7A36-F63C7704D0C1}"/>
              </a:ext>
            </a:extLst>
          </p:cNvPr>
          <p:cNvSpPr/>
          <p:nvPr/>
        </p:nvSpPr>
        <p:spPr>
          <a:xfrm>
            <a:off x="4955206" y="316081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11" name="矩形 68">
            <a:extLst>
              <a:ext uri="{FF2B5EF4-FFF2-40B4-BE49-F238E27FC236}">
                <a16:creationId xmlns:a16="http://schemas.microsoft.com/office/drawing/2014/main" id="{B87FF1F8-AC59-921D-894C-8E673C2F8262}"/>
              </a:ext>
            </a:extLst>
          </p:cNvPr>
          <p:cNvSpPr/>
          <p:nvPr/>
        </p:nvSpPr>
        <p:spPr>
          <a:xfrm>
            <a:off x="223372" y="1809169"/>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13" name="直線單箭頭接點 69">
            <a:extLst>
              <a:ext uri="{FF2B5EF4-FFF2-40B4-BE49-F238E27FC236}">
                <a16:creationId xmlns:a16="http://schemas.microsoft.com/office/drawing/2014/main" id="{110C5DD9-B7DC-A7F4-1CB7-1734F2EA19A5}"/>
              </a:ext>
            </a:extLst>
          </p:cNvPr>
          <p:cNvCxnSpPr>
            <a:stCxn id="11" idx="3"/>
            <a:endCxn id="5" idx="2"/>
          </p:cNvCxnSpPr>
          <p:nvPr/>
        </p:nvCxnSpPr>
        <p:spPr>
          <a:xfrm>
            <a:off x="489707" y="1942336"/>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70">
            <a:extLst>
              <a:ext uri="{FF2B5EF4-FFF2-40B4-BE49-F238E27FC236}">
                <a16:creationId xmlns:a16="http://schemas.microsoft.com/office/drawing/2014/main" id="{5DF18038-D381-6461-102D-71AEFDCF0A7F}"/>
              </a:ext>
            </a:extLst>
          </p:cNvPr>
          <p:cNvCxnSpPr>
            <a:stCxn id="11" idx="3"/>
            <a:endCxn id="6" idx="2"/>
          </p:cNvCxnSpPr>
          <p:nvPr/>
        </p:nvCxnSpPr>
        <p:spPr>
          <a:xfrm>
            <a:off x="489707" y="1942337"/>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71">
            <a:extLst>
              <a:ext uri="{FF2B5EF4-FFF2-40B4-BE49-F238E27FC236}">
                <a16:creationId xmlns:a16="http://schemas.microsoft.com/office/drawing/2014/main" id="{C2DB7D87-0E40-F350-2BD3-B49AEB51AB96}"/>
              </a:ext>
            </a:extLst>
          </p:cNvPr>
          <p:cNvCxnSpPr>
            <a:stCxn id="11" idx="3"/>
            <a:endCxn id="7" idx="2"/>
          </p:cNvCxnSpPr>
          <p:nvPr/>
        </p:nvCxnSpPr>
        <p:spPr>
          <a:xfrm>
            <a:off x="489707" y="1942337"/>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72">
            <a:extLst>
              <a:ext uri="{FF2B5EF4-FFF2-40B4-BE49-F238E27FC236}">
                <a16:creationId xmlns:a16="http://schemas.microsoft.com/office/drawing/2014/main" id="{CE6723C4-36CA-C5B8-48FA-542FC7EE4B6C}"/>
              </a:ext>
            </a:extLst>
          </p:cNvPr>
          <p:cNvCxnSpPr>
            <a:stCxn id="11" idx="3"/>
            <a:endCxn id="8" idx="2"/>
          </p:cNvCxnSpPr>
          <p:nvPr/>
        </p:nvCxnSpPr>
        <p:spPr>
          <a:xfrm>
            <a:off x="489707" y="1942337"/>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73">
            <a:extLst>
              <a:ext uri="{FF2B5EF4-FFF2-40B4-BE49-F238E27FC236}">
                <a16:creationId xmlns:a16="http://schemas.microsoft.com/office/drawing/2014/main" id="{DCE0D67F-BFED-AA43-515E-18278EE0F492}"/>
              </a:ext>
            </a:extLst>
          </p:cNvPr>
          <p:cNvCxnSpPr>
            <a:endCxn id="9" idx="2"/>
          </p:cNvCxnSpPr>
          <p:nvPr/>
        </p:nvCxnSpPr>
        <p:spPr>
          <a:xfrm flipV="1">
            <a:off x="4023222" y="2576854"/>
            <a:ext cx="931985" cy="1064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74">
            <a:extLst>
              <a:ext uri="{FF2B5EF4-FFF2-40B4-BE49-F238E27FC236}">
                <a16:creationId xmlns:a16="http://schemas.microsoft.com/office/drawing/2014/main" id="{E6312251-BEAD-1E9B-6C10-02D999B6D92A}"/>
              </a:ext>
            </a:extLst>
          </p:cNvPr>
          <p:cNvCxnSpPr>
            <a:endCxn id="9" idx="2"/>
          </p:cNvCxnSpPr>
          <p:nvPr/>
        </p:nvCxnSpPr>
        <p:spPr>
          <a:xfrm>
            <a:off x="4023220" y="1919998"/>
            <a:ext cx="931986" cy="6568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75">
            <a:extLst>
              <a:ext uri="{FF2B5EF4-FFF2-40B4-BE49-F238E27FC236}">
                <a16:creationId xmlns:a16="http://schemas.microsoft.com/office/drawing/2014/main" id="{7E8883C7-31CF-5DF7-470B-69548718FA08}"/>
              </a:ext>
            </a:extLst>
          </p:cNvPr>
          <p:cNvCxnSpPr>
            <a:endCxn id="10" idx="2"/>
          </p:cNvCxnSpPr>
          <p:nvPr/>
        </p:nvCxnSpPr>
        <p:spPr>
          <a:xfrm>
            <a:off x="4023222" y="1963960"/>
            <a:ext cx="931985" cy="14518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76">
            <a:extLst>
              <a:ext uri="{FF2B5EF4-FFF2-40B4-BE49-F238E27FC236}">
                <a16:creationId xmlns:a16="http://schemas.microsoft.com/office/drawing/2014/main" id="{44719D06-7D93-FC5E-91A1-17A875F9201F}"/>
              </a:ext>
            </a:extLst>
          </p:cNvPr>
          <p:cNvCxnSpPr>
            <a:endCxn id="10" idx="2"/>
          </p:cNvCxnSpPr>
          <p:nvPr/>
        </p:nvCxnSpPr>
        <p:spPr>
          <a:xfrm>
            <a:off x="4023220" y="2718812"/>
            <a:ext cx="931986" cy="696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77">
            <a:extLst>
              <a:ext uri="{FF2B5EF4-FFF2-40B4-BE49-F238E27FC236}">
                <a16:creationId xmlns:a16="http://schemas.microsoft.com/office/drawing/2014/main" id="{6D65D5FF-1A92-F908-4AC2-8C198D7AC537}"/>
              </a:ext>
            </a:extLst>
          </p:cNvPr>
          <p:cNvCxnSpPr>
            <a:endCxn id="9" idx="2"/>
          </p:cNvCxnSpPr>
          <p:nvPr/>
        </p:nvCxnSpPr>
        <p:spPr>
          <a:xfrm flipV="1">
            <a:off x="4023222" y="2576855"/>
            <a:ext cx="931985" cy="7861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78">
            <a:extLst>
              <a:ext uri="{FF2B5EF4-FFF2-40B4-BE49-F238E27FC236}">
                <a16:creationId xmlns:a16="http://schemas.microsoft.com/office/drawing/2014/main" id="{8F7DFDEE-5D11-471D-4FF8-7E80E9349B10}"/>
              </a:ext>
            </a:extLst>
          </p:cNvPr>
          <p:cNvCxnSpPr>
            <a:endCxn id="10" idx="2"/>
          </p:cNvCxnSpPr>
          <p:nvPr/>
        </p:nvCxnSpPr>
        <p:spPr>
          <a:xfrm>
            <a:off x="4023222" y="3363034"/>
            <a:ext cx="931985" cy="5275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79">
            <a:extLst>
              <a:ext uri="{FF2B5EF4-FFF2-40B4-BE49-F238E27FC236}">
                <a16:creationId xmlns:a16="http://schemas.microsoft.com/office/drawing/2014/main" id="{47CE3711-B2F7-4A7D-4AAA-84E0E71449A6}"/>
              </a:ext>
            </a:extLst>
          </p:cNvPr>
          <p:cNvCxnSpPr>
            <a:endCxn id="9" idx="2"/>
          </p:cNvCxnSpPr>
          <p:nvPr/>
        </p:nvCxnSpPr>
        <p:spPr>
          <a:xfrm flipV="1">
            <a:off x="4023220" y="2576854"/>
            <a:ext cx="931986" cy="14567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80">
            <a:extLst>
              <a:ext uri="{FF2B5EF4-FFF2-40B4-BE49-F238E27FC236}">
                <a16:creationId xmlns:a16="http://schemas.microsoft.com/office/drawing/2014/main" id="{1700EC17-CF75-30A4-AD2C-78A56E8A948E}"/>
              </a:ext>
            </a:extLst>
          </p:cNvPr>
          <p:cNvCxnSpPr>
            <a:endCxn id="10" idx="2"/>
          </p:cNvCxnSpPr>
          <p:nvPr/>
        </p:nvCxnSpPr>
        <p:spPr>
          <a:xfrm flipV="1">
            <a:off x="4023222" y="3415789"/>
            <a:ext cx="931985" cy="6454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81">
            <a:extLst>
              <a:ext uri="{FF2B5EF4-FFF2-40B4-BE49-F238E27FC236}">
                <a16:creationId xmlns:a16="http://schemas.microsoft.com/office/drawing/2014/main" id="{F2C2C2FE-4B8B-31B4-7C17-EE36D52BAB23}"/>
              </a:ext>
            </a:extLst>
          </p:cNvPr>
          <p:cNvCxnSpPr>
            <a:stCxn id="29" idx="3"/>
            <a:endCxn id="5" idx="2"/>
          </p:cNvCxnSpPr>
          <p:nvPr/>
        </p:nvCxnSpPr>
        <p:spPr>
          <a:xfrm flipV="1">
            <a:off x="489707" y="1963961"/>
            <a:ext cx="1258819" cy="6661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82">
            <a:extLst>
              <a:ext uri="{FF2B5EF4-FFF2-40B4-BE49-F238E27FC236}">
                <a16:creationId xmlns:a16="http://schemas.microsoft.com/office/drawing/2014/main" id="{EFD20F7D-03D5-8EDE-C82B-BA84D8E4094D}"/>
              </a:ext>
            </a:extLst>
          </p:cNvPr>
          <p:cNvCxnSpPr>
            <a:stCxn id="29" idx="3"/>
            <a:endCxn id="6" idx="2"/>
          </p:cNvCxnSpPr>
          <p:nvPr/>
        </p:nvCxnSpPr>
        <p:spPr>
          <a:xfrm>
            <a:off x="489707" y="2630063"/>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83">
            <a:extLst>
              <a:ext uri="{FF2B5EF4-FFF2-40B4-BE49-F238E27FC236}">
                <a16:creationId xmlns:a16="http://schemas.microsoft.com/office/drawing/2014/main" id="{6992F6F0-8248-2E38-966F-4C3A966E3381}"/>
              </a:ext>
            </a:extLst>
          </p:cNvPr>
          <p:cNvCxnSpPr>
            <a:stCxn id="29" idx="3"/>
            <a:endCxn id="7" idx="2"/>
          </p:cNvCxnSpPr>
          <p:nvPr/>
        </p:nvCxnSpPr>
        <p:spPr>
          <a:xfrm>
            <a:off x="489707" y="2630063"/>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84">
            <a:extLst>
              <a:ext uri="{FF2B5EF4-FFF2-40B4-BE49-F238E27FC236}">
                <a16:creationId xmlns:a16="http://schemas.microsoft.com/office/drawing/2014/main" id="{C996DD43-6FC5-156C-77F9-B5EBA00043AE}"/>
              </a:ext>
            </a:extLst>
          </p:cNvPr>
          <p:cNvCxnSpPr>
            <a:stCxn id="29" idx="3"/>
            <a:endCxn id="8" idx="2"/>
          </p:cNvCxnSpPr>
          <p:nvPr/>
        </p:nvCxnSpPr>
        <p:spPr>
          <a:xfrm>
            <a:off x="489707" y="2630063"/>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85">
            <a:extLst>
              <a:ext uri="{FF2B5EF4-FFF2-40B4-BE49-F238E27FC236}">
                <a16:creationId xmlns:a16="http://schemas.microsoft.com/office/drawing/2014/main" id="{4B655F85-234B-EEEC-A0F9-960753EAEF3F}"/>
              </a:ext>
            </a:extLst>
          </p:cNvPr>
          <p:cNvSpPr/>
          <p:nvPr/>
        </p:nvSpPr>
        <p:spPr>
          <a:xfrm>
            <a:off x="223372" y="2496896"/>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30" name="橢圓 86">
            <a:extLst>
              <a:ext uri="{FF2B5EF4-FFF2-40B4-BE49-F238E27FC236}">
                <a16:creationId xmlns:a16="http://schemas.microsoft.com/office/drawing/2014/main" id="{0A989EA9-9CB0-C8DD-A07E-331E60FAF68F}"/>
              </a:ext>
            </a:extLst>
          </p:cNvPr>
          <p:cNvSpPr/>
          <p:nvPr/>
        </p:nvSpPr>
        <p:spPr>
          <a:xfrm>
            <a:off x="3513266" y="1674267"/>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31" name="橢圓 87">
            <a:extLst>
              <a:ext uri="{FF2B5EF4-FFF2-40B4-BE49-F238E27FC236}">
                <a16:creationId xmlns:a16="http://schemas.microsoft.com/office/drawing/2014/main" id="{13696B0B-F446-5B3A-E354-E342F0BD166B}"/>
              </a:ext>
            </a:extLst>
          </p:cNvPr>
          <p:cNvSpPr/>
          <p:nvPr/>
        </p:nvSpPr>
        <p:spPr>
          <a:xfrm>
            <a:off x="3513266" y="2375086"/>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32" name="橢圓 88">
            <a:extLst>
              <a:ext uri="{FF2B5EF4-FFF2-40B4-BE49-F238E27FC236}">
                <a16:creationId xmlns:a16="http://schemas.microsoft.com/office/drawing/2014/main" id="{0E55DCF6-C205-7B39-D43F-620344D24B15}"/>
              </a:ext>
            </a:extLst>
          </p:cNvPr>
          <p:cNvSpPr/>
          <p:nvPr/>
        </p:nvSpPr>
        <p:spPr>
          <a:xfrm>
            <a:off x="3513266" y="307334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33" name="橢圓 89">
            <a:extLst>
              <a:ext uri="{FF2B5EF4-FFF2-40B4-BE49-F238E27FC236}">
                <a16:creationId xmlns:a16="http://schemas.microsoft.com/office/drawing/2014/main" id="{9368E881-017A-356B-F9E7-06C79692AF68}"/>
              </a:ext>
            </a:extLst>
          </p:cNvPr>
          <p:cNvSpPr/>
          <p:nvPr/>
        </p:nvSpPr>
        <p:spPr>
          <a:xfrm>
            <a:off x="3513266" y="377159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34" name="矩形 90">
            <a:extLst>
              <a:ext uri="{FF2B5EF4-FFF2-40B4-BE49-F238E27FC236}">
                <a16:creationId xmlns:a16="http://schemas.microsoft.com/office/drawing/2014/main" id="{85904A74-3132-AE93-2F53-63D611B6EC26}"/>
              </a:ext>
            </a:extLst>
          </p:cNvPr>
          <p:cNvSpPr/>
          <p:nvPr/>
        </p:nvSpPr>
        <p:spPr>
          <a:xfrm>
            <a:off x="223372" y="3251490"/>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35" name="矩形 91">
            <a:extLst>
              <a:ext uri="{FF2B5EF4-FFF2-40B4-BE49-F238E27FC236}">
                <a16:creationId xmlns:a16="http://schemas.microsoft.com/office/drawing/2014/main" id="{BA42F086-4E65-3CD4-05B2-422FAC042856}"/>
              </a:ext>
            </a:extLst>
          </p:cNvPr>
          <p:cNvSpPr/>
          <p:nvPr/>
        </p:nvSpPr>
        <p:spPr>
          <a:xfrm>
            <a:off x="223372" y="3930892"/>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36" name="直線單箭頭接點 93">
            <a:extLst>
              <a:ext uri="{FF2B5EF4-FFF2-40B4-BE49-F238E27FC236}">
                <a16:creationId xmlns:a16="http://schemas.microsoft.com/office/drawing/2014/main" id="{8C962D92-ECFE-2BDE-666C-123D51F6B53C}"/>
              </a:ext>
            </a:extLst>
          </p:cNvPr>
          <p:cNvCxnSpPr>
            <a:stCxn id="34" idx="3"/>
            <a:endCxn id="8" idx="2"/>
          </p:cNvCxnSpPr>
          <p:nvPr/>
        </p:nvCxnSpPr>
        <p:spPr>
          <a:xfrm>
            <a:off x="489707" y="3384657"/>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94">
            <a:extLst>
              <a:ext uri="{FF2B5EF4-FFF2-40B4-BE49-F238E27FC236}">
                <a16:creationId xmlns:a16="http://schemas.microsoft.com/office/drawing/2014/main" id="{76DDF4BE-059C-2ED4-7CC4-781158326064}"/>
              </a:ext>
            </a:extLst>
          </p:cNvPr>
          <p:cNvCxnSpPr>
            <a:stCxn id="35" idx="3"/>
            <a:endCxn id="7" idx="2"/>
          </p:cNvCxnSpPr>
          <p:nvPr/>
        </p:nvCxnSpPr>
        <p:spPr>
          <a:xfrm flipV="1">
            <a:off x="489707" y="3363033"/>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95">
            <a:extLst>
              <a:ext uri="{FF2B5EF4-FFF2-40B4-BE49-F238E27FC236}">
                <a16:creationId xmlns:a16="http://schemas.microsoft.com/office/drawing/2014/main" id="{BBE26C2A-F996-7A58-4C17-EF0AC89890A9}"/>
              </a:ext>
            </a:extLst>
          </p:cNvPr>
          <p:cNvCxnSpPr>
            <a:stCxn id="35" idx="3"/>
            <a:endCxn id="6" idx="2"/>
          </p:cNvCxnSpPr>
          <p:nvPr/>
        </p:nvCxnSpPr>
        <p:spPr>
          <a:xfrm flipV="1">
            <a:off x="489707" y="2664779"/>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96">
            <a:extLst>
              <a:ext uri="{FF2B5EF4-FFF2-40B4-BE49-F238E27FC236}">
                <a16:creationId xmlns:a16="http://schemas.microsoft.com/office/drawing/2014/main" id="{64465339-8F0D-9EA7-AD4A-AD693B0F6E28}"/>
              </a:ext>
            </a:extLst>
          </p:cNvPr>
          <p:cNvCxnSpPr>
            <a:stCxn id="35" idx="3"/>
            <a:endCxn id="5" idx="2"/>
          </p:cNvCxnSpPr>
          <p:nvPr/>
        </p:nvCxnSpPr>
        <p:spPr>
          <a:xfrm flipV="1">
            <a:off x="489707" y="1963961"/>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97">
            <a:extLst>
              <a:ext uri="{FF2B5EF4-FFF2-40B4-BE49-F238E27FC236}">
                <a16:creationId xmlns:a16="http://schemas.microsoft.com/office/drawing/2014/main" id="{597B2573-FC48-A614-D866-4E4F70866405}"/>
              </a:ext>
            </a:extLst>
          </p:cNvPr>
          <p:cNvCxnSpPr>
            <a:stCxn id="34" idx="3"/>
            <a:endCxn id="6" idx="2"/>
          </p:cNvCxnSpPr>
          <p:nvPr/>
        </p:nvCxnSpPr>
        <p:spPr>
          <a:xfrm flipV="1">
            <a:off x="489707" y="2664779"/>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98">
            <a:extLst>
              <a:ext uri="{FF2B5EF4-FFF2-40B4-BE49-F238E27FC236}">
                <a16:creationId xmlns:a16="http://schemas.microsoft.com/office/drawing/2014/main" id="{DAF19F74-4050-26E1-EA3C-5DC286F14C59}"/>
              </a:ext>
            </a:extLst>
          </p:cNvPr>
          <p:cNvCxnSpPr>
            <a:stCxn id="34" idx="3"/>
            <a:endCxn id="5" idx="2"/>
          </p:cNvCxnSpPr>
          <p:nvPr/>
        </p:nvCxnSpPr>
        <p:spPr>
          <a:xfrm flipV="1">
            <a:off x="489707" y="1963961"/>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99">
            <a:extLst>
              <a:ext uri="{FF2B5EF4-FFF2-40B4-BE49-F238E27FC236}">
                <a16:creationId xmlns:a16="http://schemas.microsoft.com/office/drawing/2014/main" id="{E6D375D6-15A0-632C-43E8-0FFF68C36739}"/>
              </a:ext>
            </a:extLst>
          </p:cNvPr>
          <p:cNvCxnSpPr/>
          <p:nvPr/>
        </p:nvCxnSpPr>
        <p:spPr>
          <a:xfrm>
            <a:off x="2258480" y="1942336"/>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100">
            <a:extLst>
              <a:ext uri="{FF2B5EF4-FFF2-40B4-BE49-F238E27FC236}">
                <a16:creationId xmlns:a16="http://schemas.microsoft.com/office/drawing/2014/main" id="{6C5D5D0A-4E6E-FA8E-A134-ADA1B482591D}"/>
              </a:ext>
            </a:extLst>
          </p:cNvPr>
          <p:cNvCxnSpPr/>
          <p:nvPr/>
        </p:nvCxnSpPr>
        <p:spPr>
          <a:xfrm>
            <a:off x="2258480" y="1942337"/>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101">
            <a:extLst>
              <a:ext uri="{FF2B5EF4-FFF2-40B4-BE49-F238E27FC236}">
                <a16:creationId xmlns:a16="http://schemas.microsoft.com/office/drawing/2014/main" id="{A964A0D1-F50A-0E6A-0AD2-4FBEB37612A4}"/>
              </a:ext>
            </a:extLst>
          </p:cNvPr>
          <p:cNvCxnSpPr/>
          <p:nvPr/>
        </p:nvCxnSpPr>
        <p:spPr>
          <a:xfrm>
            <a:off x="2258480" y="1942337"/>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102">
            <a:extLst>
              <a:ext uri="{FF2B5EF4-FFF2-40B4-BE49-F238E27FC236}">
                <a16:creationId xmlns:a16="http://schemas.microsoft.com/office/drawing/2014/main" id="{A71F18AC-8988-CBB8-8B87-0B0BCFA6093C}"/>
              </a:ext>
            </a:extLst>
          </p:cNvPr>
          <p:cNvCxnSpPr/>
          <p:nvPr/>
        </p:nvCxnSpPr>
        <p:spPr>
          <a:xfrm>
            <a:off x="2258480" y="1942337"/>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103">
            <a:extLst>
              <a:ext uri="{FF2B5EF4-FFF2-40B4-BE49-F238E27FC236}">
                <a16:creationId xmlns:a16="http://schemas.microsoft.com/office/drawing/2014/main" id="{91CFE1EB-BBEE-CA75-D06E-905561F11253}"/>
              </a:ext>
            </a:extLst>
          </p:cNvPr>
          <p:cNvCxnSpPr/>
          <p:nvPr/>
        </p:nvCxnSpPr>
        <p:spPr>
          <a:xfrm>
            <a:off x="2258480" y="2630063"/>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104">
            <a:extLst>
              <a:ext uri="{FF2B5EF4-FFF2-40B4-BE49-F238E27FC236}">
                <a16:creationId xmlns:a16="http://schemas.microsoft.com/office/drawing/2014/main" id="{13392DEB-9728-43FB-9B5C-3E9C6D6D3118}"/>
              </a:ext>
            </a:extLst>
          </p:cNvPr>
          <p:cNvCxnSpPr/>
          <p:nvPr/>
        </p:nvCxnSpPr>
        <p:spPr>
          <a:xfrm>
            <a:off x="2258480" y="2630063"/>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105">
            <a:extLst>
              <a:ext uri="{FF2B5EF4-FFF2-40B4-BE49-F238E27FC236}">
                <a16:creationId xmlns:a16="http://schemas.microsoft.com/office/drawing/2014/main" id="{E1F23340-30FE-C4E1-EE23-8BDE354D3366}"/>
              </a:ext>
            </a:extLst>
          </p:cNvPr>
          <p:cNvCxnSpPr/>
          <p:nvPr/>
        </p:nvCxnSpPr>
        <p:spPr>
          <a:xfrm>
            <a:off x="2258480" y="2630063"/>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107">
            <a:extLst>
              <a:ext uri="{FF2B5EF4-FFF2-40B4-BE49-F238E27FC236}">
                <a16:creationId xmlns:a16="http://schemas.microsoft.com/office/drawing/2014/main" id="{5F060373-1B9A-B23C-6D93-7463327E93BE}"/>
              </a:ext>
            </a:extLst>
          </p:cNvPr>
          <p:cNvCxnSpPr/>
          <p:nvPr/>
        </p:nvCxnSpPr>
        <p:spPr>
          <a:xfrm>
            <a:off x="2258480" y="3384657"/>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108">
            <a:extLst>
              <a:ext uri="{FF2B5EF4-FFF2-40B4-BE49-F238E27FC236}">
                <a16:creationId xmlns:a16="http://schemas.microsoft.com/office/drawing/2014/main" id="{42CB7405-9FC7-0559-2D5F-EE01BD322CD6}"/>
              </a:ext>
            </a:extLst>
          </p:cNvPr>
          <p:cNvCxnSpPr/>
          <p:nvPr/>
        </p:nvCxnSpPr>
        <p:spPr>
          <a:xfrm flipV="1">
            <a:off x="2258480" y="3363033"/>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109">
            <a:extLst>
              <a:ext uri="{FF2B5EF4-FFF2-40B4-BE49-F238E27FC236}">
                <a16:creationId xmlns:a16="http://schemas.microsoft.com/office/drawing/2014/main" id="{37A77B28-245B-E7F1-D390-37F101AA5299}"/>
              </a:ext>
            </a:extLst>
          </p:cNvPr>
          <p:cNvCxnSpPr/>
          <p:nvPr/>
        </p:nvCxnSpPr>
        <p:spPr>
          <a:xfrm flipV="1">
            <a:off x="2258480" y="2664779"/>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110">
            <a:extLst>
              <a:ext uri="{FF2B5EF4-FFF2-40B4-BE49-F238E27FC236}">
                <a16:creationId xmlns:a16="http://schemas.microsoft.com/office/drawing/2014/main" id="{FA9CC6E5-89D7-971E-EC2E-CE24E8C81545}"/>
              </a:ext>
            </a:extLst>
          </p:cNvPr>
          <p:cNvCxnSpPr/>
          <p:nvPr/>
        </p:nvCxnSpPr>
        <p:spPr>
          <a:xfrm flipV="1">
            <a:off x="2258480" y="1963961"/>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111">
            <a:extLst>
              <a:ext uri="{FF2B5EF4-FFF2-40B4-BE49-F238E27FC236}">
                <a16:creationId xmlns:a16="http://schemas.microsoft.com/office/drawing/2014/main" id="{EEF8BD07-C921-2465-F848-523501314FFD}"/>
              </a:ext>
            </a:extLst>
          </p:cNvPr>
          <p:cNvCxnSpPr/>
          <p:nvPr/>
        </p:nvCxnSpPr>
        <p:spPr>
          <a:xfrm flipV="1">
            <a:off x="2258480" y="2664779"/>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112">
            <a:extLst>
              <a:ext uri="{FF2B5EF4-FFF2-40B4-BE49-F238E27FC236}">
                <a16:creationId xmlns:a16="http://schemas.microsoft.com/office/drawing/2014/main" id="{911612B5-A8C9-2DFB-526A-0FCE79B477A4}"/>
              </a:ext>
            </a:extLst>
          </p:cNvPr>
          <p:cNvCxnSpPr/>
          <p:nvPr/>
        </p:nvCxnSpPr>
        <p:spPr>
          <a:xfrm flipV="1">
            <a:off x="2258480" y="1963961"/>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113">
            <a:extLst>
              <a:ext uri="{FF2B5EF4-FFF2-40B4-BE49-F238E27FC236}">
                <a16:creationId xmlns:a16="http://schemas.microsoft.com/office/drawing/2014/main" id="{7156AB13-E068-AE38-E49C-B830641012A5}"/>
              </a:ext>
            </a:extLst>
          </p:cNvPr>
          <p:cNvCxnSpPr/>
          <p:nvPr/>
        </p:nvCxnSpPr>
        <p:spPr>
          <a:xfrm>
            <a:off x="5480927" y="2589425"/>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114">
            <a:extLst>
              <a:ext uri="{FF2B5EF4-FFF2-40B4-BE49-F238E27FC236}">
                <a16:creationId xmlns:a16="http://schemas.microsoft.com/office/drawing/2014/main" id="{AB1B3005-8493-9B94-69DF-B501175EC8DC}"/>
              </a:ext>
            </a:extLst>
          </p:cNvPr>
          <p:cNvCxnSpPr/>
          <p:nvPr/>
        </p:nvCxnSpPr>
        <p:spPr>
          <a:xfrm>
            <a:off x="5480927" y="3430302"/>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7" name="群組 126">
            <a:extLst>
              <a:ext uri="{FF2B5EF4-FFF2-40B4-BE49-F238E27FC236}">
                <a16:creationId xmlns:a16="http://schemas.microsoft.com/office/drawing/2014/main" id="{68CD0B80-9178-619E-2BA6-1A264B61E545}"/>
              </a:ext>
            </a:extLst>
          </p:cNvPr>
          <p:cNvGrpSpPr/>
          <p:nvPr/>
        </p:nvGrpSpPr>
        <p:grpSpPr>
          <a:xfrm>
            <a:off x="1818823" y="1769474"/>
            <a:ext cx="365326" cy="367349"/>
            <a:chOff x="-1866900" y="1906630"/>
            <a:chExt cx="365326" cy="367349"/>
          </a:xfrm>
        </p:grpSpPr>
        <p:cxnSp>
          <p:nvCxnSpPr>
            <p:cNvPr id="58" name="直線接點 124">
              <a:extLst>
                <a:ext uri="{FF2B5EF4-FFF2-40B4-BE49-F238E27FC236}">
                  <a16:creationId xmlns:a16="http://schemas.microsoft.com/office/drawing/2014/main" id="{403FF093-00D1-B981-1F75-5BC59F0734ED}"/>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直線接點 125">
              <a:extLst>
                <a:ext uri="{FF2B5EF4-FFF2-40B4-BE49-F238E27FC236}">
                  <a16:creationId xmlns:a16="http://schemas.microsoft.com/office/drawing/2014/main" id="{064024CF-E458-0A0C-5C0E-EBB722EB39C8}"/>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0" name="群組 127">
            <a:extLst>
              <a:ext uri="{FF2B5EF4-FFF2-40B4-BE49-F238E27FC236}">
                <a16:creationId xmlns:a16="http://schemas.microsoft.com/office/drawing/2014/main" id="{48EC9AAB-CE27-308F-EE2F-FE51EEDA08A1}"/>
              </a:ext>
            </a:extLst>
          </p:cNvPr>
          <p:cNvGrpSpPr/>
          <p:nvPr/>
        </p:nvGrpSpPr>
        <p:grpSpPr>
          <a:xfrm>
            <a:off x="1824055" y="3179359"/>
            <a:ext cx="365326" cy="367349"/>
            <a:chOff x="-1866900" y="1906630"/>
            <a:chExt cx="365326" cy="367349"/>
          </a:xfrm>
        </p:grpSpPr>
        <p:cxnSp>
          <p:nvCxnSpPr>
            <p:cNvPr id="61" name="直線接點 128">
              <a:extLst>
                <a:ext uri="{FF2B5EF4-FFF2-40B4-BE49-F238E27FC236}">
                  <a16:creationId xmlns:a16="http://schemas.microsoft.com/office/drawing/2014/main" id="{47A8E9DB-70C8-D855-D296-CFDB6A9B218A}"/>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線接點 129">
              <a:extLst>
                <a:ext uri="{FF2B5EF4-FFF2-40B4-BE49-F238E27FC236}">
                  <a16:creationId xmlns:a16="http://schemas.microsoft.com/office/drawing/2014/main" id="{05735D7F-94E2-63B1-A285-8C95C82FA2F3}"/>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3" name="群組 130">
            <a:extLst>
              <a:ext uri="{FF2B5EF4-FFF2-40B4-BE49-F238E27FC236}">
                <a16:creationId xmlns:a16="http://schemas.microsoft.com/office/drawing/2014/main" id="{9CFCF525-B741-BCE8-A028-2FA8FE3D369A}"/>
              </a:ext>
            </a:extLst>
          </p:cNvPr>
          <p:cNvGrpSpPr/>
          <p:nvPr/>
        </p:nvGrpSpPr>
        <p:grpSpPr>
          <a:xfrm>
            <a:off x="3585580" y="3150476"/>
            <a:ext cx="365326" cy="367349"/>
            <a:chOff x="-1866900" y="1906630"/>
            <a:chExt cx="365326" cy="367349"/>
          </a:xfrm>
        </p:grpSpPr>
        <p:cxnSp>
          <p:nvCxnSpPr>
            <p:cNvPr id="64" name="直線接點 131">
              <a:extLst>
                <a:ext uri="{FF2B5EF4-FFF2-40B4-BE49-F238E27FC236}">
                  <a16:creationId xmlns:a16="http://schemas.microsoft.com/office/drawing/2014/main" id="{126DF147-63DF-A5A8-D5C3-A8B6FE321E56}"/>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直線接點 132">
              <a:extLst>
                <a:ext uri="{FF2B5EF4-FFF2-40B4-BE49-F238E27FC236}">
                  <a16:creationId xmlns:a16="http://schemas.microsoft.com/office/drawing/2014/main" id="{84AD45A0-EF97-CED9-31F3-CC9AB9C79A0F}"/>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6" name="群組 133">
            <a:extLst>
              <a:ext uri="{FF2B5EF4-FFF2-40B4-BE49-F238E27FC236}">
                <a16:creationId xmlns:a16="http://schemas.microsoft.com/office/drawing/2014/main" id="{6A7996E6-1F60-9ECD-4FB2-E56B859AF851}"/>
              </a:ext>
            </a:extLst>
          </p:cNvPr>
          <p:cNvGrpSpPr/>
          <p:nvPr/>
        </p:nvGrpSpPr>
        <p:grpSpPr>
          <a:xfrm>
            <a:off x="3595004" y="3842897"/>
            <a:ext cx="365326" cy="367349"/>
            <a:chOff x="-1866900" y="1906630"/>
            <a:chExt cx="365326" cy="367349"/>
          </a:xfrm>
        </p:grpSpPr>
        <p:cxnSp>
          <p:nvCxnSpPr>
            <p:cNvPr id="67" name="直線接點 134">
              <a:extLst>
                <a:ext uri="{FF2B5EF4-FFF2-40B4-BE49-F238E27FC236}">
                  <a16:creationId xmlns:a16="http://schemas.microsoft.com/office/drawing/2014/main" id="{110F4C58-E84A-65A2-8F49-C009E872ECA3}"/>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8" name="直線接點 135">
              <a:extLst>
                <a:ext uri="{FF2B5EF4-FFF2-40B4-BE49-F238E27FC236}">
                  <a16:creationId xmlns:a16="http://schemas.microsoft.com/office/drawing/2014/main" id="{1B1A079E-EEEC-79E3-B3BD-6B026410491A}"/>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69" name="群組 139">
            <a:extLst>
              <a:ext uri="{FF2B5EF4-FFF2-40B4-BE49-F238E27FC236}">
                <a16:creationId xmlns:a16="http://schemas.microsoft.com/office/drawing/2014/main" id="{55245F65-6AF6-A91A-83E9-022A2D37CE6B}"/>
              </a:ext>
            </a:extLst>
          </p:cNvPr>
          <p:cNvGrpSpPr/>
          <p:nvPr/>
        </p:nvGrpSpPr>
        <p:grpSpPr>
          <a:xfrm>
            <a:off x="193338" y="2463511"/>
            <a:ext cx="365326" cy="367349"/>
            <a:chOff x="-1866900" y="1906630"/>
            <a:chExt cx="365326" cy="367349"/>
          </a:xfrm>
        </p:grpSpPr>
        <p:cxnSp>
          <p:nvCxnSpPr>
            <p:cNvPr id="70" name="直線接點 140">
              <a:extLst>
                <a:ext uri="{FF2B5EF4-FFF2-40B4-BE49-F238E27FC236}">
                  <a16:creationId xmlns:a16="http://schemas.microsoft.com/office/drawing/2014/main" id="{33721C80-8673-36A1-4453-BCE098BA1B84}"/>
                </a:ext>
              </a:extLst>
            </p:cNvPr>
            <p:cNvCxnSpPr/>
            <p:nvPr/>
          </p:nvCxnSpPr>
          <p:spPr>
            <a:xfrm>
              <a:off x="-1866900" y="1906630"/>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線接點 141">
              <a:extLst>
                <a:ext uri="{FF2B5EF4-FFF2-40B4-BE49-F238E27FC236}">
                  <a16:creationId xmlns:a16="http://schemas.microsoft.com/office/drawing/2014/main" id="{502698D4-511D-98B4-F040-B851FDFB3153}"/>
                </a:ext>
              </a:extLst>
            </p:cNvPr>
            <p:cNvCxnSpPr/>
            <p:nvPr/>
          </p:nvCxnSpPr>
          <p:spPr>
            <a:xfrm rot="5400000">
              <a:off x="-1863524" y="1912029"/>
              <a:ext cx="361950" cy="36195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72" name="直線單箭頭接點 147">
            <a:extLst>
              <a:ext uri="{FF2B5EF4-FFF2-40B4-BE49-F238E27FC236}">
                <a16:creationId xmlns:a16="http://schemas.microsoft.com/office/drawing/2014/main" id="{6DA3E1D5-B1A2-167E-2D3D-FD8AE3DC4D9D}"/>
              </a:ext>
            </a:extLst>
          </p:cNvPr>
          <p:cNvCxnSpPr/>
          <p:nvPr/>
        </p:nvCxnSpPr>
        <p:spPr>
          <a:xfrm flipV="1">
            <a:off x="502891" y="3375734"/>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149">
            <a:extLst>
              <a:ext uri="{FF2B5EF4-FFF2-40B4-BE49-F238E27FC236}">
                <a16:creationId xmlns:a16="http://schemas.microsoft.com/office/drawing/2014/main" id="{7EB4BF42-E4B5-A78A-0ABF-6EE016737872}"/>
              </a:ext>
            </a:extLst>
          </p:cNvPr>
          <p:cNvCxnSpPr/>
          <p:nvPr/>
        </p:nvCxnSpPr>
        <p:spPr>
          <a:xfrm flipV="1">
            <a:off x="2293174" y="3361720"/>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150">
            <a:extLst>
              <a:ext uri="{FF2B5EF4-FFF2-40B4-BE49-F238E27FC236}">
                <a16:creationId xmlns:a16="http://schemas.microsoft.com/office/drawing/2014/main" id="{849C539F-195E-27B5-E626-46F37017CB28}"/>
              </a:ext>
            </a:extLst>
          </p:cNvPr>
          <p:cNvCxnSpPr/>
          <p:nvPr/>
        </p:nvCxnSpPr>
        <p:spPr>
          <a:xfrm flipV="1">
            <a:off x="2258480" y="1929245"/>
            <a:ext cx="1254787" cy="7355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92">
            <a:extLst>
              <a:ext uri="{FF2B5EF4-FFF2-40B4-BE49-F238E27FC236}">
                <a16:creationId xmlns:a16="http://schemas.microsoft.com/office/drawing/2014/main" id="{06335EB7-512C-0068-B441-D2C4C5015A03}"/>
              </a:ext>
            </a:extLst>
          </p:cNvPr>
          <p:cNvCxnSpPr/>
          <p:nvPr/>
        </p:nvCxnSpPr>
        <p:spPr>
          <a:xfrm>
            <a:off x="501147" y="4081597"/>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106">
            <a:extLst>
              <a:ext uri="{FF2B5EF4-FFF2-40B4-BE49-F238E27FC236}">
                <a16:creationId xmlns:a16="http://schemas.microsoft.com/office/drawing/2014/main" id="{918ACAFF-00DA-E898-8636-04D01894F5F0}"/>
              </a:ext>
            </a:extLst>
          </p:cNvPr>
          <p:cNvCxnSpPr/>
          <p:nvPr/>
        </p:nvCxnSpPr>
        <p:spPr>
          <a:xfrm>
            <a:off x="2269920" y="4081597"/>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橢圓 63">
            <a:extLst>
              <a:ext uri="{FF2B5EF4-FFF2-40B4-BE49-F238E27FC236}">
                <a16:creationId xmlns:a16="http://schemas.microsoft.com/office/drawing/2014/main" id="{8B7BF572-A434-3163-29D7-F727047BDBC9}"/>
              </a:ext>
            </a:extLst>
          </p:cNvPr>
          <p:cNvSpPr/>
          <p:nvPr/>
        </p:nvSpPr>
        <p:spPr>
          <a:xfrm>
            <a:off x="7716926" y="2409802"/>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78" name="橢圓 65">
            <a:extLst>
              <a:ext uri="{FF2B5EF4-FFF2-40B4-BE49-F238E27FC236}">
                <a16:creationId xmlns:a16="http://schemas.microsoft.com/office/drawing/2014/main" id="{E87FF763-E473-0078-633D-8E5DDAE3FF04}"/>
              </a:ext>
            </a:extLst>
          </p:cNvPr>
          <p:cNvSpPr/>
          <p:nvPr/>
        </p:nvSpPr>
        <p:spPr>
          <a:xfrm>
            <a:off x="7716926" y="380631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79" name="橢圓 66">
            <a:extLst>
              <a:ext uri="{FF2B5EF4-FFF2-40B4-BE49-F238E27FC236}">
                <a16:creationId xmlns:a16="http://schemas.microsoft.com/office/drawing/2014/main" id="{60F74868-EA3F-48EF-D107-6B7AFD7143BB}"/>
              </a:ext>
            </a:extLst>
          </p:cNvPr>
          <p:cNvSpPr/>
          <p:nvPr/>
        </p:nvSpPr>
        <p:spPr>
          <a:xfrm>
            <a:off x="10923607" y="2321877"/>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80" name="橢圓 67">
            <a:extLst>
              <a:ext uri="{FF2B5EF4-FFF2-40B4-BE49-F238E27FC236}">
                <a16:creationId xmlns:a16="http://schemas.microsoft.com/office/drawing/2014/main" id="{2F0AB0E0-D9AD-A305-BA66-E195B9214E40}"/>
              </a:ext>
            </a:extLst>
          </p:cNvPr>
          <p:cNvSpPr/>
          <p:nvPr/>
        </p:nvSpPr>
        <p:spPr>
          <a:xfrm>
            <a:off x="10923607" y="316081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81" name="矩形 68">
            <a:extLst>
              <a:ext uri="{FF2B5EF4-FFF2-40B4-BE49-F238E27FC236}">
                <a16:creationId xmlns:a16="http://schemas.microsoft.com/office/drawing/2014/main" id="{F5051318-6077-0B41-D104-ECF41CA0E36D}"/>
              </a:ext>
            </a:extLst>
          </p:cNvPr>
          <p:cNvSpPr/>
          <p:nvPr/>
        </p:nvSpPr>
        <p:spPr>
          <a:xfrm>
            <a:off x="6191773" y="1809169"/>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82" name="直線單箭頭接點 70">
            <a:extLst>
              <a:ext uri="{FF2B5EF4-FFF2-40B4-BE49-F238E27FC236}">
                <a16:creationId xmlns:a16="http://schemas.microsoft.com/office/drawing/2014/main" id="{1634C3DB-222A-AF95-9473-1C4DE12C2557}"/>
              </a:ext>
            </a:extLst>
          </p:cNvPr>
          <p:cNvCxnSpPr>
            <a:stCxn id="81" idx="3"/>
            <a:endCxn id="77" idx="2"/>
          </p:cNvCxnSpPr>
          <p:nvPr/>
        </p:nvCxnSpPr>
        <p:spPr>
          <a:xfrm>
            <a:off x="6458108" y="1942337"/>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72">
            <a:extLst>
              <a:ext uri="{FF2B5EF4-FFF2-40B4-BE49-F238E27FC236}">
                <a16:creationId xmlns:a16="http://schemas.microsoft.com/office/drawing/2014/main" id="{687A1F4F-E4C4-2C51-60A7-C47CB8F2C81A}"/>
              </a:ext>
            </a:extLst>
          </p:cNvPr>
          <p:cNvCxnSpPr>
            <a:stCxn id="81" idx="3"/>
            <a:endCxn id="78" idx="2"/>
          </p:cNvCxnSpPr>
          <p:nvPr/>
        </p:nvCxnSpPr>
        <p:spPr>
          <a:xfrm>
            <a:off x="6458108" y="1942337"/>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73">
            <a:extLst>
              <a:ext uri="{FF2B5EF4-FFF2-40B4-BE49-F238E27FC236}">
                <a16:creationId xmlns:a16="http://schemas.microsoft.com/office/drawing/2014/main" id="{7ED8C0F0-D137-31E2-A8CB-E37163014450}"/>
              </a:ext>
            </a:extLst>
          </p:cNvPr>
          <p:cNvCxnSpPr>
            <a:endCxn id="79" idx="2"/>
          </p:cNvCxnSpPr>
          <p:nvPr/>
        </p:nvCxnSpPr>
        <p:spPr>
          <a:xfrm flipV="1">
            <a:off x="9991623" y="2576854"/>
            <a:ext cx="931985" cy="1064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74">
            <a:extLst>
              <a:ext uri="{FF2B5EF4-FFF2-40B4-BE49-F238E27FC236}">
                <a16:creationId xmlns:a16="http://schemas.microsoft.com/office/drawing/2014/main" id="{F7E57F8E-6E11-6C85-EB62-9F20C4662866}"/>
              </a:ext>
            </a:extLst>
          </p:cNvPr>
          <p:cNvCxnSpPr>
            <a:endCxn id="79" idx="2"/>
          </p:cNvCxnSpPr>
          <p:nvPr/>
        </p:nvCxnSpPr>
        <p:spPr>
          <a:xfrm>
            <a:off x="9991621" y="1919998"/>
            <a:ext cx="931986" cy="6568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75">
            <a:extLst>
              <a:ext uri="{FF2B5EF4-FFF2-40B4-BE49-F238E27FC236}">
                <a16:creationId xmlns:a16="http://schemas.microsoft.com/office/drawing/2014/main" id="{47705553-9DA0-60F1-8834-30A159263B82}"/>
              </a:ext>
            </a:extLst>
          </p:cNvPr>
          <p:cNvCxnSpPr>
            <a:endCxn id="80" idx="2"/>
          </p:cNvCxnSpPr>
          <p:nvPr/>
        </p:nvCxnSpPr>
        <p:spPr>
          <a:xfrm>
            <a:off x="9991623" y="1963960"/>
            <a:ext cx="931985" cy="14518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76">
            <a:extLst>
              <a:ext uri="{FF2B5EF4-FFF2-40B4-BE49-F238E27FC236}">
                <a16:creationId xmlns:a16="http://schemas.microsoft.com/office/drawing/2014/main" id="{E224CD96-AC14-6328-F895-F817E8095396}"/>
              </a:ext>
            </a:extLst>
          </p:cNvPr>
          <p:cNvCxnSpPr>
            <a:endCxn id="80" idx="2"/>
          </p:cNvCxnSpPr>
          <p:nvPr/>
        </p:nvCxnSpPr>
        <p:spPr>
          <a:xfrm>
            <a:off x="9991621" y="2718812"/>
            <a:ext cx="931986" cy="696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橢圓 86">
            <a:extLst>
              <a:ext uri="{FF2B5EF4-FFF2-40B4-BE49-F238E27FC236}">
                <a16:creationId xmlns:a16="http://schemas.microsoft.com/office/drawing/2014/main" id="{4E13053E-3E4D-66EB-4297-D5E7C6BDED63}"/>
              </a:ext>
            </a:extLst>
          </p:cNvPr>
          <p:cNvSpPr/>
          <p:nvPr/>
        </p:nvSpPr>
        <p:spPr>
          <a:xfrm>
            <a:off x="9481667" y="1674267"/>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89" name="橢圓 87">
            <a:extLst>
              <a:ext uri="{FF2B5EF4-FFF2-40B4-BE49-F238E27FC236}">
                <a16:creationId xmlns:a16="http://schemas.microsoft.com/office/drawing/2014/main" id="{FD3B6FFC-5D79-FFBA-E139-AE55613E77A6}"/>
              </a:ext>
            </a:extLst>
          </p:cNvPr>
          <p:cNvSpPr/>
          <p:nvPr/>
        </p:nvSpPr>
        <p:spPr>
          <a:xfrm>
            <a:off x="9481667" y="2375086"/>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90" name="矩形 89">
            <a:extLst>
              <a:ext uri="{FF2B5EF4-FFF2-40B4-BE49-F238E27FC236}">
                <a16:creationId xmlns:a16="http://schemas.microsoft.com/office/drawing/2014/main" id="{2BCA7A61-2D5D-404D-62F1-505F5C691D09}"/>
              </a:ext>
            </a:extLst>
          </p:cNvPr>
          <p:cNvSpPr/>
          <p:nvPr/>
        </p:nvSpPr>
        <p:spPr>
          <a:xfrm>
            <a:off x="6191773" y="3930892"/>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91" name="直線單箭頭接點 92">
            <a:extLst>
              <a:ext uri="{FF2B5EF4-FFF2-40B4-BE49-F238E27FC236}">
                <a16:creationId xmlns:a16="http://schemas.microsoft.com/office/drawing/2014/main" id="{7052638D-0112-B36E-D9B3-CC998EDF0B5E}"/>
              </a:ext>
            </a:extLst>
          </p:cNvPr>
          <p:cNvCxnSpPr>
            <a:stCxn id="90" idx="3"/>
            <a:endCxn id="78" idx="2"/>
          </p:cNvCxnSpPr>
          <p:nvPr/>
        </p:nvCxnSpPr>
        <p:spPr>
          <a:xfrm flipV="1">
            <a:off x="6458108" y="4061287"/>
            <a:ext cx="1258819" cy="27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5">
            <a:extLst>
              <a:ext uri="{FF2B5EF4-FFF2-40B4-BE49-F238E27FC236}">
                <a16:creationId xmlns:a16="http://schemas.microsoft.com/office/drawing/2014/main" id="{1A422B3A-BDFB-56BD-37B4-7C0698DB7148}"/>
              </a:ext>
            </a:extLst>
          </p:cNvPr>
          <p:cNvCxnSpPr>
            <a:stCxn id="90" idx="3"/>
            <a:endCxn id="77" idx="2"/>
          </p:cNvCxnSpPr>
          <p:nvPr/>
        </p:nvCxnSpPr>
        <p:spPr>
          <a:xfrm flipV="1">
            <a:off x="6458108" y="2664779"/>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103">
            <a:extLst>
              <a:ext uri="{FF2B5EF4-FFF2-40B4-BE49-F238E27FC236}">
                <a16:creationId xmlns:a16="http://schemas.microsoft.com/office/drawing/2014/main" id="{46F0C1D4-C2FA-EE5F-677F-DC748C386EE8}"/>
              </a:ext>
            </a:extLst>
          </p:cNvPr>
          <p:cNvCxnSpPr/>
          <p:nvPr/>
        </p:nvCxnSpPr>
        <p:spPr>
          <a:xfrm>
            <a:off x="8226881" y="2630063"/>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109">
            <a:extLst>
              <a:ext uri="{FF2B5EF4-FFF2-40B4-BE49-F238E27FC236}">
                <a16:creationId xmlns:a16="http://schemas.microsoft.com/office/drawing/2014/main" id="{E9A545B2-65B2-EDD3-6B35-8511AAAED84A}"/>
              </a:ext>
            </a:extLst>
          </p:cNvPr>
          <p:cNvCxnSpPr/>
          <p:nvPr/>
        </p:nvCxnSpPr>
        <p:spPr>
          <a:xfrm flipV="1">
            <a:off x="8226881" y="2664779"/>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110">
            <a:extLst>
              <a:ext uri="{FF2B5EF4-FFF2-40B4-BE49-F238E27FC236}">
                <a16:creationId xmlns:a16="http://schemas.microsoft.com/office/drawing/2014/main" id="{9750BFF8-01C3-89F1-D88A-BB013652AE09}"/>
              </a:ext>
            </a:extLst>
          </p:cNvPr>
          <p:cNvCxnSpPr/>
          <p:nvPr/>
        </p:nvCxnSpPr>
        <p:spPr>
          <a:xfrm flipV="1">
            <a:off x="8226881" y="1963961"/>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113">
            <a:extLst>
              <a:ext uri="{FF2B5EF4-FFF2-40B4-BE49-F238E27FC236}">
                <a16:creationId xmlns:a16="http://schemas.microsoft.com/office/drawing/2014/main" id="{0340F3C6-C480-CE51-BDB2-8FD691B2B153}"/>
              </a:ext>
            </a:extLst>
          </p:cNvPr>
          <p:cNvCxnSpPr/>
          <p:nvPr/>
        </p:nvCxnSpPr>
        <p:spPr>
          <a:xfrm>
            <a:off x="11449328" y="2589425"/>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114">
            <a:extLst>
              <a:ext uri="{FF2B5EF4-FFF2-40B4-BE49-F238E27FC236}">
                <a16:creationId xmlns:a16="http://schemas.microsoft.com/office/drawing/2014/main" id="{8CF04595-5A62-5AFA-83D8-2163EA393365}"/>
              </a:ext>
            </a:extLst>
          </p:cNvPr>
          <p:cNvCxnSpPr/>
          <p:nvPr/>
        </p:nvCxnSpPr>
        <p:spPr>
          <a:xfrm>
            <a:off x="11449328" y="3430302"/>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單箭頭接點 123">
            <a:extLst>
              <a:ext uri="{FF2B5EF4-FFF2-40B4-BE49-F238E27FC236}">
                <a16:creationId xmlns:a16="http://schemas.microsoft.com/office/drawing/2014/main" id="{4F206F81-2BC6-5255-13A9-70CB9EA6AE84}"/>
              </a:ext>
            </a:extLst>
          </p:cNvPr>
          <p:cNvCxnSpPr/>
          <p:nvPr/>
        </p:nvCxnSpPr>
        <p:spPr>
          <a:xfrm flipV="1">
            <a:off x="8226881" y="1929245"/>
            <a:ext cx="1254787" cy="7355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9" name="文字方塊 2">
            <a:extLst>
              <a:ext uri="{FF2B5EF4-FFF2-40B4-BE49-F238E27FC236}">
                <a16:creationId xmlns:a16="http://schemas.microsoft.com/office/drawing/2014/main" id="{1B161FDE-89F9-A52C-EE81-449346D344A4}"/>
              </a:ext>
            </a:extLst>
          </p:cNvPr>
          <p:cNvSpPr txBox="1"/>
          <p:nvPr/>
        </p:nvSpPr>
        <p:spPr>
          <a:xfrm>
            <a:off x="9246159" y="3795713"/>
            <a:ext cx="1677448" cy="461665"/>
          </a:xfrm>
          <a:prstGeom prst="rect">
            <a:avLst/>
          </a:prstGeom>
          <a:noFill/>
        </p:spPr>
        <p:txBody>
          <a:bodyPr wrap="square" rtlCol="0">
            <a:spAutoFit/>
          </a:bodyPr>
          <a:lstStyle/>
          <a:p>
            <a:pPr algn="ctr">
              <a:defRPr/>
            </a:pPr>
            <a:r>
              <a:rPr lang="en-US" altLang="zh-TW" sz="2400" dirty="0">
                <a:solidFill>
                  <a:srgbClr val="FF0000"/>
                </a:solidFill>
                <a:latin typeface="Calibri" panose="020F0502020204030204"/>
                <a:ea typeface="新細明體" panose="02020500000000000000" pitchFamily="18" charset="-120"/>
              </a:rPr>
              <a:t>Thinner!</a:t>
            </a:r>
            <a:endParaRPr lang="zh-TW" altLang="en-US" sz="2400" dirty="0">
              <a:solidFill>
                <a:srgbClr val="FF0000"/>
              </a:solidFill>
              <a:latin typeface="Calibri" panose="020F0502020204030204"/>
              <a:ea typeface="新細明體" panose="02020500000000000000" pitchFamily="18" charset="-120"/>
            </a:endParaRPr>
          </a:p>
        </p:txBody>
      </p:sp>
      <p:sp>
        <p:nvSpPr>
          <p:cNvPr id="100" name="文字方塊 116">
            <a:extLst>
              <a:ext uri="{FF2B5EF4-FFF2-40B4-BE49-F238E27FC236}">
                <a16:creationId xmlns:a16="http://schemas.microsoft.com/office/drawing/2014/main" id="{3698C8BB-93C0-8558-BF5E-87BC23663F9F}"/>
              </a:ext>
            </a:extLst>
          </p:cNvPr>
          <p:cNvSpPr txBox="1"/>
          <p:nvPr/>
        </p:nvSpPr>
        <p:spPr>
          <a:xfrm>
            <a:off x="930083" y="4386035"/>
            <a:ext cx="6186273" cy="461665"/>
          </a:xfrm>
          <a:prstGeom prst="rect">
            <a:avLst/>
          </a:prstGeom>
          <a:noFill/>
        </p:spPr>
        <p:txBody>
          <a:bodyPr wrap="square" rtlCol="0">
            <a:spAutoFit/>
          </a:bodyPr>
          <a:lstStyle/>
          <a:p>
            <a:pPr marL="342900" indent="-342900">
              <a:buFont typeface="Wingdings" panose="05000000000000000000" pitchFamily="2" charset="2"/>
              <a:buChar char="Ø"/>
              <a:defRPr/>
            </a:pPr>
            <a:r>
              <a:rPr lang="zh-TW" altLang="en-US" sz="2400" b="1" dirty="0">
                <a:solidFill>
                  <a:prstClr val="black"/>
                </a:solidFill>
                <a:latin typeface="+mn-ea"/>
              </a:rPr>
              <a:t>在学习参数开始之前</a:t>
            </a:r>
            <a:endParaRPr lang="en-US" altLang="zh-TW" sz="2400" b="1" dirty="0">
              <a:solidFill>
                <a:prstClr val="black"/>
              </a:solidFill>
              <a:latin typeface="+mn-ea"/>
            </a:endParaRPr>
          </a:p>
        </p:txBody>
      </p:sp>
      <p:sp>
        <p:nvSpPr>
          <p:cNvPr id="101" name="文字方塊 117">
            <a:extLst>
              <a:ext uri="{FF2B5EF4-FFF2-40B4-BE49-F238E27FC236}">
                <a16:creationId xmlns:a16="http://schemas.microsoft.com/office/drawing/2014/main" id="{C4946881-2114-62AE-C2F6-BDF4CB224F1C}"/>
              </a:ext>
            </a:extLst>
          </p:cNvPr>
          <p:cNvSpPr txBox="1"/>
          <p:nvPr/>
        </p:nvSpPr>
        <p:spPr>
          <a:xfrm>
            <a:off x="1200796" y="4853455"/>
            <a:ext cx="6424841" cy="461665"/>
          </a:xfrm>
          <a:prstGeom prst="rect">
            <a:avLst/>
          </a:prstGeom>
          <a:noFill/>
        </p:spPr>
        <p:txBody>
          <a:bodyPr wrap="square" rtlCol="0">
            <a:spAutoFit/>
          </a:bodyPr>
          <a:lstStyle/>
          <a:p>
            <a:pPr marL="342900" indent="-342900">
              <a:buFont typeface="Wingdings" panose="05000000000000000000" pitchFamily="2" charset="2"/>
              <a:buChar char="l"/>
              <a:defRPr/>
            </a:pPr>
            <a:r>
              <a:rPr lang="zh-TW" altLang="en-US" sz="2400" dirty="0">
                <a:solidFill>
                  <a:prstClr val="black"/>
                </a:solidFill>
                <a:latin typeface="+mn-ea"/>
              </a:rPr>
              <a:t>每个神经元有</a:t>
            </a:r>
            <a:r>
              <a:rPr lang="en-US" altLang="zh-TW" sz="2400" dirty="0">
                <a:solidFill>
                  <a:prstClr val="black"/>
                </a:solidFill>
                <a:latin typeface="+mn-ea"/>
              </a:rPr>
              <a:t>p% </a:t>
            </a:r>
            <a:r>
              <a:rPr lang="zh-TW" altLang="en-US" sz="2400" dirty="0">
                <a:solidFill>
                  <a:prstClr val="black"/>
                </a:solidFill>
                <a:latin typeface="+mn-ea"/>
              </a:rPr>
              <a:t>的概率失活</a:t>
            </a:r>
          </a:p>
        </p:txBody>
      </p:sp>
      <p:sp>
        <p:nvSpPr>
          <p:cNvPr id="102" name="文字方塊 119">
            <a:extLst>
              <a:ext uri="{FF2B5EF4-FFF2-40B4-BE49-F238E27FC236}">
                <a16:creationId xmlns:a16="http://schemas.microsoft.com/office/drawing/2014/main" id="{E8900FC3-FD5E-6DE0-CAB3-9AF095B79718}"/>
              </a:ext>
            </a:extLst>
          </p:cNvPr>
          <p:cNvSpPr txBox="1"/>
          <p:nvPr/>
        </p:nvSpPr>
        <p:spPr>
          <a:xfrm>
            <a:off x="1200796" y="5776450"/>
            <a:ext cx="6174444" cy="461665"/>
          </a:xfrm>
          <a:prstGeom prst="rect">
            <a:avLst/>
          </a:prstGeom>
          <a:noFill/>
        </p:spPr>
        <p:txBody>
          <a:bodyPr wrap="square" rtlCol="0">
            <a:spAutoFit/>
          </a:bodyPr>
          <a:lstStyle/>
          <a:p>
            <a:pPr marL="342900" indent="-342900">
              <a:buFont typeface="Wingdings" panose="05000000000000000000" pitchFamily="2" charset="2"/>
              <a:buChar char="l"/>
              <a:defRPr/>
            </a:pPr>
            <a:r>
              <a:rPr lang="zh-TW" altLang="en-US" sz="2400" dirty="0">
                <a:solidFill>
                  <a:prstClr val="black"/>
                </a:solidFill>
                <a:latin typeface="+mn-ea"/>
              </a:rPr>
              <a:t>再使用新的网络结构进行训练</a:t>
            </a:r>
          </a:p>
        </p:txBody>
      </p:sp>
      <p:sp>
        <p:nvSpPr>
          <p:cNvPr id="103" name="向右箭號 121">
            <a:extLst>
              <a:ext uri="{FF2B5EF4-FFF2-40B4-BE49-F238E27FC236}">
                <a16:creationId xmlns:a16="http://schemas.microsoft.com/office/drawing/2014/main" id="{EE281BDF-C478-3DF2-B045-B7C54A8571EE}"/>
              </a:ext>
            </a:extLst>
          </p:cNvPr>
          <p:cNvSpPr/>
          <p:nvPr/>
        </p:nvSpPr>
        <p:spPr>
          <a:xfrm>
            <a:off x="1663765" y="5351429"/>
            <a:ext cx="629409" cy="3755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mn-ea"/>
            </a:endParaRPr>
          </a:p>
        </p:txBody>
      </p:sp>
      <p:sp>
        <p:nvSpPr>
          <p:cNvPr id="104" name="文字方塊 122">
            <a:extLst>
              <a:ext uri="{FF2B5EF4-FFF2-40B4-BE49-F238E27FC236}">
                <a16:creationId xmlns:a16="http://schemas.microsoft.com/office/drawing/2014/main" id="{7CA86457-175F-CDE9-C473-E3B605DF94FC}"/>
              </a:ext>
            </a:extLst>
          </p:cNvPr>
          <p:cNvSpPr txBox="1"/>
          <p:nvPr/>
        </p:nvSpPr>
        <p:spPr>
          <a:xfrm>
            <a:off x="2482652" y="5276632"/>
            <a:ext cx="5744228" cy="461665"/>
          </a:xfrm>
          <a:prstGeom prst="rect">
            <a:avLst/>
          </a:prstGeom>
          <a:noFill/>
        </p:spPr>
        <p:txBody>
          <a:bodyPr wrap="square" rtlCol="0">
            <a:spAutoFit/>
          </a:bodyPr>
          <a:lstStyle/>
          <a:p>
            <a:pPr>
              <a:defRPr/>
            </a:pPr>
            <a:r>
              <a:rPr lang="zh-TW" altLang="en-US" sz="2400" b="1" dirty="0">
                <a:solidFill>
                  <a:srgbClr val="0000FF"/>
                </a:solidFill>
                <a:latin typeface="+mn-ea"/>
              </a:rPr>
              <a:t>网络结构发生变化</a:t>
            </a:r>
          </a:p>
        </p:txBody>
      </p:sp>
      <p:sp>
        <p:nvSpPr>
          <p:cNvPr id="105" name="文字方塊 39">
            <a:extLst>
              <a:ext uri="{FF2B5EF4-FFF2-40B4-BE49-F238E27FC236}">
                <a16:creationId xmlns:a16="http://schemas.microsoft.com/office/drawing/2014/main" id="{BB94853C-A982-49EE-2BD0-904C28168E2D}"/>
              </a:ext>
            </a:extLst>
          </p:cNvPr>
          <p:cNvSpPr txBox="1"/>
          <p:nvPr/>
        </p:nvSpPr>
        <p:spPr>
          <a:xfrm>
            <a:off x="6755527" y="4704576"/>
            <a:ext cx="4926797" cy="83099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defRPr/>
            </a:pPr>
            <a:r>
              <a:rPr lang="zh-TW" altLang="en-US" sz="2400" dirty="0">
                <a:solidFill>
                  <a:prstClr val="black"/>
                </a:solidFill>
                <a:latin typeface="+mn-ea"/>
              </a:rPr>
              <a:t>对每一批数据</a:t>
            </a:r>
            <a:r>
              <a:rPr lang="zh-CN" altLang="en-US" sz="2400" dirty="0">
                <a:solidFill>
                  <a:prstClr val="black"/>
                </a:solidFill>
                <a:latin typeface="+mn-ea"/>
              </a:rPr>
              <a:t>，恢复所有神经元，再重新选择失活的神经元</a:t>
            </a:r>
            <a:endParaRPr lang="en-US" altLang="zh-TW" sz="2400" dirty="0">
              <a:solidFill>
                <a:prstClr val="black"/>
              </a:solidFill>
              <a:latin typeface="+mn-ea"/>
            </a:endParaRPr>
          </a:p>
        </p:txBody>
      </p:sp>
      <p:sp>
        <p:nvSpPr>
          <p:cNvPr id="2" name="灯片编号占位符 1"/>
          <p:cNvSpPr>
            <a:spLocks noGrp="1"/>
          </p:cNvSpPr>
          <p:nvPr>
            <p:ph type="sldNum" sz="quarter" idx="14"/>
          </p:nvPr>
        </p:nvSpPr>
        <p:spPr/>
        <p:txBody>
          <a:bodyPr/>
          <a:lstStyle/>
          <a:p>
            <a:fld id="{AF69888C-E133-43D9-A638-B5C95925B91C}" type="slidenum">
              <a:rPr lang="zh-CN" altLang="en-US" smtClean="0"/>
              <a:t>11</a:t>
            </a:fld>
            <a:endParaRPr lang="zh-CN" altLang="en-US" dirty="0"/>
          </a:p>
        </p:txBody>
      </p:sp>
    </p:spTree>
    <p:extLst>
      <p:ext uri="{BB962C8B-B14F-4D97-AF65-F5344CB8AC3E}">
        <p14:creationId xmlns:p14="http://schemas.microsoft.com/office/powerpoint/2010/main" val="4018137231"/>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69"/>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57"/>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60"/>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63"/>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66"/>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29" grpId="0" animBg="1"/>
      <p:bldP spid="32" grpId="0" animBg="1"/>
      <p:bldP spid="33" grpId="0" animBg="1"/>
      <p:bldP spid="34" grpId="0" animBg="1"/>
      <p:bldP spid="99" grpId="0"/>
      <p:bldP spid="100" grpId="0"/>
      <p:bldP spid="101" grpId="0"/>
      <p:bldP spid="102" grpId="0"/>
      <p:bldP spid="103" grpId="0" animBg="1"/>
      <p:bldP spid="104" grpId="0"/>
      <p:bldP spid="10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4000" b="1" dirty="0"/>
              <a:t>Dropout</a:t>
            </a:r>
            <a:r>
              <a:rPr lang="zh-CN" altLang="en-US" sz="4000" b="1" dirty="0"/>
              <a:t>正则化</a:t>
            </a:r>
          </a:p>
        </p:txBody>
      </p:sp>
      <p:sp>
        <p:nvSpPr>
          <p:cNvPr id="4" name="文本框 3">
            <a:extLst>
              <a:ext uri="{FF2B5EF4-FFF2-40B4-BE49-F238E27FC236}">
                <a16:creationId xmlns:a16="http://schemas.microsoft.com/office/drawing/2014/main" id="{BC43F16E-9A44-24B2-E1FA-CB7E19F320BE}"/>
              </a:ext>
            </a:extLst>
          </p:cNvPr>
          <p:cNvSpPr txBox="1"/>
          <p:nvPr/>
        </p:nvSpPr>
        <p:spPr>
          <a:xfrm>
            <a:off x="661080" y="970325"/>
            <a:ext cx="1946653" cy="581057"/>
          </a:xfrm>
          <a:prstGeom prst="rect">
            <a:avLst/>
          </a:prstGeom>
          <a:noFill/>
        </p:spPr>
        <p:txBody>
          <a:bodyPr wrap="square" rtlCol="0" anchor="t">
            <a:spAutoFit/>
          </a:bodyPr>
          <a:lstStyle/>
          <a:p>
            <a:pPr marL="342900" indent="-342900" fontAlgn="auto">
              <a:lnSpc>
                <a:spcPct val="150000"/>
              </a:lnSpc>
              <a:buFont typeface="Wingdings" pitchFamily="2" charset="2"/>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测试</a:t>
            </a:r>
            <a:r>
              <a:rPr lang="zh-CN" altLang="en-CN" sz="2400" dirty="0">
                <a:latin typeface="微软雅黑" panose="020B0503020204020204" pitchFamily="34" charset="-122"/>
                <a:ea typeface="微软雅黑" panose="020B0503020204020204" pitchFamily="34" charset="-122"/>
                <a:cs typeface="微软雅黑" panose="020B0503020204020204" pitchFamily="34" charset="-122"/>
              </a:rPr>
              <a:t>阶段</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5" name="群組 110">
            <a:extLst>
              <a:ext uri="{FF2B5EF4-FFF2-40B4-BE49-F238E27FC236}">
                <a16:creationId xmlns:a16="http://schemas.microsoft.com/office/drawing/2014/main" id="{36473225-E625-1611-FD16-9F52D6C0161F}"/>
              </a:ext>
            </a:extLst>
          </p:cNvPr>
          <p:cNvGrpSpPr/>
          <p:nvPr/>
        </p:nvGrpSpPr>
        <p:grpSpPr>
          <a:xfrm>
            <a:off x="3693464" y="1079038"/>
            <a:ext cx="5723548" cy="2641997"/>
            <a:chOff x="1904899" y="2535995"/>
            <a:chExt cx="5723548" cy="2641997"/>
          </a:xfrm>
        </p:grpSpPr>
        <p:sp>
          <p:nvSpPr>
            <p:cNvPr id="6" name="橢圓 3">
              <a:extLst>
                <a:ext uri="{FF2B5EF4-FFF2-40B4-BE49-F238E27FC236}">
                  <a16:creationId xmlns:a16="http://schemas.microsoft.com/office/drawing/2014/main" id="{7355E970-DDB5-A061-FDBA-8CE8D3ACC554}"/>
                </a:ext>
              </a:extLst>
            </p:cNvPr>
            <p:cNvSpPr/>
            <p:nvPr/>
          </p:nvSpPr>
          <p:spPr>
            <a:xfrm>
              <a:off x="3430053" y="2570711"/>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7" name="橢圓 4">
              <a:extLst>
                <a:ext uri="{FF2B5EF4-FFF2-40B4-BE49-F238E27FC236}">
                  <a16:creationId xmlns:a16="http://schemas.microsoft.com/office/drawing/2014/main" id="{18501FD4-84B3-055F-8F93-134F1768921D}"/>
                </a:ext>
              </a:extLst>
            </p:cNvPr>
            <p:cNvSpPr/>
            <p:nvPr/>
          </p:nvSpPr>
          <p:spPr>
            <a:xfrm>
              <a:off x="3430053" y="3271530"/>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8" name="橢圓 5">
              <a:extLst>
                <a:ext uri="{FF2B5EF4-FFF2-40B4-BE49-F238E27FC236}">
                  <a16:creationId xmlns:a16="http://schemas.microsoft.com/office/drawing/2014/main" id="{F764FDA4-DDB3-8719-CE06-B50B72C2778A}"/>
                </a:ext>
              </a:extLst>
            </p:cNvPr>
            <p:cNvSpPr/>
            <p:nvPr/>
          </p:nvSpPr>
          <p:spPr>
            <a:xfrm>
              <a:off x="3430053" y="396978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9" name="橢圓 6">
              <a:extLst>
                <a:ext uri="{FF2B5EF4-FFF2-40B4-BE49-F238E27FC236}">
                  <a16:creationId xmlns:a16="http://schemas.microsoft.com/office/drawing/2014/main" id="{4A04A60B-3D29-9F04-4F27-C70CDF424EBB}"/>
                </a:ext>
              </a:extLst>
            </p:cNvPr>
            <p:cNvSpPr/>
            <p:nvPr/>
          </p:nvSpPr>
          <p:spPr>
            <a:xfrm>
              <a:off x="3430053" y="466803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10" name="橢圓 7">
              <a:extLst>
                <a:ext uri="{FF2B5EF4-FFF2-40B4-BE49-F238E27FC236}">
                  <a16:creationId xmlns:a16="http://schemas.microsoft.com/office/drawing/2014/main" id="{2BFA89AE-61BE-55D0-1AB8-A4FC79CD4710}"/>
                </a:ext>
              </a:extLst>
            </p:cNvPr>
            <p:cNvSpPr/>
            <p:nvPr/>
          </p:nvSpPr>
          <p:spPr>
            <a:xfrm>
              <a:off x="6636734" y="3183605"/>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11" name="橢圓 8">
              <a:extLst>
                <a:ext uri="{FF2B5EF4-FFF2-40B4-BE49-F238E27FC236}">
                  <a16:creationId xmlns:a16="http://schemas.microsoft.com/office/drawing/2014/main" id="{BF346034-2B54-D257-13EF-8E62C8A44181}"/>
                </a:ext>
              </a:extLst>
            </p:cNvPr>
            <p:cNvSpPr/>
            <p:nvPr/>
          </p:nvSpPr>
          <p:spPr>
            <a:xfrm>
              <a:off x="6636734" y="4022539"/>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13" name="矩形 9">
              <a:extLst>
                <a:ext uri="{FF2B5EF4-FFF2-40B4-BE49-F238E27FC236}">
                  <a16:creationId xmlns:a16="http://schemas.microsoft.com/office/drawing/2014/main" id="{09BCEF2B-A7F3-2A1E-4542-5F970ECA1320}"/>
                </a:ext>
              </a:extLst>
            </p:cNvPr>
            <p:cNvSpPr/>
            <p:nvPr/>
          </p:nvSpPr>
          <p:spPr>
            <a:xfrm>
              <a:off x="1904899" y="2670896"/>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14" name="直線單箭頭接點 10">
              <a:extLst>
                <a:ext uri="{FF2B5EF4-FFF2-40B4-BE49-F238E27FC236}">
                  <a16:creationId xmlns:a16="http://schemas.microsoft.com/office/drawing/2014/main" id="{70CD6A88-24B8-C1B2-3EAF-0CCAA209B626}"/>
                </a:ext>
              </a:extLst>
            </p:cNvPr>
            <p:cNvCxnSpPr>
              <a:stCxn id="13" idx="3"/>
              <a:endCxn id="6" idx="2"/>
            </p:cNvCxnSpPr>
            <p:nvPr/>
          </p:nvCxnSpPr>
          <p:spPr>
            <a:xfrm>
              <a:off x="2171234" y="2804064"/>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1">
              <a:extLst>
                <a:ext uri="{FF2B5EF4-FFF2-40B4-BE49-F238E27FC236}">
                  <a16:creationId xmlns:a16="http://schemas.microsoft.com/office/drawing/2014/main" id="{14AEE63E-A011-1BE3-A5AA-845F97FF44CA}"/>
                </a:ext>
              </a:extLst>
            </p:cNvPr>
            <p:cNvCxnSpPr>
              <a:stCxn id="13" idx="3"/>
              <a:endCxn id="7" idx="2"/>
            </p:cNvCxnSpPr>
            <p:nvPr/>
          </p:nvCxnSpPr>
          <p:spPr>
            <a:xfrm>
              <a:off x="2171234" y="2804064"/>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2">
              <a:extLst>
                <a:ext uri="{FF2B5EF4-FFF2-40B4-BE49-F238E27FC236}">
                  <a16:creationId xmlns:a16="http://schemas.microsoft.com/office/drawing/2014/main" id="{3E6FC3C7-B22F-53F1-506E-9956457CEAA1}"/>
                </a:ext>
              </a:extLst>
            </p:cNvPr>
            <p:cNvCxnSpPr>
              <a:stCxn id="13" idx="3"/>
              <a:endCxn id="8" idx="2"/>
            </p:cNvCxnSpPr>
            <p:nvPr/>
          </p:nvCxnSpPr>
          <p:spPr>
            <a:xfrm>
              <a:off x="2171234" y="2804064"/>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3">
              <a:extLst>
                <a:ext uri="{FF2B5EF4-FFF2-40B4-BE49-F238E27FC236}">
                  <a16:creationId xmlns:a16="http://schemas.microsoft.com/office/drawing/2014/main" id="{CF427712-9873-4631-9DE7-994487C3B5FB}"/>
                </a:ext>
              </a:extLst>
            </p:cNvPr>
            <p:cNvCxnSpPr>
              <a:stCxn id="13" idx="3"/>
              <a:endCxn id="9" idx="2"/>
            </p:cNvCxnSpPr>
            <p:nvPr/>
          </p:nvCxnSpPr>
          <p:spPr>
            <a:xfrm>
              <a:off x="2171234" y="2804064"/>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14">
              <a:extLst>
                <a:ext uri="{FF2B5EF4-FFF2-40B4-BE49-F238E27FC236}">
                  <a16:creationId xmlns:a16="http://schemas.microsoft.com/office/drawing/2014/main" id="{AB280A11-C034-8696-3FBA-8488C7BE18E8}"/>
                </a:ext>
              </a:extLst>
            </p:cNvPr>
            <p:cNvCxnSpPr>
              <a:endCxn id="10" idx="2"/>
            </p:cNvCxnSpPr>
            <p:nvPr/>
          </p:nvCxnSpPr>
          <p:spPr>
            <a:xfrm flipV="1">
              <a:off x="5704749" y="3438582"/>
              <a:ext cx="931985" cy="10641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5">
              <a:extLst>
                <a:ext uri="{FF2B5EF4-FFF2-40B4-BE49-F238E27FC236}">
                  <a16:creationId xmlns:a16="http://schemas.microsoft.com/office/drawing/2014/main" id="{EC1C3C05-9BD5-1A1C-07D8-3D2ED97783B1}"/>
                </a:ext>
              </a:extLst>
            </p:cNvPr>
            <p:cNvCxnSpPr>
              <a:endCxn id="10" idx="2"/>
            </p:cNvCxnSpPr>
            <p:nvPr/>
          </p:nvCxnSpPr>
          <p:spPr>
            <a:xfrm>
              <a:off x="5704748" y="2781725"/>
              <a:ext cx="931986" cy="65685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6">
              <a:extLst>
                <a:ext uri="{FF2B5EF4-FFF2-40B4-BE49-F238E27FC236}">
                  <a16:creationId xmlns:a16="http://schemas.microsoft.com/office/drawing/2014/main" id="{3A1ED55C-B622-AFF9-7DD1-F15ABD321AD9}"/>
                </a:ext>
              </a:extLst>
            </p:cNvPr>
            <p:cNvCxnSpPr>
              <a:endCxn id="11" idx="2"/>
            </p:cNvCxnSpPr>
            <p:nvPr/>
          </p:nvCxnSpPr>
          <p:spPr>
            <a:xfrm>
              <a:off x="5704749" y="2825688"/>
              <a:ext cx="931985" cy="14518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17">
              <a:extLst>
                <a:ext uri="{FF2B5EF4-FFF2-40B4-BE49-F238E27FC236}">
                  <a16:creationId xmlns:a16="http://schemas.microsoft.com/office/drawing/2014/main" id="{039BC6E7-058C-BB9C-AC8C-51F65C933396}"/>
                </a:ext>
              </a:extLst>
            </p:cNvPr>
            <p:cNvCxnSpPr>
              <a:endCxn id="11" idx="2"/>
            </p:cNvCxnSpPr>
            <p:nvPr/>
          </p:nvCxnSpPr>
          <p:spPr>
            <a:xfrm>
              <a:off x="5704748" y="3580539"/>
              <a:ext cx="931986" cy="6969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18">
              <a:extLst>
                <a:ext uri="{FF2B5EF4-FFF2-40B4-BE49-F238E27FC236}">
                  <a16:creationId xmlns:a16="http://schemas.microsoft.com/office/drawing/2014/main" id="{FCF5325E-BDBE-8C49-141F-7CBF03075DD7}"/>
                </a:ext>
              </a:extLst>
            </p:cNvPr>
            <p:cNvCxnSpPr>
              <a:endCxn id="10" idx="2"/>
            </p:cNvCxnSpPr>
            <p:nvPr/>
          </p:nvCxnSpPr>
          <p:spPr>
            <a:xfrm flipV="1">
              <a:off x="5704749" y="3438582"/>
              <a:ext cx="931985" cy="7861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19">
              <a:extLst>
                <a:ext uri="{FF2B5EF4-FFF2-40B4-BE49-F238E27FC236}">
                  <a16:creationId xmlns:a16="http://schemas.microsoft.com/office/drawing/2014/main" id="{15FD59C0-DF8F-E923-88D5-ADC99BE33E24}"/>
                </a:ext>
              </a:extLst>
            </p:cNvPr>
            <p:cNvCxnSpPr>
              <a:endCxn id="11" idx="2"/>
            </p:cNvCxnSpPr>
            <p:nvPr/>
          </p:nvCxnSpPr>
          <p:spPr>
            <a:xfrm>
              <a:off x="5704749" y="4224761"/>
              <a:ext cx="931985" cy="5275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0">
              <a:extLst>
                <a:ext uri="{FF2B5EF4-FFF2-40B4-BE49-F238E27FC236}">
                  <a16:creationId xmlns:a16="http://schemas.microsoft.com/office/drawing/2014/main" id="{78432C0E-1439-9078-3BFA-EEADB1E82EF8}"/>
                </a:ext>
              </a:extLst>
            </p:cNvPr>
            <p:cNvCxnSpPr>
              <a:endCxn id="10" idx="2"/>
            </p:cNvCxnSpPr>
            <p:nvPr/>
          </p:nvCxnSpPr>
          <p:spPr>
            <a:xfrm flipV="1">
              <a:off x="5704748" y="3438582"/>
              <a:ext cx="931986" cy="14567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1">
              <a:extLst>
                <a:ext uri="{FF2B5EF4-FFF2-40B4-BE49-F238E27FC236}">
                  <a16:creationId xmlns:a16="http://schemas.microsoft.com/office/drawing/2014/main" id="{639220A3-05B3-F710-F356-93BBF5783078}"/>
                </a:ext>
              </a:extLst>
            </p:cNvPr>
            <p:cNvCxnSpPr>
              <a:endCxn id="11" idx="2"/>
            </p:cNvCxnSpPr>
            <p:nvPr/>
          </p:nvCxnSpPr>
          <p:spPr>
            <a:xfrm flipV="1">
              <a:off x="5704749" y="4277516"/>
              <a:ext cx="931985" cy="6454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2">
              <a:extLst>
                <a:ext uri="{FF2B5EF4-FFF2-40B4-BE49-F238E27FC236}">
                  <a16:creationId xmlns:a16="http://schemas.microsoft.com/office/drawing/2014/main" id="{BE906AE0-C6B5-CD0B-717C-0A6F73AB65E1}"/>
                </a:ext>
              </a:extLst>
            </p:cNvPr>
            <p:cNvCxnSpPr>
              <a:stCxn id="30" idx="2"/>
              <a:endCxn id="6" idx="2"/>
            </p:cNvCxnSpPr>
            <p:nvPr/>
          </p:nvCxnSpPr>
          <p:spPr>
            <a:xfrm flipV="1">
              <a:off x="2038067" y="2825688"/>
              <a:ext cx="1391986" cy="7992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3">
              <a:extLst>
                <a:ext uri="{FF2B5EF4-FFF2-40B4-BE49-F238E27FC236}">
                  <a16:creationId xmlns:a16="http://schemas.microsoft.com/office/drawing/2014/main" id="{B2540E5F-E0F6-D3B9-F444-B24D2A62F99D}"/>
                </a:ext>
              </a:extLst>
            </p:cNvPr>
            <p:cNvCxnSpPr>
              <a:stCxn id="30" idx="3"/>
              <a:endCxn id="7" idx="2"/>
            </p:cNvCxnSpPr>
            <p:nvPr/>
          </p:nvCxnSpPr>
          <p:spPr>
            <a:xfrm>
              <a:off x="2171234" y="3491791"/>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4">
              <a:extLst>
                <a:ext uri="{FF2B5EF4-FFF2-40B4-BE49-F238E27FC236}">
                  <a16:creationId xmlns:a16="http://schemas.microsoft.com/office/drawing/2014/main" id="{B0E34AD0-8C40-EED6-7CDF-D8513A4FC7EB}"/>
                </a:ext>
              </a:extLst>
            </p:cNvPr>
            <p:cNvCxnSpPr>
              <a:stCxn id="30" idx="3"/>
              <a:endCxn id="8" idx="2"/>
            </p:cNvCxnSpPr>
            <p:nvPr/>
          </p:nvCxnSpPr>
          <p:spPr>
            <a:xfrm>
              <a:off x="2171234" y="3491791"/>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5">
              <a:extLst>
                <a:ext uri="{FF2B5EF4-FFF2-40B4-BE49-F238E27FC236}">
                  <a16:creationId xmlns:a16="http://schemas.microsoft.com/office/drawing/2014/main" id="{C76D0B0B-69BF-8F53-9CE4-D5BBBB2A5C67}"/>
                </a:ext>
              </a:extLst>
            </p:cNvPr>
            <p:cNvCxnSpPr>
              <a:stCxn id="30" idx="3"/>
              <a:endCxn id="9" idx="2"/>
            </p:cNvCxnSpPr>
            <p:nvPr/>
          </p:nvCxnSpPr>
          <p:spPr>
            <a:xfrm>
              <a:off x="2171234" y="3491791"/>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矩形 26">
              <a:extLst>
                <a:ext uri="{FF2B5EF4-FFF2-40B4-BE49-F238E27FC236}">
                  <a16:creationId xmlns:a16="http://schemas.microsoft.com/office/drawing/2014/main" id="{2B26E48C-0023-39E4-B8C4-DF40FF3C1125}"/>
                </a:ext>
              </a:extLst>
            </p:cNvPr>
            <p:cNvSpPr/>
            <p:nvPr/>
          </p:nvSpPr>
          <p:spPr>
            <a:xfrm>
              <a:off x="1904899" y="3358623"/>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31" name="橢圓 33">
              <a:extLst>
                <a:ext uri="{FF2B5EF4-FFF2-40B4-BE49-F238E27FC236}">
                  <a16:creationId xmlns:a16="http://schemas.microsoft.com/office/drawing/2014/main" id="{382E9516-4722-3BCD-A81E-229D5789F982}"/>
                </a:ext>
              </a:extLst>
            </p:cNvPr>
            <p:cNvSpPr/>
            <p:nvPr/>
          </p:nvSpPr>
          <p:spPr>
            <a:xfrm>
              <a:off x="5194794" y="2535995"/>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32" name="橢圓 34">
              <a:extLst>
                <a:ext uri="{FF2B5EF4-FFF2-40B4-BE49-F238E27FC236}">
                  <a16:creationId xmlns:a16="http://schemas.microsoft.com/office/drawing/2014/main" id="{70E42B03-B3F9-04ED-BBF5-B85A949F4BD2}"/>
                </a:ext>
              </a:extLst>
            </p:cNvPr>
            <p:cNvSpPr/>
            <p:nvPr/>
          </p:nvSpPr>
          <p:spPr>
            <a:xfrm>
              <a:off x="5194794" y="3236814"/>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33" name="橢圓 35">
              <a:extLst>
                <a:ext uri="{FF2B5EF4-FFF2-40B4-BE49-F238E27FC236}">
                  <a16:creationId xmlns:a16="http://schemas.microsoft.com/office/drawing/2014/main" id="{53D867A2-18A4-FDBC-5120-6B4020F537F5}"/>
                </a:ext>
              </a:extLst>
            </p:cNvPr>
            <p:cNvSpPr/>
            <p:nvPr/>
          </p:nvSpPr>
          <p:spPr>
            <a:xfrm>
              <a:off x="5194794" y="3935068"/>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34" name="橢圓 36">
              <a:extLst>
                <a:ext uri="{FF2B5EF4-FFF2-40B4-BE49-F238E27FC236}">
                  <a16:creationId xmlns:a16="http://schemas.microsoft.com/office/drawing/2014/main" id="{79BEBDF5-FE1B-91CD-74EE-FAB4FBAEE1F8}"/>
                </a:ext>
              </a:extLst>
            </p:cNvPr>
            <p:cNvSpPr/>
            <p:nvPr/>
          </p:nvSpPr>
          <p:spPr>
            <a:xfrm>
              <a:off x="5194794" y="4633322"/>
              <a:ext cx="509954" cy="50995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dirty="0">
                <a:solidFill>
                  <a:prstClr val="white"/>
                </a:solidFill>
                <a:latin typeface="Calibri" panose="020F0502020204030204"/>
                <a:ea typeface="新細明體" panose="02020500000000000000" pitchFamily="18" charset="-120"/>
              </a:endParaRPr>
            </a:p>
          </p:txBody>
        </p:sp>
        <p:sp>
          <p:nvSpPr>
            <p:cNvPr id="35" name="矩形 55">
              <a:extLst>
                <a:ext uri="{FF2B5EF4-FFF2-40B4-BE49-F238E27FC236}">
                  <a16:creationId xmlns:a16="http://schemas.microsoft.com/office/drawing/2014/main" id="{C0EB0668-274A-744E-0C0B-96054DFF9AD0}"/>
                </a:ext>
              </a:extLst>
            </p:cNvPr>
            <p:cNvSpPr/>
            <p:nvPr/>
          </p:nvSpPr>
          <p:spPr>
            <a:xfrm>
              <a:off x="1904899" y="4113217"/>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36" name="矩形 56">
              <a:extLst>
                <a:ext uri="{FF2B5EF4-FFF2-40B4-BE49-F238E27FC236}">
                  <a16:creationId xmlns:a16="http://schemas.microsoft.com/office/drawing/2014/main" id="{F075A420-6D2B-D361-8387-759620E12C6A}"/>
                </a:ext>
              </a:extLst>
            </p:cNvPr>
            <p:cNvSpPr/>
            <p:nvPr/>
          </p:nvSpPr>
          <p:spPr>
            <a:xfrm>
              <a:off x="1904899" y="4792619"/>
              <a:ext cx="266335" cy="266335"/>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37" name="直線單箭頭接點 65">
              <a:extLst>
                <a:ext uri="{FF2B5EF4-FFF2-40B4-BE49-F238E27FC236}">
                  <a16:creationId xmlns:a16="http://schemas.microsoft.com/office/drawing/2014/main" id="{7578FB99-42AD-D149-8577-8440ADDB6D7E}"/>
                </a:ext>
              </a:extLst>
            </p:cNvPr>
            <p:cNvCxnSpPr>
              <a:stCxn id="36" idx="3"/>
              <a:endCxn id="9" idx="2"/>
            </p:cNvCxnSpPr>
            <p:nvPr/>
          </p:nvCxnSpPr>
          <p:spPr>
            <a:xfrm flipV="1">
              <a:off x="2171234" y="4923015"/>
              <a:ext cx="1258819" cy="27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68">
              <a:extLst>
                <a:ext uri="{FF2B5EF4-FFF2-40B4-BE49-F238E27FC236}">
                  <a16:creationId xmlns:a16="http://schemas.microsoft.com/office/drawing/2014/main" id="{5FFB6BF6-2530-3500-A5C3-52A9BB8A1090}"/>
                </a:ext>
              </a:extLst>
            </p:cNvPr>
            <p:cNvCxnSpPr>
              <a:stCxn id="35" idx="3"/>
              <a:endCxn id="9" idx="2"/>
            </p:cNvCxnSpPr>
            <p:nvPr/>
          </p:nvCxnSpPr>
          <p:spPr>
            <a:xfrm>
              <a:off x="2171234" y="4246385"/>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71">
              <a:extLst>
                <a:ext uri="{FF2B5EF4-FFF2-40B4-BE49-F238E27FC236}">
                  <a16:creationId xmlns:a16="http://schemas.microsoft.com/office/drawing/2014/main" id="{B781E55C-5DE0-E0D1-8987-DD4814197064}"/>
                </a:ext>
              </a:extLst>
            </p:cNvPr>
            <p:cNvCxnSpPr>
              <a:stCxn id="36" idx="3"/>
              <a:endCxn id="8" idx="2"/>
            </p:cNvCxnSpPr>
            <p:nvPr/>
          </p:nvCxnSpPr>
          <p:spPr>
            <a:xfrm flipV="1">
              <a:off x="2171234" y="4224761"/>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73">
              <a:extLst>
                <a:ext uri="{FF2B5EF4-FFF2-40B4-BE49-F238E27FC236}">
                  <a16:creationId xmlns:a16="http://schemas.microsoft.com/office/drawing/2014/main" id="{1B4851FB-D77A-CB4C-76CB-B4463D41452A}"/>
                </a:ext>
              </a:extLst>
            </p:cNvPr>
            <p:cNvCxnSpPr>
              <a:stCxn id="36" idx="3"/>
              <a:endCxn id="7" idx="2"/>
            </p:cNvCxnSpPr>
            <p:nvPr/>
          </p:nvCxnSpPr>
          <p:spPr>
            <a:xfrm flipV="1">
              <a:off x="2171234" y="3526507"/>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77">
              <a:extLst>
                <a:ext uri="{FF2B5EF4-FFF2-40B4-BE49-F238E27FC236}">
                  <a16:creationId xmlns:a16="http://schemas.microsoft.com/office/drawing/2014/main" id="{D447E7D7-FD37-DB08-7509-297560A74B4F}"/>
                </a:ext>
              </a:extLst>
            </p:cNvPr>
            <p:cNvCxnSpPr>
              <a:stCxn id="36" idx="3"/>
              <a:endCxn id="6" idx="2"/>
            </p:cNvCxnSpPr>
            <p:nvPr/>
          </p:nvCxnSpPr>
          <p:spPr>
            <a:xfrm flipV="1">
              <a:off x="2171234" y="2825688"/>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80">
              <a:extLst>
                <a:ext uri="{FF2B5EF4-FFF2-40B4-BE49-F238E27FC236}">
                  <a16:creationId xmlns:a16="http://schemas.microsoft.com/office/drawing/2014/main" id="{3E57C56C-41D0-2FF6-60E8-82B093A335D4}"/>
                </a:ext>
              </a:extLst>
            </p:cNvPr>
            <p:cNvCxnSpPr>
              <a:stCxn id="35" idx="3"/>
              <a:endCxn id="7" idx="2"/>
            </p:cNvCxnSpPr>
            <p:nvPr/>
          </p:nvCxnSpPr>
          <p:spPr>
            <a:xfrm flipV="1">
              <a:off x="2171234" y="3526507"/>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81">
              <a:extLst>
                <a:ext uri="{FF2B5EF4-FFF2-40B4-BE49-F238E27FC236}">
                  <a16:creationId xmlns:a16="http://schemas.microsoft.com/office/drawing/2014/main" id="{FFCC397F-E19A-46A0-A843-D61F52891914}"/>
                </a:ext>
              </a:extLst>
            </p:cNvPr>
            <p:cNvCxnSpPr>
              <a:stCxn id="35" idx="3"/>
              <a:endCxn id="6" idx="2"/>
            </p:cNvCxnSpPr>
            <p:nvPr/>
          </p:nvCxnSpPr>
          <p:spPr>
            <a:xfrm flipV="1">
              <a:off x="2171234" y="2825688"/>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86">
              <a:extLst>
                <a:ext uri="{FF2B5EF4-FFF2-40B4-BE49-F238E27FC236}">
                  <a16:creationId xmlns:a16="http://schemas.microsoft.com/office/drawing/2014/main" id="{19070320-F6FE-08C6-35A7-30964DC2CB6C}"/>
                </a:ext>
              </a:extLst>
            </p:cNvPr>
            <p:cNvCxnSpPr/>
            <p:nvPr/>
          </p:nvCxnSpPr>
          <p:spPr>
            <a:xfrm>
              <a:off x="3940007" y="2804064"/>
              <a:ext cx="1258819" cy="216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87">
              <a:extLst>
                <a:ext uri="{FF2B5EF4-FFF2-40B4-BE49-F238E27FC236}">
                  <a16:creationId xmlns:a16="http://schemas.microsoft.com/office/drawing/2014/main" id="{57250489-9ABA-3FB2-7BFD-FAA1CFA57BBC}"/>
                </a:ext>
              </a:extLst>
            </p:cNvPr>
            <p:cNvCxnSpPr/>
            <p:nvPr/>
          </p:nvCxnSpPr>
          <p:spPr>
            <a:xfrm>
              <a:off x="3940007" y="2804064"/>
              <a:ext cx="1258819" cy="7224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88">
              <a:extLst>
                <a:ext uri="{FF2B5EF4-FFF2-40B4-BE49-F238E27FC236}">
                  <a16:creationId xmlns:a16="http://schemas.microsoft.com/office/drawing/2014/main" id="{E53DE652-FAB5-4387-8B2D-A523D4DC2243}"/>
                </a:ext>
              </a:extLst>
            </p:cNvPr>
            <p:cNvCxnSpPr/>
            <p:nvPr/>
          </p:nvCxnSpPr>
          <p:spPr>
            <a:xfrm>
              <a:off x="3940007" y="2804064"/>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89">
              <a:extLst>
                <a:ext uri="{FF2B5EF4-FFF2-40B4-BE49-F238E27FC236}">
                  <a16:creationId xmlns:a16="http://schemas.microsoft.com/office/drawing/2014/main" id="{02E3C91C-4927-EA7C-01EE-1D46007E0BB7}"/>
                </a:ext>
              </a:extLst>
            </p:cNvPr>
            <p:cNvCxnSpPr/>
            <p:nvPr/>
          </p:nvCxnSpPr>
          <p:spPr>
            <a:xfrm>
              <a:off x="3940007" y="2804064"/>
              <a:ext cx="1258819" cy="211895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90">
              <a:extLst>
                <a:ext uri="{FF2B5EF4-FFF2-40B4-BE49-F238E27FC236}">
                  <a16:creationId xmlns:a16="http://schemas.microsoft.com/office/drawing/2014/main" id="{9031C1D0-E883-E881-1CC4-965D4CCC7A7A}"/>
                </a:ext>
              </a:extLst>
            </p:cNvPr>
            <p:cNvCxnSpPr/>
            <p:nvPr/>
          </p:nvCxnSpPr>
          <p:spPr>
            <a:xfrm>
              <a:off x="3940007" y="3491791"/>
              <a:ext cx="1258819" cy="347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91">
              <a:extLst>
                <a:ext uri="{FF2B5EF4-FFF2-40B4-BE49-F238E27FC236}">
                  <a16:creationId xmlns:a16="http://schemas.microsoft.com/office/drawing/2014/main" id="{6DFA9CA0-7339-7546-0FC1-6CD0BA7AD9F5}"/>
                </a:ext>
              </a:extLst>
            </p:cNvPr>
            <p:cNvCxnSpPr/>
            <p:nvPr/>
          </p:nvCxnSpPr>
          <p:spPr>
            <a:xfrm>
              <a:off x="3940007" y="3491791"/>
              <a:ext cx="1258819" cy="7329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92">
              <a:extLst>
                <a:ext uri="{FF2B5EF4-FFF2-40B4-BE49-F238E27FC236}">
                  <a16:creationId xmlns:a16="http://schemas.microsoft.com/office/drawing/2014/main" id="{51A452E9-0D56-E284-70B2-5AF48059882C}"/>
                </a:ext>
              </a:extLst>
            </p:cNvPr>
            <p:cNvCxnSpPr/>
            <p:nvPr/>
          </p:nvCxnSpPr>
          <p:spPr>
            <a:xfrm>
              <a:off x="3940007" y="3491791"/>
              <a:ext cx="1258819" cy="1431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93">
              <a:extLst>
                <a:ext uri="{FF2B5EF4-FFF2-40B4-BE49-F238E27FC236}">
                  <a16:creationId xmlns:a16="http://schemas.microsoft.com/office/drawing/2014/main" id="{6DB3576D-982B-ECC7-58AF-079B11568A3E}"/>
                </a:ext>
              </a:extLst>
            </p:cNvPr>
            <p:cNvCxnSpPr/>
            <p:nvPr/>
          </p:nvCxnSpPr>
          <p:spPr>
            <a:xfrm flipV="1">
              <a:off x="3940007" y="4923015"/>
              <a:ext cx="1258819" cy="277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94">
              <a:extLst>
                <a:ext uri="{FF2B5EF4-FFF2-40B4-BE49-F238E27FC236}">
                  <a16:creationId xmlns:a16="http://schemas.microsoft.com/office/drawing/2014/main" id="{A441C83E-3A73-100F-4852-C674E8751829}"/>
                </a:ext>
              </a:extLst>
            </p:cNvPr>
            <p:cNvCxnSpPr/>
            <p:nvPr/>
          </p:nvCxnSpPr>
          <p:spPr>
            <a:xfrm>
              <a:off x="3940007" y="4246385"/>
              <a:ext cx="1258819" cy="6766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95">
              <a:extLst>
                <a:ext uri="{FF2B5EF4-FFF2-40B4-BE49-F238E27FC236}">
                  <a16:creationId xmlns:a16="http://schemas.microsoft.com/office/drawing/2014/main" id="{AB37E90A-03E6-C6D7-1468-9F09DA5BA4CB}"/>
                </a:ext>
              </a:extLst>
            </p:cNvPr>
            <p:cNvCxnSpPr/>
            <p:nvPr/>
          </p:nvCxnSpPr>
          <p:spPr>
            <a:xfrm flipV="1">
              <a:off x="3940007" y="4224761"/>
              <a:ext cx="1258819" cy="7010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96">
              <a:extLst>
                <a:ext uri="{FF2B5EF4-FFF2-40B4-BE49-F238E27FC236}">
                  <a16:creationId xmlns:a16="http://schemas.microsoft.com/office/drawing/2014/main" id="{BF0F7610-1765-3DBB-BCB4-FF9B1CAC83B8}"/>
                </a:ext>
              </a:extLst>
            </p:cNvPr>
            <p:cNvCxnSpPr/>
            <p:nvPr/>
          </p:nvCxnSpPr>
          <p:spPr>
            <a:xfrm flipV="1">
              <a:off x="3940007" y="3526507"/>
              <a:ext cx="1258819" cy="1399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97">
              <a:extLst>
                <a:ext uri="{FF2B5EF4-FFF2-40B4-BE49-F238E27FC236}">
                  <a16:creationId xmlns:a16="http://schemas.microsoft.com/office/drawing/2014/main" id="{EC7DFE98-BEAD-D7A0-6248-27F66DD112A6}"/>
                </a:ext>
              </a:extLst>
            </p:cNvPr>
            <p:cNvCxnSpPr/>
            <p:nvPr/>
          </p:nvCxnSpPr>
          <p:spPr>
            <a:xfrm flipV="1">
              <a:off x="3940007" y="2825688"/>
              <a:ext cx="1258819" cy="21000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98">
              <a:extLst>
                <a:ext uri="{FF2B5EF4-FFF2-40B4-BE49-F238E27FC236}">
                  <a16:creationId xmlns:a16="http://schemas.microsoft.com/office/drawing/2014/main" id="{D0C9B97F-C443-97AC-9E8F-454FE6374147}"/>
                </a:ext>
              </a:extLst>
            </p:cNvPr>
            <p:cNvCxnSpPr/>
            <p:nvPr/>
          </p:nvCxnSpPr>
          <p:spPr>
            <a:xfrm flipV="1">
              <a:off x="3940007" y="3526507"/>
              <a:ext cx="1258819" cy="71987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99">
              <a:extLst>
                <a:ext uri="{FF2B5EF4-FFF2-40B4-BE49-F238E27FC236}">
                  <a16:creationId xmlns:a16="http://schemas.microsoft.com/office/drawing/2014/main" id="{6DEA3E5F-186B-B7F6-83A2-91AACB9DC73D}"/>
                </a:ext>
              </a:extLst>
            </p:cNvPr>
            <p:cNvCxnSpPr/>
            <p:nvPr/>
          </p:nvCxnSpPr>
          <p:spPr>
            <a:xfrm flipV="1">
              <a:off x="3940007" y="2825688"/>
              <a:ext cx="1258819" cy="14206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107">
              <a:extLst>
                <a:ext uri="{FF2B5EF4-FFF2-40B4-BE49-F238E27FC236}">
                  <a16:creationId xmlns:a16="http://schemas.microsoft.com/office/drawing/2014/main" id="{82537D40-5A1B-97A8-90DE-F6A9F969264D}"/>
                </a:ext>
              </a:extLst>
            </p:cNvPr>
            <p:cNvCxnSpPr/>
            <p:nvPr/>
          </p:nvCxnSpPr>
          <p:spPr>
            <a:xfrm>
              <a:off x="7162454" y="3451153"/>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109">
              <a:extLst>
                <a:ext uri="{FF2B5EF4-FFF2-40B4-BE49-F238E27FC236}">
                  <a16:creationId xmlns:a16="http://schemas.microsoft.com/office/drawing/2014/main" id="{6F98F21A-C503-288F-43FD-EAE31F31C59C}"/>
                </a:ext>
              </a:extLst>
            </p:cNvPr>
            <p:cNvCxnSpPr/>
            <p:nvPr/>
          </p:nvCxnSpPr>
          <p:spPr>
            <a:xfrm>
              <a:off x="7162454" y="4292030"/>
              <a:ext cx="4659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60" name="直線單箭頭接點 120">
            <a:extLst>
              <a:ext uri="{FF2B5EF4-FFF2-40B4-BE49-F238E27FC236}">
                <a16:creationId xmlns:a16="http://schemas.microsoft.com/office/drawing/2014/main" id="{D7B38BBF-1398-B22D-1220-AEF615208B22}"/>
              </a:ext>
            </a:extLst>
          </p:cNvPr>
          <p:cNvCxnSpPr/>
          <p:nvPr/>
        </p:nvCxnSpPr>
        <p:spPr>
          <a:xfrm flipV="1">
            <a:off x="3972984" y="2780504"/>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175">
            <a:extLst>
              <a:ext uri="{FF2B5EF4-FFF2-40B4-BE49-F238E27FC236}">
                <a16:creationId xmlns:a16="http://schemas.microsoft.com/office/drawing/2014/main" id="{8021B059-E21B-49E7-67F6-377CB58EA2D3}"/>
              </a:ext>
            </a:extLst>
          </p:cNvPr>
          <p:cNvCxnSpPr/>
          <p:nvPr/>
        </p:nvCxnSpPr>
        <p:spPr>
          <a:xfrm flipV="1">
            <a:off x="5763267" y="2766490"/>
            <a:ext cx="1245635" cy="539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176">
            <a:extLst>
              <a:ext uri="{FF2B5EF4-FFF2-40B4-BE49-F238E27FC236}">
                <a16:creationId xmlns:a16="http://schemas.microsoft.com/office/drawing/2014/main" id="{98853CF6-1EE5-B781-A682-ABFCDA543255}"/>
              </a:ext>
            </a:extLst>
          </p:cNvPr>
          <p:cNvCxnSpPr>
            <a:stCxn id="7" idx="6"/>
            <a:endCxn id="31" idx="2"/>
          </p:cNvCxnSpPr>
          <p:nvPr/>
        </p:nvCxnSpPr>
        <p:spPr>
          <a:xfrm flipV="1">
            <a:off x="5728573" y="1334015"/>
            <a:ext cx="1254787" cy="7355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文字方塊 70">
            <a:extLst>
              <a:ext uri="{FF2B5EF4-FFF2-40B4-BE49-F238E27FC236}">
                <a16:creationId xmlns:a16="http://schemas.microsoft.com/office/drawing/2014/main" id="{F9EB702B-3684-BEEE-C052-DCC5E23B9943}"/>
              </a:ext>
            </a:extLst>
          </p:cNvPr>
          <p:cNvSpPr txBox="1"/>
          <p:nvPr/>
        </p:nvSpPr>
        <p:spPr>
          <a:xfrm>
            <a:off x="661080" y="3816962"/>
            <a:ext cx="3369079" cy="461665"/>
          </a:xfrm>
          <a:prstGeom prst="rect">
            <a:avLst/>
          </a:prstGeom>
          <a:noFill/>
        </p:spPr>
        <p:txBody>
          <a:bodyPr wrap="square" rtlCol="0">
            <a:spAutoFit/>
          </a:bodyPr>
          <a:lstStyle/>
          <a:p>
            <a:pPr marL="342900" indent="-342900">
              <a:buFont typeface="Wingdings" panose="05000000000000000000" pitchFamily="2" charset="2"/>
              <a:buChar char="Ø"/>
              <a:defRPr/>
            </a:pPr>
            <a:r>
              <a:rPr lang="zh-TW" altLang="en-US" sz="2400" b="1" dirty="0">
                <a:solidFill>
                  <a:srgbClr val="FF0000"/>
                </a:solidFill>
                <a:latin typeface="+mn-ea"/>
              </a:rPr>
              <a:t>没有</a:t>
            </a:r>
            <a:r>
              <a:rPr lang="en-US" altLang="zh-TW" sz="2400" b="1" dirty="0">
                <a:solidFill>
                  <a:srgbClr val="FF0000"/>
                </a:solidFill>
                <a:latin typeface="+mn-ea"/>
              </a:rPr>
              <a:t>dropout</a:t>
            </a:r>
          </a:p>
        </p:txBody>
      </p:sp>
      <p:sp>
        <p:nvSpPr>
          <p:cNvPr id="64" name="文字方塊 72">
            <a:extLst>
              <a:ext uri="{FF2B5EF4-FFF2-40B4-BE49-F238E27FC236}">
                <a16:creationId xmlns:a16="http://schemas.microsoft.com/office/drawing/2014/main" id="{2DBC4E62-0AFA-E1B5-6C52-6CC56D85E9A8}"/>
              </a:ext>
            </a:extLst>
          </p:cNvPr>
          <p:cNvSpPr txBox="1"/>
          <p:nvPr/>
        </p:nvSpPr>
        <p:spPr>
          <a:xfrm>
            <a:off x="2940928" y="4395834"/>
            <a:ext cx="5847878" cy="830997"/>
          </a:xfrm>
          <a:prstGeom prst="rect">
            <a:avLst/>
          </a:prstGeom>
          <a:noFill/>
        </p:spPr>
        <p:txBody>
          <a:bodyPr wrap="square" rtlCol="0">
            <a:spAutoFit/>
          </a:bodyPr>
          <a:lstStyle/>
          <a:p>
            <a:pPr marL="342900" indent="-342900">
              <a:buFont typeface="Wingdings" panose="05000000000000000000" pitchFamily="2" charset="2"/>
              <a:buChar char="l"/>
              <a:defRPr/>
            </a:pPr>
            <a:r>
              <a:rPr lang="zh-TW" altLang="en-US" sz="2400" dirty="0">
                <a:latin typeface="+mn-ea"/>
              </a:rPr>
              <a:t>若训练阶段每个神经元失活概率为</a:t>
            </a:r>
            <a:r>
              <a:rPr lang="en-US" altLang="zh-TW" sz="2400" dirty="0">
                <a:latin typeface="+mn-ea"/>
              </a:rPr>
              <a:t> p%, </a:t>
            </a:r>
            <a:r>
              <a:rPr lang="zh-TW" altLang="en-US" sz="2400" dirty="0">
                <a:latin typeface="+mn-ea"/>
              </a:rPr>
              <a:t>则测试阶段所有的权重都乘上</a:t>
            </a:r>
            <a:r>
              <a:rPr lang="en-US" altLang="zh-TW" sz="2400" dirty="0">
                <a:latin typeface="+mn-ea"/>
              </a:rPr>
              <a:t>1-p%</a:t>
            </a:r>
            <a:endParaRPr lang="zh-TW" altLang="en-US" sz="2400" dirty="0">
              <a:latin typeface="+mn-ea"/>
            </a:endParaRPr>
          </a:p>
        </p:txBody>
      </p:sp>
      <mc:AlternateContent xmlns:mc="http://schemas.openxmlformats.org/markup-compatibility/2006" xmlns:a14="http://schemas.microsoft.com/office/drawing/2010/main">
        <mc:Choice Requires="a14">
          <p:sp>
            <p:nvSpPr>
              <p:cNvPr id="65" name="文字方塊 76">
                <a:extLst>
                  <a:ext uri="{FF2B5EF4-FFF2-40B4-BE49-F238E27FC236}">
                    <a16:creationId xmlns:a16="http://schemas.microsoft.com/office/drawing/2014/main" id="{5487A76E-A351-E6EF-03AC-2BB0D631592F}"/>
                  </a:ext>
                </a:extLst>
              </p:cNvPr>
              <p:cNvSpPr txBox="1"/>
              <p:nvPr/>
            </p:nvSpPr>
            <p:spPr>
              <a:xfrm>
                <a:off x="2940928" y="5408256"/>
                <a:ext cx="7566204" cy="830997"/>
              </a:xfrm>
              <a:prstGeom prst="rect">
                <a:avLst/>
              </a:prstGeom>
              <a:noFill/>
            </p:spPr>
            <p:txBody>
              <a:bodyPr wrap="square" rtlCol="0">
                <a:spAutoFit/>
              </a:bodyPr>
              <a:lstStyle/>
              <a:p>
                <a:pPr marL="342900" indent="-342900">
                  <a:buFont typeface="Wingdings" panose="05000000000000000000" pitchFamily="2" charset="2"/>
                  <a:buChar char="l"/>
                  <a:defRPr/>
                </a:pPr>
                <a:r>
                  <a:rPr lang="zh-TW" altLang="en-US" sz="2400" dirty="0">
                    <a:solidFill>
                      <a:schemeClr val="tx1"/>
                    </a:solidFill>
                    <a:latin typeface="+mn-ea"/>
                  </a:rPr>
                  <a:t>假设失活概率是</a:t>
                </a:r>
                <a:r>
                  <a:rPr lang="en-US" altLang="zh-TW" sz="2400" dirty="0">
                    <a:solidFill>
                      <a:schemeClr val="tx1"/>
                    </a:solidFill>
                    <a:latin typeface="+mn-ea"/>
                  </a:rPr>
                  <a:t>50%</a:t>
                </a:r>
                <a:r>
                  <a:rPr lang="zh-CN" altLang="en-US" sz="2400" dirty="0">
                    <a:solidFill>
                      <a:schemeClr val="tx1"/>
                    </a:solidFill>
                    <a:latin typeface="+mn-ea"/>
                  </a:rPr>
                  <a:t>，且训练得到的所有权重</a:t>
                </a:r>
                <a14:m>
                  <m:oMath xmlns:m="http://schemas.openxmlformats.org/officeDocument/2006/math">
                    <m:r>
                      <m:rPr>
                        <m:sty m:val="p"/>
                      </m:rPr>
                      <a:rPr lang="en-US" altLang="zh-TW" sz="2400">
                        <a:solidFill>
                          <a:schemeClr val="tx1"/>
                        </a:solidFill>
                        <a:latin typeface="Cambria Math" panose="02040503050406030204" pitchFamily="18" charset="0"/>
                      </a:rPr>
                      <m:t>w</m:t>
                    </m:r>
                    <m:r>
                      <a:rPr lang="en-US" altLang="zh-TW" sz="2400" i="1">
                        <a:solidFill>
                          <a:schemeClr val="tx1"/>
                        </a:solidFill>
                        <a:latin typeface="Cambria Math" panose="02040503050406030204" pitchFamily="18" charset="0"/>
                      </a:rPr>
                      <m:t>=1</m:t>
                    </m:r>
                  </m:oMath>
                </a14:m>
                <a:r>
                  <a:rPr lang="zh-TW" altLang="en-US" sz="2400" dirty="0">
                    <a:solidFill>
                      <a:schemeClr val="tx1"/>
                    </a:solidFill>
                    <a:latin typeface="+mn-ea"/>
                  </a:rPr>
                  <a:t> 则测试阶段的权重</a:t>
                </a:r>
                <a14:m>
                  <m:oMath xmlns:m="http://schemas.openxmlformats.org/officeDocument/2006/math">
                    <m:r>
                      <a:rPr lang="en-US" altLang="zh-TW" sz="2400" i="1">
                        <a:solidFill>
                          <a:schemeClr val="tx1"/>
                        </a:solidFill>
                        <a:latin typeface="Cambria Math" panose="02040503050406030204" pitchFamily="18" charset="0"/>
                      </a:rPr>
                      <m:t>𝑤</m:t>
                    </m:r>
                    <m:r>
                      <a:rPr lang="en-US" altLang="zh-TW" sz="2400" i="1">
                        <a:solidFill>
                          <a:schemeClr val="tx1"/>
                        </a:solidFill>
                        <a:latin typeface="Cambria Math" panose="02040503050406030204" pitchFamily="18" charset="0"/>
                      </a:rPr>
                      <m:t>=0.5</m:t>
                    </m:r>
                  </m:oMath>
                </a14:m>
                <a:endParaRPr lang="zh-TW" altLang="en-US" sz="2400" dirty="0">
                  <a:solidFill>
                    <a:schemeClr val="tx1"/>
                  </a:solidFill>
                  <a:latin typeface="+mn-ea"/>
                </a:endParaRPr>
              </a:p>
            </p:txBody>
          </p:sp>
        </mc:Choice>
        <mc:Fallback xmlns="">
          <p:sp>
            <p:nvSpPr>
              <p:cNvPr id="65" name="文字方塊 76">
                <a:extLst>
                  <a:ext uri="{FF2B5EF4-FFF2-40B4-BE49-F238E27FC236}">
                    <a16:creationId xmlns:a16="http://schemas.microsoft.com/office/drawing/2014/main" id="{5487A76E-A351-E6EF-03AC-2BB0D631592F}"/>
                  </a:ext>
                </a:extLst>
              </p:cNvPr>
              <p:cNvSpPr txBox="1">
                <a:spLocks noRot="1" noChangeAspect="1" noMove="1" noResize="1" noEditPoints="1" noAdjustHandles="1" noChangeArrowheads="1" noChangeShapeType="1" noTextEdit="1"/>
              </p:cNvSpPr>
              <p:nvPr/>
            </p:nvSpPr>
            <p:spPr>
              <a:xfrm>
                <a:off x="2940928" y="5408256"/>
                <a:ext cx="7566204" cy="830997"/>
              </a:xfrm>
              <a:prstGeom prst="rect">
                <a:avLst/>
              </a:prstGeom>
              <a:blipFill>
                <a:blip r:embed="rId2"/>
                <a:stretch>
                  <a:fillRect l="-1047" t="-5882" b="-16176"/>
                </a:stretch>
              </a:blipFill>
            </p:spPr>
            <p:txBody>
              <a:bodyPr/>
              <a:lstStyle/>
              <a:p>
                <a:r>
                  <a:rPr lang="zh-CN" altLang="en-US">
                    <a:noFill/>
                  </a:rPr>
                  <a:t> </a:t>
                </a:r>
              </a:p>
            </p:txBody>
          </p:sp>
        </mc:Fallback>
      </mc:AlternateContent>
      <p:sp>
        <p:nvSpPr>
          <p:cNvPr id="2" name="灯片编号占位符 1"/>
          <p:cNvSpPr>
            <a:spLocks noGrp="1"/>
          </p:cNvSpPr>
          <p:nvPr>
            <p:ph type="sldNum" sz="quarter" idx="14"/>
          </p:nvPr>
        </p:nvSpPr>
        <p:spPr/>
        <p:txBody>
          <a:bodyPr/>
          <a:lstStyle/>
          <a:p>
            <a:fld id="{AF69888C-E133-43D9-A638-B5C95925B91C}" type="slidenum">
              <a:rPr lang="zh-CN" altLang="en-US" smtClean="0"/>
              <a:t>12</a:t>
            </a:fld>
            <a:endParaRPr lang="zh-CN" altLang="en-US" dirty="0"/>
          </a:p>
        </p:txBody>
      </p:sp>
    </p:spTree>
    <p:extLst>
      <p:ext uri="{BB962C8B-B14F-4D97-AF65-F5344CB8AC3E}">
        <p14:creationId xmlns:p14="http://schemas.microsoft.com/office/powerpoint/2010/main" val="1660686034"/>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3" grpId="0"/>
      <p:bldP spid="64" grpId="0"/>
      <p:bldP spid="6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4000" b="1" dirty="0"/>
              <a:t>Dropout</a:t>
            </a:r>
            <a:r>
              <a:rPr lang="zh-CN" altLang="en-US" sz="4000" b="1" dirty="0"/>
              <a:t>正则化</a:t>
            </a:r>
          </a:p>
        </p:txBody>
      </p:sp>
      <p:sp>
        <p:nvSpPr>
          <p:cNvPr id="4" name="文本框 3">
            <a:extLst>
              <a:ext uri="{FF2B5EF4-FFF2-40B4-BE49-F238E27FC236}">
                <a16:creationId xmlns:a16="http://schemas.microsoft.com/office/drawing/2014/main" id="{F1BF0BE9-95B2-B6B5-E84B-85C2E4533E4A}"/>
              </a:ext>
            </a:extLst>
          </p:cNvPr>
          <p:cNvSpPr txBox="1"/>
          <p:nvPr/>
        </p:nvSpPr>
        <p:spPr>
          <a:xfrm>
            <a:off x="661080" y="970325"/>
            <a:ext cx="10262527" cy="581057"/>
          </a:xfrm>
          <a:prstGeom prst="rect">
            <a:avLst/>
          </a:prstGeom>
          <a:noFill/>
        </p:spPr>
        <p:txBody>
          <a:bodyPr wrap="square" rtlCol="0" anchor="t">
            <a:spAutoFit/>
          </a:bodyPr>
          <a:lstStyle/>
          <a:p>
            <a:pPr marL="342900" indent="-342900" fontAlgn="auto">
              <a:lnSpc>
                <a:spcPct val="150000"/>
              </a:lnSpc>
              <a:buFont typeface="Wingdings" pitchFamily="2" charset="2"/>
              <a:buChar char="Ø"/>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Dropout</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可看成是</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一种集成大量神经网络的方法</a:t>
            </a:r>
          </a:p>
        </p:txBody>
      </p:sp>
      <p:sp>
        <p:nvSpPr>
          <p:cNvPr id="5" name="文字方塊 4">
            <a:extLst>
              <a:ext uri="{FF2B5EF4-FFF2-40B4-BE49-F238E27FC236}">
                <a16:creationId xmlns:a16="http://schemas.microsoft.com/office/drawing/2014/main" id="{8759DEFC-7F97-FAD3-05A0-609D852D9992}"/>
              </a:ext>
            </a:extLst>
          </p:cNvPr>
          <p:cNvSpPr txBox="1"/>
          <p:nvPr/>
        </p:nvSpPr>
        <p:spPr>
          <a:xfrm>
            <a:off x="2603777" y="5795827"/>
            <a:ext cx="6984445" cy="461665"/>
          </a:xfrm>
          <a:prstGeom prst="rect">
            <a:avLst/>
          </a:prstGeom>
          <a:noFill/>
        </p:spPr>
        <p:txBody>
          <a:bodyPr wrap="square" rtlCol="0">
            <a:spAutoFit/>
          </a:bodyPr>
          <a:lstStyle/>
          <a:p>
            <a:pPr algn="ctr">
              <a:defRPr/>
            </a:pPr>
            <a:r>
              <a:rPr lang="zh-TW" altLang="en-US" sz="2400" dirty="0">
                <a:solidFill>
                  <a:srgbClr val="0070C0"/>
                </a:solidFill>
                <a:latin typeface="+mn-ea"/>
              </a:rPr>
              <a:t>训练出一批结构不同的神经网络</a:t>
            </a:r>
          </a:p>
        </p:txBody>
      </p:sp>
      <p:grpSp>
        <p:nvGrpSpPr>
          <p:cNvPr id="6" name="Group 1">
            <a:extLst>
              <a:ext uri="{FF2B5EF4-FFF2-40B4-BE49-F238E27FC236}">
                <a16:creationId xmlns:a16="http://schemas.microsoft.com/office/drawing/2014/main" id="{712ABB8E-41C9-54E6-28CA-EEE52C066F5C}"/>
              </a:ext>
            </a:extLst>
          </p:cNvPr>
          <p:cNvGrpSpPr/>
          <p:nvPr/>
        </p:nvGrpSpPr>
        <p:grpSpPr>
          <a:xfrm>
            <a:off x="2968427" y="2164199"/>
            <a:ext cx="6387032" cy="3285286"/>
            <a:chOff x="2798513" y="2133962"/>
            <a:chExt cx="6815816" cy="3605316"/>
          </a:xfrm>
        </p:grpSpPr>
        <p:sp>
          <p:nvSpPr>
            <p:cNvPr id="7" name="矩形 3">
              <a:extLst>
                <a:ext uri="{FF2B5EF4-FFF2-40B4-BE49-F238E27FC236}">
                  <a16:creationId xmlns:a16="http://schemas.microsoft.com/office/drawing/2014/main" id="{CCE577DE-4705-FB62-1F66-AFAD6DD27D5B}"/>
                </a:ext>
              </a:extLst>
            </p:cNvPr>
            <p:cNvSpPr/>
            <p:nvPr/>
          </p:nvSpPr>
          <p:spPr>
            <a:xfrm>
              <a:off x="2798513" y="4615328"/>
              <a:ext cx="1352550" cy="112395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altLang="zh-TW" sz="2400" dirty="0">
                  <a:solidFill>
                    <a:prstClr val="black"/>
                  </a:solidFill>
                  <a:latin typeface="Calibri" panose="020F0502020204030204"/>
                  <a:ea typeface="新細明體" panose="02020500000000000000" pitchFamily="18" charset="-120"/>
                </a:rPr>
                <a:t>Network</a:t>
              </a:r>
            </a:p>
            <a:p>
              <a:pPr algn="ctr">
                <a:defRPr/>
              </a:pPr>
              <a:r>
                <a:rPr lang="en-US" altLang="zh-TW" sz="2400" dirty="0">
                  <a:solidFill>
                    <a:prstClr val="black"/>
                  </a:solidFill>
                  <a:latin typeface="Calibri" panose="020F0502020204030204"/>
                  <a:ea typeface="新細明體" panose="02020500000000000000" pitchFamily="18" charset="-120"/>
                </a:rPr>
                <a:t>1</a:t>
              </a:r>
              <a:endParaRPr lang="zh-TW" altLang="en-US" sz="2400" dirty="0">
                <a:solidFill>
                  <a:prstClr val="black"/>
                </a:solidFill>
                <a:latin typeface="Calibri" panose="020F0502020204030204"/>
                <a:ea typeface="新細明體" panose="02020500000000000000" pitchFamily="18" charset="-120"/>
              </a:endParaRPr>
            </a:p>
          </p:txBody>
        </p:sp>
        <p:sp>
          <p:nvSpPr>
            <p:cNvPr id="8" name="矩形 252">
              <a:extLst>
                <a:ext uri="{FF2B5EF4-FFF2-40B4-BE49-F238E27FC236}">
                  <a16:creationId xmlns:a16="http://schemas.microsoft.com/office/drawing/2014/main" id="{9B708A2F-B04C-5C17-4269-F513CDA858CB}"/>
                </a:ext>
              </a:extLst>
            </p:cNvPr>
            <p:cNvSpPr/>
            <p:nvPr/>
          </p:nvSpPr>
          <p:spPr>
            <a:xfrm>
              <a:off x="4585131" y="4610763"/>
              <a:ext cx="1352550" cy="112395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r>
                <a:rPr lang="en-US" altLang="zh-TW" sz="2400" dirty="0">
                  <a:solidFill>
                    <a:prstClr val="black"/>
                  </a:solidFill>
                  <a:latin typeface="Calibri" panose="020F0502020204030204"/>
                  <a:ea typeface="新細明體" panose="02020500000000000000" pitchFamily="18" charset="-120"/>
                </a:rPr>
                <a:t>Network</a:t>
              </a:r>
            </a:p>
            <a:p>
              <a:pPr algn="ctr">
                <a:defRPr/>
              </a:pPr>
              <a:r>
                <a:rPr lang="en-US" altLang="zh-TW" sz="2400" dirty="0">
                  <a:solidFill>
                    <a:prstClr val="black"/>
                  </a:solidFill>
                  <a:latin typeface="Calibri" panose="020F0502020204030204"/>
                  <a:ea typeface="新細明體" panose="02020500000000000000" pitchFamily="18" charset="-120"/>
                </a:rPr>
                <a:t>2</a:t>
              </a:r>
              <a:endParaRPr lang="zh-TW" altLang="en-US" sz="2400" dirty="0">
                <a:solidFill>
                  <a:prstClr val="black"/>
                </a:solidFill>
                <a:latin typeface="Calibri" panose="020F0502020204030204"/>
                <a:ea typeface="新細明體" panose="02020500000000000000" pitchFamily="18" charset="-120"/>
              </a:endParaRPr>
            </a:p>
          </p:txBody>
        </p:sp>
        <p:sp>
          <p:nvSpPr>
            <p:cNvPr id="9" name="矩形 253">
              <a:extLst>
                <a:ext uri="{FF2B5EF4-FFF2-40B4-BE49-F238E27FC236}">
                  <a16:creationId xmlns:a16="http://schemas.microsoft.com/office/drawing/2014/main" id="{AE98F669-AF0C-7F8A-8493-3A7B514CBF9B}"/>
                </a:ext>
              </a:extLst>
            </p:cNvPr>
            <p:cNvSpPr/>
            <p:nvPr/>
          </p:nvSpPr>
          <p:spPr>
            <a:xfrm>
              <a:off x="6423455" y="4592631"/>
              <a:ext cx="1352550" cy="112395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altLang="zh-TW" sz="2400" dirty="0">
                  <a:solidFill>
                    <a:prstClr val="black"/>
                  </a:solidFill>
                  <a:latin typeface="Calibri" panose="020F0502020204030204"/>
                  <a:ea typeface="新細明體" panose="02020500000000000000" pitchFamily="18" charset="-120"/>
                </a:rPr>
                <a:t>Network</a:t>
              </a:r>
            </a:p>
            <a:p>
              <a:pPr algn="ctr">
                <a:defRPr/>
              </a:pPr>
              <a:r>
                <a:rPr lang="en-US" altLang="zh-TW" sz="2400" dirty="0">
                  <a:solidFill>
                    <a:prstClr val="black"/>
                  </a:solidFill>
                  <a:latin typeface="Calibri" panose="020F0502020204030204"/>
                  <a:ea typeface="新細明體" panose="02020500000000000000" pitchFamily="18" charset="-120"/>
                </a:rPr>
                <a:t>3</a:t>
              </a:r>
              <a:endParaRPr lang="zh-TW" altLang="en-US" sz="2400" dirty="0">
                <a:solidFill>
                  <a:prstClr val="black"/>
                </a:solidFill>
                <a:latin typeface="Calibri" panose="020F0502020204030204"/>
                <a:ea typeface="新細明體" panose="02020500000000000000" pitchFamily="18" charset="-120"/>
              </a:endParaRPr>
            </a:p>
          </p:txBody>
        </p:sp>
        <p:sp>
          <p:nvSpPr>
            <p:cNvPr id="10" name="矩形 254">
              <a:extLst>
                <a:ext uri="{FF2B5EF4-FFF2-40B4-BE49-F238E27FC236}">
                  <a16:creationId xmlns:a16="http://schemas.microsoft.com/office/drawing/2014/main" id="{BB3973A8-B8B2-D77F-591E-B3BFC880C039}"/>
                </a:ext>
              </a:extLst>
            </p:cNvPr>
            <p:cNvSpPr/>
            <p:nvPr/>
          </p:nvSpPr>
          <p:spPr>
            <a:xfrm>
              <a:off x="8261779" y="4610763"/>
              <a:ext cx="1352550" cy="112395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defRPr/>
              </a:pPr>
              <a:r>
                <a:rPr lang="en-US" altLang="zh-TW" sz="2400" dirty="0">
                  <a:solidFill>
                    <a:prstClr val="black"/>
                  </a:solidFill>
                  <a:latin typeface="Calibri" panose="020F0502020204030204"/>
                  <a:ea typeface="新細明體" panose="02020500000000000000" pitchFamily="18" charset="-120"/>
                </a:rPr>
                <a:t>Network</a:t>
              </a:r>
            </a:p>
            <a:p>
              <a:pPr algn="ctr">
                <a:defRPr/>
              </a:pPr>
              <a:r>
                <a:rPr lang="en-US" altLang="zh-TW" sz="2400" dirty="0">
                  <a:solidFill>
                    <a:prstClr val="black"/>
                  </a:solidFill>
                  <a:latin typeface="Calibri" panose="020F0502020204030204"/>
                  <a:ea typeface="新細明體" panose="02020500000000000000" pitchFamily="18" charset="-120"/>
                </a:rPr>
                <a:t>4</a:t>
              </a:r>
              <a:endParaRPr lang="zh-TW" altLang="en-US" sz="2400" dirty="0">
                <a:solidFill>
                  <a:prstClr val="black"/>
                </a:solidFill>
                <a:latin typeface="Calibri" panose="020F0502020204030204"/>
                <a:ea typeface="新細明體" panose="02020500000000000000" pitchFamily="18" charset="-120"/>
              </a:endParaRPr>
            </a:p>
          </p:txBody>
        </p:sp>
        <p:sp>
          <p:nvSpPr>
            <p:cNvPr id="11" name="橢圓 9">
              <a:extLst>
                <a:ext uri="{FF2B5EF4-FFF2-40B4-BE49-F238E27FC236}">
                  <a16:creationId xmlns:a16="http://schemas.microsoft.com/office/drawing/2014/main" id="{088A2ABA-2D77-E512-85E8-EE661566CA04}"/>
                </a:ext>
              </a:extLst>
            </p:cNvPr>
            <p:cNvSpPr/>
            <p:nvPr/>
          </p:nvSpPr>
          <p:spPr>
            <a:xfrm>
              <a:off x="5444999" y="2133962"/>
              <a:ext cx="1857274" cy="104775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defRPr/>
              </a:pPr>
              <a:r>
                <a:rPr lang="en-US" altLang="zh-TW" sz="2400" dirty="0">
                  <a:solidFill>
                    <a:prstClr val="white"/>
                  </a:solidFill>
                  <a:latin typeface="Calibri" panose="020F0502020204030204"/>
                  <a:ea typeface="新細明體" panose="02020500000000000000" pitchFamily="18" charset="-120"/>
                </a:rPr>
                <a:t>Training Set</a:t>
              </a:r>
              <a:endParaRPr lang="zh-TW" altLang="en-US" sz="2400" dirty="0">
                <a:solidFill>
                  <a:prstClr val="white"/>
                </a:solidFill>
                <a:latin typeface="Calibri" panose="020F0502020204030204"/>
                <a:ea typeface="新細明體" panose="02020500000000000000" pitchFamily="18" charset="-120"/>
              </a:endParaRPr>
            </a:p>
          </p:txBody>
        </p:sp>
        <p:sp>
          <p:nvSpPr>
            <p:cNvPr id="13" name="橢圓 255">
              <a:extLst>
                <a:ext uri="{FF2B5EF4-FFF2-40B4-BE49-F238E27FC236}">
                  <a16:creationId xmlns:a16="http://schemas.microsoft.com/office/drawing/2014/main" id="{EB07707F-9D55-CCA3-48D6-71BFD6B9F17B}"/>
                </a:ext>
              </a:extLst>
            </p:cNvPr>
            <p:cNvSpPr/>
            <p:nvPr/>
          </p:nvSpPr>
          <p:spPr>
            <a:xfrm>
              <a:off x="2844788" y="3460416"/>
              <a:ext cx="1260000" cy="7200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altLang="zh-TW" sz="2400" dirty="0">
                  <a:solidFill>
                    <a:prstClr val="black"/>
                  </a:solidFill>
                  <a:latin typeface="Calibri" panose="020F0502020204030204"/>
                  <a:ea typeface="新細明體" panose="02020500000000000000" pitchFamily="18" charset="-120"/>
                </a:rPr>
                <a:t>Set</a:t>
              </a:r>
              <a:r>
                <a:rPr lang="zh-TW" altLang="en-US" sz="2400" dirty="0">
                  <a:solidFill>
                    <a:prstClr val="black"/>
                  </a:solidFill>
                  <a:latin typeface="Calibri" panose="020F0502020204030204"/>
                  <a:ea typeface="新細明體" panose="02020500000000000000" pitchFamily="18" charset="-120"/>
                </a:rPr>
                <a:t> </a:t>
              </a:r>
              <a:r>
                <a:rPr lang="en-US" altLang="zh-TW" sz="2400" dirty="0">
                  <a:solidFill>
                    <a:prstClr val="black"/>
                  </a:solidFill>
                  <a:latin typeface="Calibri" panose="020F0502020204030204"/>
                  <a:ea typeface="新細明體" panose="02020500000000000000" pitchFamily="18" charset="-120"/>
                </a:rPr>
                <a:t>1</a:t>
              </a:r>
            </a:p>
          </p:txBody>
        </p:sp>
        <p:sp>
          <p:nvSpPr>
            <p:cNvPr id="14" name="橢圓 256">
              <a:extLst>
                <a:ext uri="{FF2B5EF4-FFF2-40B4-BE49-F238E27FC236}">
                  <a16:creationId xmlns:a16="http://schemas.microsoft.com/office/drawing/2014/main" id="{23C8EEAB-9F3E-450F-3659-39735B621202}"/>
                </a:ext>
              </a:extLst>
            </p:cNvPr>
            <p:cNvSpPr/>
            <p:nvPr/>
          </p:nvSpPr>
          <p:spPr>
            <a:xfrm>
              <a:off x="4626837" y="3460416"/>
              <a:ext cx="1260000" cy="7200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r>
                <a:rPr lang="en-US" altLang="zh-TW" sz="2400" dirty="0">
                  <a:solidFill>
                    <a:prstClr val="black"/>
                  </a:solidFill>
                  <a:latin typeface="Calibri" panose="020F0502020204030204"/>
                  <a:ea typeface="新細明體" panose="02020500000000000000" pitchFamily="18" charset="-120"/>
                </a:rPr>
                <a:t>Set 2</a:t>
              </a:r>
              <a:endParaRPr lang="zh-TW" altLang="en-US" sz="2400" dirty="0">
                <a:solidFill>
                  <a:prstClr val="black"/>
                </a:solidFill>
                <a:latin typeface="Calibri" panose="020F0502020204030204"/>
                <a:ea typeface="新細明體" panose="02020500000000000000" pitchFamily="18" charset="-120"/>
              </a:endParaRPr>
            </a:p>
          </p:txBody>
        </p:sp>
        <p:sp>
          <p:nvSpPr>
            <p:cNvPr id="15" name="橢圓 257">
              <a:extLst>
                <a:ext uri="{FF2B5EF4-FFF2-40B4-BE49-F238E27FC236}">
                  <a16:creationId xmlns:a16="http://schemas.microsoft.com/office/drawing/2014/main" id="{08B264CB-4F38-64CE-5F76-2322F5403A52}"/>
                </a:ext>
              </a:extLst>
            </p:cNvPr>
            <p:cNvSpPr/>
            <p:nvPr/>
          </p:nvSpPr>
          <p:spPr>
            <a:xfrm>
              <a:off x="6469730" y="3470558"/>
              <a:ext cx="1260000" cy="7200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altLang="zh-TW" sz="2400" dirty="0">
                  <a:solidFill>
                    <a:prstClr val="black"/>
                  </a:solidFill>
                  <a:latin typeface="Calibri" panose="020F0502020204030204"/>
                  <a:ea typeface="新細明體" panose="02020500000000000000" pitchFamily="18" charset="-120"/>
                </a:rPr>
                <a:t>Set 3</a:t>
              </a:r>
              <a:endParaRPr lang="zh-TW" altLang="en-US" sz="2400" dirty="0">
                <a:solidFill>
                  <a:prstClr val="black"/>
                </a:solidFill>
                <a:latin typeface="Calibri" panose="020F0502020204030204"/>
                <a:ea typeface="新細明體" panose="02020500000000000000" pitchFamily="18" charset="-120"/>
              </a:endParaRPr>
            </a:p>
          </p:txBody>
        </p:sp>
        <p:sp>
          <p:nvSpPr>
            <p:cNvPr id="16" name="橢圓 258">
              <a:extLst>
                <a:ext uri="{FF2B5EF4-FFF2-40B4-BE49-F238E27FC236}">
                  <a16:creationId xmlns:a16="http://schemas.microsoft.com/office/drawing/2014/main" id="{ED887199-B16D-3812-9926-90CF3E334178}"/>
                </a:ext>
              </a:extLst>
            </p:cNvPr>
            <p:cNvSpPr/>
            <p:nvPr/>
          </p:nvSpPr>
          <p:spPr>
            <a:xfrm>
              <a:off x="8308054" y="3470558"/>
              <a:ext cx="1260000" cy="7200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defRPr/>
              </a:pPr>
              <a:r>
                <a:rPr lang="en-US" altLang="zh-TW" sz="2400" dirty="0">
                  <a:solidFill>
                    <a:prstClr val="black"/>
                  </a:solidFill>
                  <a:latin typeface="Calibri" panose="020F0502020204030204"/>
                  <a:ea typeface="新細明體" panose="02020500000000000000" pitchFamily="18" charset="-120"/>
                </a:rPr>
                <a:t>Set 4</a:t>
              </a:r>
              <a:endParaRPr lang="zh-TW" altLang="en-US" sz="2400" dirty="0">
                <a:solidFill>
                  <a:prstClr val="black"/>
                </a:solidFill>
                <a:latin typeface="Calibri" panose="020F0502020204030204"/>
                <a:ea typeface="新細明體" panose="02020500000000000000" pitchFamily="18" charset="-120"/>
              </a:endParaRPr>
            </a:p>
          </p:txBody>
        </p:sp>
        <p:cxnSp>
          <p:nvCxnSpPr>
            <p:cNvPr id="17" name="直線單箭頭接點 259">
              <a:extLst>
                <a:ext uri="{FF2B5EF4-FFF2-40B4-BE49-F238E27FC236}">
                  <a16:creationId xmlns:a16="http://schemas.microsoft.com/office/drawing/2014/main" id="{6480EC2A-AFDE-086F-140F-24235900EC4E}"/>
                </a:ext>
              </a:extLst>
            </p:cNvPr>
            <p:cNvCxnSpPr/>
            <p:nvPr/>
          </p:nvCxnSpPr>
          <p:spPr>
            <a:xfrm flipH="1">
              <a:off x="3829052" y="2792332"/>
              <a:ext cx="1695959" cy="67822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260">
              <a:extLst>
                <a:ext uri="{FF2B5EF4-FFF2-40B4-BE49-F238E27FC236}">
                  <a16:creationId xmlns:a16="http://schemas.microsoft.com/office/drawing/2014/main" id="{540F80D3-1FC9-8685-0A75-EA0E9D5C3BB1}"/>
                </a:ext>
              </a:extLst>
            </p:cNvPr>
            <p:cNvCxnSpPr/>
            <p:nvPr/>
          </p:nvCxnSpPr>
          <p:spPr>
            <a:xfrm flipH="1">
              <a:off x="5326783" y="3111475"/>
              <a:ext cx="478720" cy="42978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261">
              <a:extLst>
                <a:ext uri="{FF2B5EF4-FFF2-40B4-BE49-F238E27FC236}">
                  <a16:creationId xmlns:a16="http://schemas.microsoft.com/office/drawing/2014/main" id="{183EDECD-9671-48C7-4CA9-51717649F697}"/>
                </a:ext>
              </a:extLst>
            </p:cNvPr>
            <p:cNvCxnSpPr/>
            <p:nvPr/>
          </p:nvCxnSpPr>
          <p:spPr>
            <a:xfrm>
              <a:off x="6777355" y="3084937"/>
              <a:ext cx="166076" cy="47288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262">
              <a:extLst>
                <a:ext uri="{FF2B5EF4-FFF2-40B4-BE49-F238E27FC236}">
                  <a16:creationId xmlns:a16="http://schemas.microsoft.com/office/drawing/2014/main" id="{68442F4A-311F-9879-48E5-17115FB9A21A}"/>
                </a:ext>
              </a:extLst>
            </p:cNvPr>
            <p:cNvCxnSpPr/>
            <p:nvPr/>
          </p:nvCxnSpPr>
          <p:spPr>
            <a:xfrm>
              <a:off x="7021783" y="2792332"/>
              <a:ext cx="1532676" cy="72806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63">
              <a:extLst>
                <a:ext uri="{FF2B5EF4-FFF2-40B4-BE49-F238E27FC236}">
                  <a16:creationId xmlns:a16="http://schemas.microsoft.com/office/drawing/2014/main" id="{01A41B72-DDAB-6F30-8C9A-46BDA5932547}"/>
                </a:ext>
              </a:extLst>
            </p:cNvPr>
            <p:cNvCxnSpPr/>
            <p:nvPr/>
          </p:nvCxnSpPr>
          <p:spPr>
            <a:xfrm flipH="1">
              <a:off x="8938054" y="4108586"/>
              <a:ext cx="0" cy="54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64">
              <a:extLst>
                <a:ext uri="{FF2B5EF4-FFF2-40B4-BE49-F238E27FC236}">
                  <a16:creationId xmlns:a16="http://schemas.microsoft.com/office/drawing/2014/main" id="{5E63D848-54F7-90F7-CC57-30A5A68C563B}"/>
                </a:ext>
              </a:extLst>
            </p:cNvPr>
            <p:cNvCxnSpPr/>
            <p:nvPr/>
          </p:nvCxnSpPr>
          <p:spPr>
            <a:xfrm flipH="1">
              <a:off x="5256838" y="4100201"/>
              <a:ext cx="0" cy="54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65">
              <a:extLst>
                <a:ext uri="{FF2B5EF4-FFF2-40B4-BE49-F238E27FC236}">
                  <a16:creationId xmlns:a16="http://schemas.microsoft.com/office/drawing/2014/main" id="{2F78AC5F-F8DB-5A4B-84D2-8280B1CA09CB}"/>
                </a:ext>
              </a:extLst>
            </p:cNvPr>
            <p:cNvCxnSpPr/>
            <p:nvPr/>
          </p:nvCxnSpPr>
          <p:spPr>
            <a:xfrm flipH="1">
              <a:off x="7112176" y="4108586"/>
              <a:ext cx="0" cy="54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66">
              <a:extLst>
                <a:ext uri="{FF2B5EF4-FFF2-40B4-BE49-F238E27FC236}">
                  <a16:creationId xmlns:a16="http://schemas.microsoft.com/office/drawing/2014/main" id="{E47C6951-E25E-3C96-19D8-637C39BE24AB}"/>
                </a:ext>
              </a:extLst>
            </p:cNvPr>
            <p:cNvCxnSpPr/>
            <p:nvPr/>
          </p:nvCxnSpPr>
          <p:spPr>
            <a:xfrm flipH="1">
              <a:off x="3474788" y="4070763"/>
              <a:ext cx="0" cy="54000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5" name="文本框 3">
            <a:extLst>
              <a:ext uri="{FF2B5EF4-FFF2-40B4-BE49-F238E27FC236}">
                <a16:creationId xmlns:a16="http://schemas.microsoft.com/office/drawing/2014/main" id="{FB529EAA-3A89-E7D5-4FCB-7C3034D33D30}"/>
              </a:ext>
            </a:extLst>
          </p:cNvPr>
          <p:cNvSpPr txBox="1"/>
          <p:nvPr/>
        </p:nvSpPr>
        <p:spPr>
          <a:xfrm>
            <a:off x="1030680" y="1567262"/>
            <a:ext cx="10262527" cy="581057"/>
          </a:xfrm>
          <a:prstGeom prst="rect">
            <a:avLst/>
          </a:prstGeom>
          <a:noFill/>
        </p:spPr>
        <p:txBody>
          <a:bodyPr wrap="square" rtlCol="0" anchor="t">
            <a:spAutoFit/>
          </a:bodyPr>
          <a:lstStyle/>
          <a:p>
            <a:pPr marL="342900" indent="-342900" fontAlgn="auto">
              <a:lnSpc>
                <a:spcPct val="150000"/>
              </a:lnSpc>
              <a:buFont typeface="Wingdings" pitchFamily="2" charset="2"/>
              <a:buChar char="q"/>
            </a:pPr>
            <a:r>
              <a:rPr lang="zh-CN" altLang="en-CN" sz="2400" dirty="0">
                <a:latin typeface="微软雅黑" panose="020B0503020204020204" pitchFamily="34" charset="-122"/>
                <a:ea typeface="微软雅黑" panose="020B0503020204020204" pitchFamily="34" charset="-122"/>
                <a:cs typeface="微软雅黑" panose="020B0503020204020204" pitchFamily="34" charset="-122"/>
              </a:rPr>
              <a:t>将</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训练集拆分成不同的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mini-batch</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4"/>
          </p:nvPr>
        </p:nvSpPr>
        <p:spPr/>
        <p:txBody>
          <a:bodyPr/>
          <a:lstStyle/>
          <a:p>
            <a:fld id="{AF69888C-E133-43D9-A638-B5C95925B91C}" type="slidenum">
              <a:rPr lang="zh-CN" altLang="en-US" smtClean="0"/>
              <a:t>13</a:t>
            </a:fld>
            <a:endParaRPr lang="zh-CN" altLang="en-US" dirty="0"/>
          </a:p>
        </p:txBody>
      </p:sp>
    </p:spTree>
    <p:extLst>
      <p:ext uri="{BB962C8B-B14F-4D97-AF65-F5344CB8AC3E}">
        <p14:creationId xmlns:p14="http://schemas.microsoft.com/office/powerpoint/2010/main" val="171356681"/>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4000" b="1" dirty="0"/>
              <a:t>Dropout</a:t>
            </a:r>
            <a:r>
              <a:rPr lang="zh-CN" altLang="en-US" sz="4000" b="1" dirty="0"/>
              <a:t>正则化</a:t>
            </a:r>
          </a:p>
        </p:txBody>
      </p:sp>
      <p:sp>
        <p:nvSpPr>
          <p:cNvPr id="4" name="文字方塊 2">
            <a:extLst>
              <a:ext uri="{FF2B5EF4-FFF2-40B4-BE49-F238E27FC236}">
                <a16:creationId xmlns:a16="http://schemas.microsoft.com/office/drawing/2014/main" id="{58D7AC1B-1B9F-6791-4F86-3622EE0B0495}"/>
              </a:ext>
            </a:extLst>
          </p:cNvPr>
          <p:cNvSpPr txBox="1"/>
          <p:nvPr/>
        </p:nvSpPr>
        <p:spPr>
          <a:xfrm>
            <a:off x="789794" y="4675246"/>
            <a:ext cx="735557" cy="519558"/>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y</a:t>
            </a:r>
            <a:r>
              <a:rPr lang="en-US" altLang="zh-TW" sz="2800" baseline="-25000" dirty="0">
                <a:solidFill>
                  <a:prstClr val="black"/>
                </a:solidFill>
                <a:latin typeface="Calibri" panose="020F0502020204030204"/>
                <a:ea typeface="新細明體" panose="02020500000000000000" pitchFamily="18" charset="-120"/>
              </a:rPr>
              <a:t>1</a:t>
            </a:r>
            <a:endParaRPr lang="zh-TW" altLang="en-US" sz="2800" baseline="-25000" dirty="0">
              <a:solidFill>
                <a:prstClr val="black"/>
              </a:solidFill>
              <a:latin typeface="Calibri" panose="020F0502020204030204"/>
              <a:ea typeface="新細明體" panose="02020500000000000000" pitchFamily="18" charset="-120"/>
            </a:endParaRPr>
          </a:p>
        </p:txBody>
      </p:sp>
      <p:sp>
        <p:nvSpPr>
          <p:cNvPr id="5" name="矩形 26">
            <a:extLst>
              <a:ext uri="{FF2B5EF4-FFF2-40B4-BE49-F238E27FC236}">
                <a16:creationId xmlns:a16="http://schemas.microsoft.com/office/drawing/2014/main" id="{F7A85A9A-5E7D-BD9E-2400-FB66AE513420}"/>
              </a:ext>
            </a:extLst>
          </p:cNvPr>
          <p:cNvSpPr/>
          <p:nvPr/>
        </p:nvSpPr>
        <p:spPr>
          <a:xfrm>
            <a:off x="453357" y="3251061"/>
            <a:ext cx="1316190" cy="111608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defRPr/>
            </a:pPr>
            <a:r>
              <a:rPr lang="en-US" altLang="zh-TW" sz="2400" dirty="0">
                <a:solidFill>
                  <a:prstClr val="black"/>
                </a:solidFill>
                <a:latin typeface="Calibri" panose="020F0502020204030204"/>
                <a:ea typeface="新細明體" panose="02020500000000000000" pitchFamily="18" charset="-120"/>
              </a:rPr>
              <a:t>Network</a:t>
            </a:r>
          </a:p>
          <a:p>
            <a:pPr algn="ctr">
              <a:defRPr/>
            </a:pPr>
            <a:r>
              <a:rPr lang="en-US" altLang="zh-TW" sz="2400" dirty="0">
                <a:solidFill>
                  <a:prstClr val="black"/>
                </a:solidFill>
                <a:latin typeface="Calibri" panose="020F0502020204030204"/>
                <a:ea typeface="新細明體" panose="02020500000000000000" pitchFamily="18" charset="-120"/>
              </a:rPr>
              <a:t>1</a:t>
            </a:r>
            <a:endParaRPr lang="zh-TW" altLang="en-US" sz="2400" dirty="0">
              <a:solidFill>
                <a:prstClr val="black"/>
              </a:solidFill>
              <a:latin typeface="Calibri" panose="020F0502020204030204"/>
              <a:ea typeface="新細明體" panose="02020500000000000000" pitchFamily="18" charset="-120"/>
            </a:endParaRPr>
          </a:p>
        </p:txBody>
      </p:sp>
      <p:sp>
        <p:nvSpPr>
          <p:cNvPr id="6" name="矩形 27">
            <a:extLst>
              <a:ext uri="{FF2B5EF4-FFF2-40B4-BE49-F238E27FC236}">
                <a16:creationId xmlns:a16="http://schemas.microsoft.com/office/drawing/2014/main" id="{CB46F5C9-04CB-FA52-B3DF-07CE5EFA02B2}"/>
              </a:ext>
            </a:extLst>
          </p:cNvPr>
          <p:cNvSpPr/>
          <p:nvPr/>
        </p:nvSpPr>
        <p:spPr>
          <a:xfrm>
            <a:off x="2239975" y="3246496"/>
            <a:ext cx="1316190" cy="111608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r>
              <a:rPr lang="en-US" altLang="zh-TW" sz="2400" dirty="0">
                <a:solidFill>
                  <a:prstClr val="black"/>
                </a:solidFill>
                <a:latin typeface="Calibri" panose="020F0502020204030204"/>
                <a:ea typeface="新細明體" panose="02020500000000000000" pitchFamily="18" charset="-120"/>
              </a:rPr>
              <a:t>Network</a:t>
            </a:r>
          </a:p>
          <a:p>
            <a:pPr algn="ctr">
              <a:defRPr/>
            </a:pPr>
            <a:r>
              <a:rPr lang="en-US" altLang="zh-TW" sz="2400" dirty="0">
                <a:solidFill>
                  <a:prstClr val="black"/>
                </a:solidFill>
                <a:latin typeface="Calibri" panose="020F0502020204030204"/>
                <a:ea typeface="新細明體" panose="02020500000000000000" pitchFamily="18" charset="-120"/>
              </a:rPr>
              <a:t>2</a:t>
            </a:r>
            <a:endParaRPr lang="zh-TW" altLang="en-US" sz="2400" dirty="0">
              <a:solidFill>
                <a:prstClr val="black"/>
              </a:solidFill>
              <a:latin typeface="Calibri" panose="020F0502020204030204"/>
              <a:ea typeface="新細明體" panose="02020500000000000000" pitchFamily="18" charset="-120"/>
            </a:endParaRPr>
          </a:p>
        </p:txBody>
      </p:sp>
      <p:sp>
        <p:nvSpPr>
          <p:cNvPr id="7" name="矩形 28">
            <a:extLst>
              <a:ext uri="{FF2B5EF4-FFF2-40B4-BE49-F238E27FC236}">
                <a16:creationId xmlns:a16="http://schemas.microsoft.com/office/drawing/2014/main" id="{96A57BEE-CE3E-8D35-23D7-2E03CFA3275B}"/>
              </a:ext>
            </a:extLst>
          </p:cNvPr>
          <p:cNvSpPr/>
          <p:nvPr/>
        </p:nvSpPr>
        <p:spPr>
          <a:xfrm>
            <a:off x="4078299" y="3228364"/>
            <a:ext cx="1316190" cy="111608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r>
              <a:rPr lang="en-US" altLang="zh-TW" sz="2400" dirty="0">
                <a:solidFill>
                  <a:prstClr val="black"/>
                </a:solidFill>
                <a:latin typeface="Calibri" panose="020F0502020204030204"/>
                <a:ea typeface="新細明體" panose="02020500000000000000" pitchFamily="18" charset="-120"/>
              </a:rPr>
              <a:t>Network</a:t>
            </a:r>
          </a:p>
          <a:p>
            <a:pPr algn="ctr">
              <a:defRPr/>
            </a:pPr>
            <a:r>
              <a:rPr lang="en-US" altLang="zh-TW" sz="2400" dirty="0">
                <a:solidFill>
                  <a:prstClr val="black"/>
                </a:solidFill>
                <a:latin typeface="Calibri" panose="020F0502020204030204"/>
                <a:ea typeface="新細明體" panose="02020500000000000000" pitchFamily="18" charset="-120"/>
              </a:rPr>
              <a:t>3</a:t>
            </a:r>
            <a:endParaRPr lang="zh-TW" altLang="en-US" sz="2400" dirty="0">
              <a:solidFill>
                <a:prstClr val="black"/>
              </a:solidFill>
              <a:latin typeface="Calibri" panose="020F0502020204030204"/>
              <a:ea typeface="新細明體" panose="02020500000000000000" pitchFamily="18" charset="-120"/>
            </a:endParaRPr>
          </a:p>
        </p:txBody>
      </p:sp>
      <p:sp>
        <p:nvSpPr>
          <p:cNvPr id="8" name="矩形 29">
            <a:extLst>
              <a:ext uri="{FF2B5EF4-FFF2-40B4-BE49-F238E27FC236}">
                <a16:creationId xmlns:a16="http://schemas.microsoft.com/office/drawing/2014/main" id="{E5F86300-F0C3-0666-3A94-B3039EFC906A}"/>
              </a:ext>
            </a:extLst>
          </p:cNvPr>
          <p:cNvSpPr/>
          <p:nvPr/>
        </p:nvSpPr>
        <p:spPr>
          <a:xfrm>
            <a:off x="5916623" y="3246496"/>
            <a:ext cx="1316190" cy="1116083"/>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defRPr/>
            </a:pPr>
            <a:r>
              <a:rPr lang="en-US" altLang="zh-TW" sz="2400" dirty="0">
                <a:solidFill>
                  <a:prstClr val="black"/>
                </a:solidFill>
                <a:latin typeface="Calibri" panose="020F0502020204030204"/>
                <a:ea typeface="新細明體" panose="02020500000000000000" pitchFamily="18" charset="-120"/>
              </a:rPr>
              <a:t>Network</a:t>
            </a:r>
          </a:p>
          <a:p>
            <a:pPr algn="ctr">
              <a:defRPr/>
            </a:pPr>
            <a:r>
              <a:rPr lang="en-US" altLang="zh-TW" sz="2400" dirty="0">
                <a:solidFill>
                  <a:prstClr val="black"/>
                </a:solidFill>
                <a:latin typeface="Calibri" panose="020F0502020204030204"/>
                <a:ea typeface="新細明體" panose="02020500000000000000" pitchFamily="18" charset="-120"/>
              </a:rPr>
              <a:t>4</a:t>
            </a:r>
            <a:endParaRPr lang="zh-TW" altLang="en-US" sz="2400" dirty="0">
              <a:solidFill>
                <a:prstClr val="black"/>
              </a:solidFill>
              <a:latin typeface="Calibri" panose="020F0502020204030204"/>
              <a:ea typeface="新細明體" panose="02020500000000000000" pitchFamily="18" charset="-120"/>
            </a:endParaRPr>
          </a:p>
        </p:txBody>
      </p:sp>
      <p:sp>
        <p:nvSpPr>
          <p:cNvPr id="9" name="文字方塊 30">
            <a:extLst>
              <a:ext uri="{FF2B5EF4-FFF2-40B4-BE49-F238E27FC236}">
                <a16:creationId xmlns:a16="http://schemas.microsoft.com/office/drawing/2014/main" id="{D32ACF73-6BDA-F5BA-AF57-71251E3314AF}"/>
              </a:ext>
            </a:extLst>
          </p:cNvPr>
          <p:cNvSpPr txBox="1"/>
          <p:nvPr/>
        </p:nvSpPr>
        <p:spPr>
          <a:xfrm>
            <a:off x="2832435" y="1858197"/>
            <a:ext cx="2394896" cy="519558"/>
          </a:xfrm>
          <a:prstGeom prst="rect">
            <a:avLst/>
          </a:prstGeom>
          <a:noFill/>
        </p:spPr>
        <p:txBody>
          <a:bodyPr wrap="square" rtlCol="0">
            <a:spAutoFit/>
          </a:bodyPr>
          <a:lstStyle/>
          <a:p>
            <a:pPr>
              <a:defRPr/>
            </a:pPr>
            <a:r>
              <a:rPr lang="en-US" altLang="zh-TW" sz="2800" dirty="0">
                <a:solidFill>
                  <a:prstClr val="black"/>
                </a:solidFill>
                <a:latin typeface="Calibri" panose="020F0502020204030204"/>
                <a:ea typeface="新細明體" panose="02020500000000000000" pitchFamily="18" charset="-120"/>
              </a:rPr>
              <a:t>Testing data x</a:t>
            </a:r>
            <a:endParaRPr lang="zh-TW" altLang="en-US" sz="2800" dirty="0">
              <a:solidFill>
                <a:prstClr val="black"/>
              </a:solidFill>
              <a:latin typeface="Calibri" panose="020F0502020204030204"/>
              <a:ea typeface="新細明體" panose="02020500000000000000" pitchFamily="18" charset="-120"/>
            </a:endParaRPr>
          </a:p>
        </p:txBody>
      </p:sp>
      <p:sp>
        <p:nvSpPr>
          <p:cNvPr id="10" name="文字方塊 31">
            <a:extLst>
              <a:ext uri="{FF2B5EF4-FFF2-40B4-BE49-F238E27FC236}">
                <a16:creationId xmlns:a16="http://schemas.microsoft.com/office/drawing/2014/main" id="{2BB2BA8F-3280-BCDF-8605-794221CD9F37}"/>
              </a:ext>
            </a:extLst>
          </p:cNvPr>
          <p:cNvSpPr txBox="1"/>
          <p:nvPr/>
        </p:nvSpPr>
        <p:spPr>
          <a:xfrm>
            <a:off x="2576412" y="4675246"/>
            <a:ext cx="735557" cy="519558"/>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y</a:t>
            </a:r>
            <a:r>
              <a:rPr lang="en-US" altLang="zh-TW" sz="2800" baseline="-25000" dirty="0">
                <a:solidFill>
                  <a:prstClr val="black"/>
                </a:solidFill>
                <a:latin typeface="Calibri" panose="020F0502020204030204"/>
                <a:ea typeface="新細明體" panose="02020500000000000000" pitchFamily="18" charset="-120"/>
              </a:rPr>
              <a:t>2</a:t>
            </a:r>
            <a:endParaRPr lang="zh-TW" altLang="en-US" sz="2800" baseline="-25000" dirty="0">
              <a:solidFill>
                <a:prstClr val="black"/>
              </a:solidFill>
              <a:latin typeface="Calibri" panose="020F0502020204030204"/>
              <a:ea typeface="新細明體" panose="02020500000000000000" pitchFamily="18" charset="-120"/>
            </a:endParaRPr>
          </a:p>
        </p:txBody>
      </p:sp>
      <p:sp>
        <p:nvSpPr>
          <p:cNvPr id="11" name="文字方塊 32">
            <a:extLst>
              <a:ext uri="{FF2B5EF4-FFF2-40B4-BE49-F238E27FC236}">
                <a16:creationId xmlns:a16="http://schemas.microsoft.com/office/drawing/2014/main" id="{52D9A82E-4553-D036-37FF-1952BE0BBB0A}"/>
              </a:ext>
            </a:extLst>
          </p:cNvPr>
          <p:cNvSpPr txBox="1"/>
          <p:nvPr/>
        </p:nvSpPr>
        <p:spPr>
          <a:xfrm>
            <a:off x="4427323" y="4675246"/>
            <a:ext cx="735557" cy="519558"/>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y</a:t>
            </a:r>
            <a:r>
              <a:rPr lang="en-US" altLang="zh-TW" sz="2800" baseline="-25000" dirty="0">
                <a:solidFill>
                  <a:prstClr val="black"/>
                </a:solidFill>
                <a:latin typeface="Calibri" panose="020F0502020204030204"/>
                <a:ea typeface="新細明體" panose="02020500000000000000" pitchFamily="18" charset="-120"/>
              </a:rPr>
              <a:t>3</a:t>
            </a:r>
            <a:endParaRPr lang="zh-TW" altLang="en-US" sz="2800" baseline="-25000" dirty="0">
              <a:solidFill>
                <a:prstClr val="black"/>
              </a:solidFill>
              <a:latin typeface="Calibri" panose="020F0502020204030204"/>
              <a:ea typeface="新細明體" panose="02020500000000000000" pitchFamily="18" charset="-120"/>
            </a:endParaRPr>
          </a:p>
        </p:txBody>
      </p:sp>
      <p:sp>
        <p:nvSpPr>
          <p:cNvPr id="13" name="文字方塊 33">
            <a:extLst>
              <a:ext uri="{FF2B5EF4-FFF2-40B4-BE49-F238E27FC236}">
                <a16:creationId xmlns:a16="http://schemas.microsoft.com/office/drawing/2014/main" id="{3DD6AEC9-4697-128E-BFF1-7F5D39119FC4}"/>
              </a:ext>
            </a:extLst>
          </p:cNvPr>
          <p:cNvSpPr txBox="1"/>
          <p:nvPr/>
        </p:nvSpPr>
        <p:spPr>
          <a:xfrm>
            <a:off x="6278234" y="4675246"/>
            <a:ext cx="735557" cy="519558"/>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y</a:t>
            </a:r>
            <a:r>
              <a:rPr lang="en-US" altLang="zh-TW" sz="2800" baseline="-25000" dirty="0">
                <a:solidFill>
                  <a:prstClr val="black"/>
                </a:solidFill>
                <a:latin typeface="Calibri" panose="020F0502020204030204"/>
                <a:ea typeface="新細明體" panose="02020500000000000000" pitchFamily="18" charset="-120"/>
              </a:rPr>
              <a:t>4</a:t>
            </a:r>
            <a:endParaRPr lang="zh-TW" altLang="en-US" sz="2800" baseline="-25000" dirty="0">
              <a:solidFill>
                <a:prstClr val="black"/>
              </a:solidFill>
              <a:latin typeface="Calibri" panose="020F0502020204030204"/>
              <a:ea typeface="新細明體" panose="02020500000000000000" pitchFamily="18" charset="-120"/>
            </a:endParaRPr>
          </a:p>
        </p:txBody>
      </p:sp>
      <p:sp>
        <p:nvSpPr>
          <p:cNvPr id="14" name="文字方塊 34">
            <a:extLst>
              <a:ext uri="{FF2B5EF4-FFF2-40B4-BE49-F238E27FC236}">
                <a16:creationId xmlns:a16="http://schemas.microsoft.com/office/drawing/2014/main" id="{AE3462FB-878F-91D3-B92A-B2DA38868EEE}"/>
              </a:ext>
            </a:extLst>
          </p:cNvPr>
          <p:cNvSpPr txBox="1"/>
          <p:nvPr/>
        </p:nvSpPr>
        <p:spPr>
          <a:xfrm>
            <a:off x="2538313" y="5635698"/>
            <a:ext cx="2394896" cy="519558"/>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average</a:t>
            </a:r>
            <a:endParaRPr lang="zh-TW" altLang="en-US" sz="2800" dirty="0">
              <a:solidFill>
                <a:prstClr val="black"/>
              </a:solidFill>
              <a:latin typeface="Calibri" panose="020F0502020204030204"/>
              <a:ea typeface="新細明體" panose="02020500000000000000" pitchFamily="18" charset="-120"/>
            </a:endParaRPr>
          </a:p>
        </p:txBody>
      </p:sp>
      <p:cxnSp>
        <p:nvCxnSpPr>
          <p:cNvPr id="15" name="直線單箭頭接點 35">
            <a:extLst>
              <a:ext uri="{FF2B5EF4-FFF2-40B4-BE49-F238E27FC236}">
                <a16:creationId xmlns:a16="http://schemas.microsoft.com/office/drawing/2014/main" id="{64C8CE60-F5A8-384D-AE3A-351E1E5F6FFD}"/>
              </a:ext>
            </a:extLst>
          </p:cNvPr>
          <p:cNvCxnSpPr>
            <a:cxnSpLocks/>
            <a:endCxn id="5" idx="0"/>
          </p:cNvCxnSpPr>
          <p:nvPr/>
        </p:nvCxnSpPr>
        <p:spPr>
          <a:xfrm flipH="1">
            <a:off x="1111452" y="2417468"/>
            <a:ext cx="2182737" cy="8335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37">
            <a:extLst>
              <a:ext uri="{FF2B5EF4-FFF2-40B4-BE49-F238E27FC236}">
                <a16:creationId xmlns:a16="http://schemas.microsoft.com/office/drawing/2014/main" id="{5985E94A-B8BA-A3E5-6167-12330C04D0F5}"/>
              </a:ext>
            </a:extLst>
          </p:cNvPr>
          <p:cNvCxnSpPr>
            <a:cxnSpLocks/>
            <a:endCxn id="6" idx="0"/>
          </p:cNvCxnSpPr>
          <p:nvPr/>
        </p:nvCxnSpPr>
        <p:spPr>
          <a:xfrm flipH="1">
            <a:off x="2898070" y="2455582"/>
            <a:ext cx="694456" cy="79091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38">
            <a:extLst>
              <a:ext uri="{FF2B5EF4-FFF2-40B4-BE49-F238E27FC236}">
                <a16:creationId xmlns:a16="http://schemas.microsoft.com/office/drawing/2014/main" id="{9FACCCFE-2F03-8993-8315-2631D6693CFD}"/>
              </a:ext>
            </a:extLst>
          </p:cNvPr>
          <p:cNvCxnSpPr>
            <a:endCxn id="7" idx="0"/>
          </p:cNvCxnSpPr>
          <p:nvPr/>
        </p:nvCxnSpPr>
        <p:spPr>
          <a:xfrm>
            <a:off x="4078300" y="2496894"/>
            <a:ext cx="658094" cy="73147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39">
            <a:extLst>
              <a:ext uri="{FF2B5EF4-FFF2-40B4-BE49-F238E27FC236}">
                <a16:creationId xmlns:a16="http://schemas.microsoft.com/office/drawing/2014/main" id="{6D292D84-88F8-F569-9AE2-D6138666CA2A}"/>
              </a:ext>
            </a:extLst>
          </p:cNvPr>
          <p:cNvCxnSpPr>
            <a:endCxn id="8" idx="0"/>
          </p:cNvCxnSpPr>
          <p:nvPr/>
        </p:nvCxnSpPr>
        <p:spPr>
          <a:xfrm>
            <a:off x="4389222" y="2417468"/>
            <a:ext cx="2185496" cy="82902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46">
            <a:extLst>
              <a:ext uri="{FF2B5EF4-FFF2-40B4-BE49-F238E27FC236}">
                <a16:creationId xmlns:a16="http://schemas.microsoft.com/office/drawing/2014/main" id="{88E9F011-C94D-7A10-08A4-5775CB0056FF}"/>
              </a:ext>
            </a:extLst>
          </p:cNvPr>
          <p:cNvCxnSpPr>
            <a:cxnSpLocks/>
          </p:cNvCxnSpPr>
          <p:nvPr/>
        </p:nvCxnSpPr>
        <p:spPr>
          <a:xfrm>
            <a:off x="6573848" y="4390414"/>
            <a:ext cx="0" cy="4468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47">
            <a:extLst>
              <a:ext uri="{FF2B5EF4-FFF2-40B4-BE49-F238E27FC236}">
                <a16:creationId xmlns:a16="http://schemas.microsoft.com/office/drawing/2014/main" id="{D4F1D795-9849-AF9E-835D-224986DB35D8}"/>
              </a:ext>
            </a:extLst>
          </p:cNvPr>
          <p:cNvCxnSpPr>
            <a:cxnSpLocks/>
          </p:cNvCxnSpPr>
          <p:nvPr/>
        </p:nvCxnSpPr>
        <p:spPr>
          <a:xfrm>
            <a:off x="2892632" y="4382029"/>
            <a:ext cx="0" cy="4468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48">
            <a:extLst>
              <a:ext uri="{FF2B5EF4-FFF2-40B4-BE49-F238E27FC236}">
                <a16:creationId xmlns:a16="http://schemas.microsoft.com/office/drawing/2014/main" id="{EC1CB372-AD46-8D16-0FE0-FA1A95A516A2}"/>
              </a:ext>
            </a:extLst>
          </p:cNvPr>
          <p:cNvCxnSpPr>
            <a:cxnSpLocks/>
          </p:cNvCxnSpPr>
          <p:nvPr/>
        </p:nvCxnSpPr>
        <p:spPr>
          <a:xfrm>
            <a:off x="4747970" y="4390414"/>
            <a:ext cx="0" cy="4468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49">
            <a:extLst>
              <a:ext uri="{FF2B5EF4-FFF2-40B4-BE49-F238E27FC236}">
                <a16:creationId xmlns:a16="http://schemas.microsoft.com/office/drawing/2014/main" id="{1DC0DC5D-093D-7E26-D850-B598551B7262}"/>
              </a:ext>
            </a:extLst>
          </p:cNvPr>
          <p:cNvCxnSpPr>
            <a:cxnSpLocks/>
          </p:cNvCxnSpPr>
          <p:nvPr/>
        </p:nvCxnSpPr>
        <p:spPr>
          <a:xfrm>
            <a:off x="1110582" y="4352591"/>
            <a:ext cx="0" cy="44685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50">
            <a:extLst>
              <a:ext uri="{FF2B5EF4-FFF2-40B4-BE49-F238E27FC236}">
                <a16:creationId xmlns:a16="http://schemas.microsoft.com/office/drawing/2014/main" id="{126E924D-BD1E-ABA8-0BE3-A479EBB74F29}"/>
              </a:ext>
            </a:extLst>
          </p:cNvPr>
          <p:cNvCxnSpPr>
            <a:cxnSpLocks/>
          </p:cNvCxnSpPr>
          <p:nvPr/>
        </p:nvCxnSpPr>
        <p:spPr>
          <a:xfrm>
            <a:off x="1167731" y="5218802"/>
            <a:ext cx="1805804" cy="67375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51">
            <a:extLst>
              <a:ext uri="{FF2B5EF4-FFF2-40B4-BE49-F238E27FC236}">
                <a16:creationId xmlns:a16="http://schemas.microsoft.com/office/drawing/2014/main" id="{643FE201-1984-8986-9EB2-AB0B384C1EA9}"/>
              </a:ext>
            </a:extLst>
          </p:cNvPr>
          <p:cNvCxnSpPr>
            <a:stCxn id="10" idx="2"/>
          </p:cNvCxnSpPr>
          <p:nvPr/>
        </p:nvCxnSpPr>
        <p:spPr>
          <a:xfrm>
            <a:off x="2944191" y="5194804"/>
            <a:ext cx="505507" cy="55726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52">
            <a:extLst>
              <a:ext uri="{FF2B5EF4-FFF2-40B4-BE49-F238E27FC236}">
                <a16:creationId xmlns:a16="http://schemas.microsoft.com/office/drawing/2014/main" id="{6D97385B-4331-E81E-DFD4-97A33F397608}"/>
              </a:ext>
            </a:extLst>
          </p:cNvPr>
          <p:cNvCxnSpPr>
            <a:stCxn id="13" idx="2"/>
          </p:cNvCxnSpPr>
          <p:nvPr/>
        </p:nvCxnSpPr>
        <p:spPr>
          <a:xfrm flipH="1">
            <a:off x="4401226" y="5194804"/>
            <a:ext cx="2244787" cy="70250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53">
            <a:extLst>
              <a:ext uri="{FF2B5EF4-FFF2-40B4-BE49-F238E27FC236}">
                <a16:creationId xmlns:a16="http://schemas.microsoft.com/office/drawing/2014/main" id="{81C0AB7F-CB60-963D-E53A-FB6551789549}"/>
              </a:ext>
            </a:extLst>
          </p:cNvPr>
          <p:cNvCxnSpPr>
            <a:cxnSpLocks/>
          </p:cNvCxnSpPr>
          <p:nvPr/>
        </p:nvCxnSpPr>
        <p:spPr>
          <a:xfrm flipH="1">
            <a:off x="4643380" y="5160593"/>
            <a:ext cx="17703" cy="5873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3">
            <a:extLst>
              <a:ext uri="{FF2B5EF4-FFF2-40B4-BE49-F238E27FC236}">
                <a16:creationId xmlns:a16="http://schemas.microsoft.com/office/drawing/2014/main" id="{0A85D5CC-4056-10F9-8F48-3432A1CA81C4}"/>
              </a:ext>
            </a:extLst>
          </p:cNvPr>
          <p:cNvSpPr txBox="1"/>
          <p:nvPr/>
        </p:nvSpPr>
        <p:spPr>
          <a:xfrm>
            <a:off x="661081" y="970326"/>
            <a:ext cx="9986644" cy="576990"/>
          </a:xfrm>
          <a:prstGeom prst="rect">
            <a:avLst/>
          </a:prstGeom>
          <a:noFill/>
        </p:spPr>
        <p:txBody>
          <a:bodyPr wrap="square" rtlCol="0" anchor="t">
            <a:spAutoFit/>
          </a:bodyPr>
          <a:lstStyle/>
          <a:p>
            <a:pPr marL="342900" indent="-342900" fontAlgn="auto">
              <a:lnSpc>
                <a:spcPct val="150000"/>
              </a:lnSpc>
              <a:buFont typeface="Wingdings" pitchFamily="2" charset="2"/>
              <a:buChar char="Ø"/>
            </a:pPr>
            <a:r>
              <a:rPr lang="zh-CN" altLang="en-CN" sz="2400" dirty="0">
                <a:latin typeface="微软雅黑" panose="020B0503020204020204" pitchFamily="34" charset="-122"/>
                <a:ea typeface="微软雅黑" panose="020B0503020204020204" pitchFamily="34" charset="-122"/>
                <a:cs typeface="微软雅黑" panose="020B0503020204020204" pitchFamily="34" charset="-122"/>
              </a:rPr>
              <a:t>测试</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阶段</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可看成是</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将测试数据输入不同的网络得到输出再求平均</a:t>
            </a:r>
          </a:p>
        </p:txBody>
      </p:sp>
      <p:sp>
        <p:nvSpPr>
          <p:cNvPr id="28" name="TextBox 28">
            <a:extLst>
              <a:ext uri="{FF2B5EF4-FFF2-40B4-BE49-F238E27FC236}">
                <a16:creationId xmlns:a16="http://schemas.microsoft.com/office/drawing/2014/main" id="{07A7DDC4-EECA-9D88-48E4-AAC83F62DB41}"/>
              </a:ext>
            </a:extLst>
          </p:cNvPr>
          <p:cNvSpPr txBox="1"/>
          <p:nvPr/>
        </p:nvSpPr>
        <p:spPr>
          <a:xfrm>
            <a:off x="7970825" y="2691398"/>
            <a:ext cx="3962400" cy="1884618"/>
          </a:xfrm>
          <a:prstGeom prst="rect">
            <a:avLst/>
          </a:prstGeom>
          <a:noFill/>
        </p:spPr>
        <p:txBody>
          <a:bodyPr wrap="square">
            <a:spAutoFit/>
          </a:bodyPr>
          <a:lstStyle/>
          <a:p>
            <a:pPr marL="285750" indent="-285750" fontAlgn="auto">
              <a:lnSpc>
                <a:spcPct val="150000"/>
              </a:lnSpc>
              <a:buFont typeface="Wingdings" pitchFamily="2" charset="2"/>
              <a:buChar char="q"/>
            </a:pPr>
            <a:r>
              <a:rPr lang="zh-CN" altLang="en-US" sz="2000" dirty="0">
                <a:latin typeface="+mn-ea"/>
                <a:cs typeface="+mn-ea"/>
              </a:rPr>
              <a:t>集成模型一般优于单一模型，因为它们可以捕获更多的随机性。相似地，dropout使得神经网络模型优于正常的模型。</a:t>
            </a:r>
          </a:p>
        </p:txBody>
      </p:sp>
      <p:sp>
        <p:nvSpPr>
          <p:cNvPr id="2" name="灯片编号占位符 1"/>
          <p:cNvSpPr>
            <a:spLocks noGrp="1"/>
          </p:cNvSpPr>
          <p:nvPr>
            <p:ph type="sldNum" sz="quarter" idx="14"/>
          </p:nvPr>
        </p:nvSpPr>
        <p:spPr/>
        <p:txBody>
          <a:bodyPr/>
          <a:lstStyle/>
          <a:p>
            <a:fld id="{AF69888C-E133-43D9-A638-B5C95925B91C}" type="slidenum">
              <a:rPr lang="zh-CN" altLang="en-US" smtClean="0"/>
              <a:t>14</a:t>
            </a:fld>
            <a:endParaRPr lang="zh-CN" altLang="en-US" dirty="0"/>
          </a:p>
        </p:txBody>
      </p:sp>
    </p:spTree>
    <p:extLst>
      <p:ext uri="{BB962C8B-B14F-4D97-AF65-F5344CB8AC3E}">
        <p14:creationId xmlns:p14="http://schemas.microsoft.com/office/powerpoint/2010/main" val="2855760349"/>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P spid="9" grpId="0"/>
      <p:bldP spid="10" grpId="0"/>
      <p:bldP spid="11" grpId="0"/>
      <p:bldP spid="13" grpId="0"/>
      <p:bldP spid="14" grpId="0"/>
      <p:bldP spid="27" grpId="0"/>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4000" b="1" dirty="0"/>
              <a:t>Dropout</a:t>
            </a:r>
            <a:r>
              <a:rPr lang="zh-CN" altLang="en-US" sz="4000" b="1" dirty="0"/>
              <a:t>正则化</a:t>
            </a:r>
          </a:p>
        </p:txBody>
      </p:sp>
      <p:sp>
        <p:nvSpPr>
          <p:cNvPr id="4" name="文本框 3">
            <a:extLst>
              <a:ext uri="{FF2B5EF4-FFF2-40B4-BE49-F238E27FC236}">
                <a16:creationId xmlns:a16="http://schemas.microsoft.com/office/drawing/2014/main" id="{1CDFFB4A-8ABA-3561-E60D-C53A7A645DB6}"/>
              </a:ext>
            </a:extLst>
          </p:cNvPr>
          <p:cNvSpPr txBox="1"/>
          <p:nvPr/>
        </p:nvSpPr>
        <p:spPr>
          <a:xfrm>
            <a:off x="256992" y="1379831"/>
            <a:ext cx="10262527" cy="581057"/>
          </a:xfrm>
          <a:prstGeom prst="rect">
            <a:avLst/>
          </a:prstGeom>
          <a:noFill/>
        </p:spPr>
        <p:txBody>
          <a:bodyPr wrap="square" rtlCol="0" anchor="t">
            <a:spAutoFit/>
          </a:bodyPr>
          <a:lstStyle/>
          <a:p>
            <a:pPr marL="342900" indent="-342900" fontAlgn="auto">
              <a:lnSpc>
                <a:spcPct val="150000"/>
              </a:lnSpc>
              <a:buFont typeface="Wingdings" pitchFamily="2" charset="2"/>
              <a:buChar char="Ø"/>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Dropout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为什么能缓解过拟合问题？</a:t>
            </a:r>
          </a:p>
        </p:txBody>
      </p:sp>
      <p:sp>
        <p:nvSpPr>
          <p:cNvPr id="5" name="文本框 1">
            <a:extLst>
              <a:ext uri="{FF2B5EF4-FFF2-40B4-BE49-F238E27FC236}">
                <a16:creationId xmlns:a16="http://schemas.microsoft.com/office/drawing/2014/main" id="{4935126F-FA07-3CF2-E0F5-C916A396B08B}"/>
              </a:ext>
            </a:extLst>
          </p:cNvPr>
          <p:cNvSpPr txBox="1"/>
          <p:nvPr/>
        </p:nvSpPr>
        <p:spPr>
          <a:xfrm>
            <a:off x="636367" y="1865479"/>
            <a:ext cx="11187430" cy="961225"/>
          </a:xfrm>
          <a:prstGeom prst="rect">
            <a:avLst/>
          </a:prstGeom>
          <a:noFill/>
        </p:spPr>
        <p:txBody>
          <a:bodyPr wrap="square" rtlCol="0" anchor="t">
            <a:spAutoFit/>
          </a:bodyPr>
          <a:lstStyle/>
          <a:p>
            <a:pPr fontAlgn="auto">
              <a:lnSpc>
                <a:spcPct val="150000"/>
              </a:lnSpc>
            </a:pPr>
            <a:endParaRPr lang="zh-CN" altLang="en-US" sz="2000" dirty="0">
              <a:solidFill>
                <a:schemeClr val="accent1"/>
              </a:solidFill>
              <a:latin typeface="+mn-ea"/>
              <a:cs typeface="+mn-ea"/>
              <a:sym typeface="+mn-ea"/>
            </a:endParaRPr>
          </a:p>
          <a:p>
            <a:pPr marL="285750" indent="-285750" latinLnBrk="0">
              <a:lnSpc>
                <a:spcPct val="150000"/>
              </a:lnSpc>
              <a:buFont typeface="Wingdings" pitchFamily="2" charset="2"/>
              <a:buChar char="q"/>
            </a:pPr>
            <a:r>
              <a:rPr lang="zh-CN" sz="2000" b="1" dirty="0">
                <a:latin typeface="+mn-ea"/>
                <a:cs typeface="+mn-ea"/>
                <a:sym typeface="+mn-ea"/>
              </a:rPr>
              <a:t>Dropout可以看作是集成了大量神经网络的方法</a:t>
            </a:r>
            <a:endParaRPr lang="en-US" altLang="zh-CN" sz="2000" dirty="0">
              <a:latin typeface="+mn-ea"/>
              <a:cs typeface="+mn-ea"/>
              <a:sym typeface="+mn-ea"/>
            </a:endParaRPr>
          </a:p>
        </p:txBody>
      </p:sp>
      <p:sp>
        <p:nvSpPr>
          <p:cNvPr id="6" name="文本框 1">
            <a:extLst>
              <a:ext uri="{FF2B5EF4-FFF2-40B4-BE49-F238E27FC236}">
                <a16:creationId xmlns:a16="http://schemas.microsoft.com/office/drawing/2014/main" id="{9D128952-6380-7714-E55F-DE7DF9509224}"/>
              </a:ext>
            </a:extLst>
          </p:cNvPr>
          <p:cNvSpPr txBox="1"/>
          <p:nvPr/>
        </p:nvSpPr>
        <p:spPr>
          <a:xfrm>
            <a:off x="1004570" y="2929440"/>
            <a:ext cx="11187430" cy="499560"/>
          </a:xfrm>
          <a:prstGeom prst="rect">
            <a:avLst/>
          </a:prstGeom>
          <a:noFill/>
        </p:spPr>
        <p:txBody>
          <a:bodyPr wrap="square" rtlCol="0" anchor="t">
            <a:spAutoFit/>
          </a:bodyPr>
          <a:lstStyle/>
          <a:p>
            <a:pPr marL="342900" indent="-342900">
              <a:lnSpc>
                <a:spcPct val="150000"/>
              </a:lnSpc>
              <a:buFont typeface="Wingdings" pitchFamily="2" charset="2"/>
              <a:buChar char="v"/>
            </a:pPr>
            <a:r>
              <a:rPr lang="zh-CN" altLang="en-US" sz="2000" dirty="0"/>
              <a:t>不同的网络可能产生不同的过拟合，取平均则有可能让一些“相反的”拟合互相抵消</a:t>
            </a:r>
            <a:endParaRPr lang="en-US" altLang="zh-CN" sz="2000" dirty="0">
              <a:latin typeface="+mn-ea"/>
              <a:cs typeface="+mn-ea"/>
              <a:sym typeface="+mn-ea"/>
            </a:endParaRPr>
          </a:p>
        </p:txBody>
      </p:sp>
      <p:sp>
        <p:nvSpPr>
          <p:cNvPr id="7" name="文本框 1">
            <a:extLst>
              <a:ext uri="{FF2B5EF4-FFF2-40B4-BE49-F238E27FC236}">
                <a16:creationId xmlns:a16="http://schemas.microsoft.com/office/drawing/2014/main" id="{03EE62C7-641E-C1C4-18D9-3ABB17C4A5F9}"/>
              </a:ext>
            </a:extLst>
          </p:cNvPr>
          <p:cNvSpPr txBox="1"/>
          <p:nvPr/>
        </p:nvSpPr>
        <p:spPr>
          <a:xfrm>
            <a:off x="636367" y="3531736"/>
            <a:ext cx="11187430" cy="1422890"/>
          </a:xfrm>
          <a:prstGeom prst="rect">
            <a:avLst/>
          </a:prstGeom>
          <a:noFill/>
        </p:spPr>
        <p:txBody>
          <a:bodyPr wrap="square" rtlCol="0" anchor="t">
            <a:spAutoFit/>
          </a:bodyPr>
          <a:lstStyle/>
          <a:p>
            <a:pPr fontAlgn="auto">
              <a:lnSpc>
                <a:spcPct val="150000"/>
              </a:lnSpc>
            </a:pPr>
            <a:endParaRPr lang="zh-CN" altLang="en-US" sz="2000" dirty="0">
              <a:solidFill>
                <a:schemeClr val="accent1"/>
              </a:solidFill>
              <a:latin typeface="+mn-ea"/>
              <a:cs typeface="+mn-ea"/>
              <a:sym typeface="+mn-ea"/>
            </a:endParaRPr>
          </a:p>
          <a:p>
            <a:pPr marL="342900" indent="-342900" latinLnBrk="0">
              <a:lnSpc>
                <a:spcPct val="150000"/>
              </a:lnSpc>
              <a:buFont typeface="Wingdings" pitchFamily="2" charset="2"/>
              <a:buChar char="q"/>
            </a:pPr>
            <a:r>
              <a:rPr lang="en-US" altLang="zh-CN" sz="2000" b="1" dirty="0">
                <a:latin typeface="+mn-ea"/>
                <a:cs typeface="+mn-ea"/>
                <a:sym typeface="+mn-ea"/>
              </a:rPr>
              <a:t>Dropout</a:t>
            </a:r>
            <a:r>
              <a:rPr lang="zh-CN" altLang="en-US" sz="2000" b="1" dirty="0">
                <a:latin typeface="+mn-ea"/>
                <a:cs typeface="+mn-ea"/>
                <a:sym typeface="+mn-ea"/>
              </a:rPr>
              <a:t>能够</a:t>
            </a:r>
            <a:r>
              <a:rPr lang="zh-CN" altLang="en-US" sz="2000" b="1" dirty="0">
                <a:solidFill>
                  <a:srgbClr val="C00000"/>
                </a:solidFill>
                <a:latin typeface="+mn-ea"/>
                <a:cs typeface="+mn-ea"/>
                <a:sym typeface="+mn-ea"/>
              </a:rPr>
              <a:t>减少神经元之间复杂的共适应（</a:t>
            </a:r>
            <a:r>
              <a:rPr lang="en-US" altLang="zh-CN" sz="2000" b="1" dirty="0">
                <a:solidFill>
                  <a:srgbClr val="C00000"/>
                </a:solidFill>
                <a:latin typeface="+mn-ea"/>
                <a:cs typeface="+mn-ea"/>
                <a:sym typeface="+mn-ea"/>
              </a:rPr>
              <a:t>co-adaptation</a:t>
            </a:r>
            <a:r>
              <a:rPr lang="zh-CN" altLang="en-US" sz="2000" b="1" dirty="0">
                <a:solidFill>
                  <a:srgbClr val="C00000"/>
                </a:solidFill>
                <a:latin typeface="+mn-ea"/>
                <a:cs typeface="+mn-ea"/>
                <a:sym typeface="+mn-ea"/>
              </a:rPr>
              <a:t>）关系</a:t>
            </a:r>
            <a:endParaRPr lang="en-US" altLang="zh-CN" sz="2000" dirty="0">
              <a:solidFill>
                <a:srgbClr val="C00000"/>
              </a:solidFill>
              <a:latin typeface="+mn-ea"/>
              <a:cs typeface="+mn-ea"/>
              <a:sym typeface="+mn-ea"/>
            </a:endParaRPr>
          </a:p>
          <a:p>
            <a:pPr latinLnBrk="0">
              <a:lnSpc>
                <a:spcPct val="150000"/>
              </a:lnSpc>
            </a:pPr>
            <a:r>
              <a:rPr lang="zh-CN" altLang="en-US" sz="2000" dirty="0">
                <a:latin typeface="+mn-ea"/>
                <a:cs typeface="+mn-ea"/>
                <a:sym typeface="+mn-ea"/>
              </a:rPr>
              <a:t>    </a:t>
            </a:r>
            <a:endParaRPr lang="zh-CN" sz="2000" dirty="0">
              <a:latin typeface="+mn-ea"/>
              <a:cs typeface="+mn-ea"/>
              <a:sym typeface="+mn-ea"/>
            </a:endParaRPr>
          </a:p>
        </p:txBody>
      </p:sp>
      <p:sp>
        <p:nvSpPr>
          <p:cNvPr id="8" name="文本框 1">
            <a:extLst>
              <a:ext uri="{FF2B5EF4-FFF2-40B4-BE49-F238E27FC236}">
                <a16:creationId xmlns:a16="http://schemas.microsoft.com/office/drawing/2014/main" id="{FE04B9DC-1567-7848-396B-B74C7B94260F}"/>
              </a:ext>
            </a:extLst>
          </p:cNvPr>
          <p:cNvSpPr txBox="1"/>
          <p:nvPr/>
        </p:nvSpPr>
        <p:spPr>
          <a:xfrm>
            <a:off x="1004570" y="4704846"/>
            <a:ext cx="11187430" cy="1422890"/>
          </a:xfrm>
          <a:prstGeom prst="rect">
            <a:avLst/>
          </a:prstGeom>
          <a:noFill/>
        </p:spPr>
        <p:txBody>
          <a:bodyPr wrap="square" rtlCol="0" anchor="t">
            <a:spAutoFit/>
          </a:bodyPr>
          <a:lstStyle/>
          <a:p>
            <a:pPr marL="342900" indent="-342900">
              <a:lnSpc>
                <a:spcPct val="150000"/>
              </a:lnSpc>
              <a:buFont typeface="Wingdings" pitchFamily="2" charset="2"/>
              <a:buChar char="v"/>
            </a:pPr>
            <a:r>
              <a:rPr lang="en-US" altLang="zh-CN" sz="2000" dirty="0">
                <a:latin typeface="+mn-ea"/>
                <a:cs typeface="+mn-ea"/>
                <a:sym typeface="+mn-ea"/>
              </a:rPr>
              <a:t>Dropout</a:t>
            </a:r>
            <a:r>
              <a:rPr lang="zh-CN" altLang="en-US" sz="2000" dirty="0">
                <a:latin typeface="+mn-ea"/>
                <a:cs typeface="+mn-ea"/>
                <a:sym typeface="+mn-ea"/>
              </a:rPr>
              <a:t>每次丢弃的神经元呈随机选择的，网络权值的更新不会依赖于隐节点之间的固定关系即网络中每个神经元不会对另一个特定神经元的激活非常敏感，这使得网络能够学习到一些更加泛化的特征。</a:t>
            </a:r>
            <a:endParaRPr lang="en-US" altLang="zh-CN" sz="2000" dirty="0">
              <a:latin typeface="+mn-ea"/>
              <a:cs typeface="+mn-ea"/>
              <a:sym typeface="+mn-ea"/>
            </a:endParaRPr>
          </a:p>
        </p:txBody>
      </p:sp>
      <p:sp>
        <p:nvSpPr>
          <p:cNvPr id="2" name="灯片编号占位符 1"/>
          <p:cNvSpPr>
            <a:spLocks noGrp="1"/>
          </p:cNvSpPr>
          <p:nvPr>
            <p:ph type="sldNum" sz="quarter" idx="14"/>
          </p:nvPr>
        </p:nvSpPr>
        <p:spPr/>
        <p:txBody>
          <a:bodyPr/>
          <a:lstStyle/>
          <a:p>
            <a:fld id="{AF69888C-E133-43D9-A638-B5C95925B91C}" type="slidenum">
              <a:rPr lang="zh-CN" altLang="en-US" smtClean="0"/>
              <a:t>15</a:t>
            </a:fld>
            <a:endParaRPr lang="zh-CN" altLang="en-US" dirty="0"/>
          </a:p>
        </p:txBody>
      </p:sp>
    </p:spTree>
    <p:extLst>
      <p:ext uri="{BB962C8B-B14F-4D97-AF65-F5344CB8AC3E}">
        <p14:creationId xmlns:p14="http://schemas.microsoft.com/office/powerpoint/2010/main" val="1453543892"/>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4000" b="1" dirty="0"/>
              <a:t>Dropout</a:t>
            </a:r>
            <a:r>
              <a:rPr lang="zh-CN" altLang="en-US" sz="4000" b="1" dirty="0"/>
              <a:t>正则化</a:t>
            </a:r>
          </a:p>
        </p:txBody>
      </p:sp>
      <p:sp>
        <p:nvSpPr>
          <p:cNvPr id="4" name="內容版面配置區 2">
            <a:extLst>
              <a:ext uri="{FF2B5EF4-FFF2-40B4-BE49-F238E27FC236}">
                <a16:creationId xmlns:a16="http://schemas.microsoft.com/office/drawing/2014/main" id="{0A811DF7-92BA-B32D-546C-AEA1E07059AB}"/>
              </a:ext>
            </a:extLst>
          </p:cNvPr>
          <p:cNvSpPr txBox="1">
            <a:spLocks/>
          </p:cNvSpPr>
          <p:nvPr/>
        </p:nvSpPr>
        <p:spPr>
          <a:xfrm>
            <a:off x="1394253" y="1108361"/>
            <a:ext cx="10374960" cy="5012096"/>
          </a:xfr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2" indent="-342900">
              <a:spcBef>
                <a:spcPts val="1000"/>
              </a:spcBef>
              <a:buFont typeface="Wingdings" pitchFamily="2" charset="2"/>
              <a:buChar char="Ø"/>
            </a:pPr>
            <a:r>
              <a:rPr lang="zh-TW" altLang="en-US" sz="2400" dirty="0"/>
              <a:t>关于</a:t>
            </a:r>
            <a:r>
              <a:rPr lang="en-US" altLang="zh-TW" sz="2400" dirty="0"/>
              <a:t>dropout</a:t>
            </a:r>
            <a:r>
              <a:rPr lang="zh-TW" altLang="en-US" sz="2400" dirty="0"/>
              <a:t>的其他参考文献</a:t>
            </a:r>
            <a:r>
              <a:rPr lang="en-US" altLang="zh-TW" sz="2400" dirty="0"/>
              <a:t> </a:t>
            </a:r>
            <a:r>
              <a:rPr lang="en-US" altLang="zh-TW" sz="1800" dirty="0">
                <a:solidFill>
                  <a:srgbClr val="0000FF"/>
                </a:solidFill>
              </a:rPr>
              <a:t>[Nitish Srivastava, JMLR’14] [Pierre </a:t>
            </a:r>
            <a:r>
              <a:rPr lang="en-US" altLang="zh-TW" sz="1800" dirty="0" err="1">
                <a:solidFill>
                  <a:srgbClr val="0000FF"/>
                </a:solidFill>
              </a:rPr>
              <a:t>Baldi</a:t>
            </a:r>
            <a:r>
              <a:rPr lang="en-US" altLang="zh-TW" sz="1800" dirty="0">
                <a:solidFill>
                  <a:srgbClr val="0000FF"/>
                </a:solidFill>
              </a:rPr>
              <a:t>, NIPS’13][Geoffrey E. Hinton, arXiv’12]</a:t>
            </a:r>
          </a:p>
          <a:p>
            <a:pPr marL="342900" lvl="2" indent="-342900">
              <a:spcBef>
                <a:spcPts val="1000"/>
              </a:spcBef>
              <a:buFont typeface="Wingdings" pitchFamily="2" charset="2"/>
              <a:buChar char="Ø"/>
            </a:pPr>
            <a:r>
              <a:rPr lang="en-US" altLang="zh-TW" sz="2400" dirty="0"/>
              <a:t>Dropout </a:t>
            </a:r>
            <a:r>
              <a:rPr lang="zh-TW" altLang="en-US" sz="2400" dirty="0"/>
              <a:t>与激活函数</a:t>
            </a:r>
            <a:r>
              <a:rPr lang="zh-CN" altLang="en-US" sz="2400" dirty="0"/>
              <a:t> </a:t>
            </a:r>
            <a:r>
              <a:rPr lang="en-US" altLang="zh-TW" sz="2400" dirty="0" err="1"/>
              <a:t>Maxout</a:t>
            </a:r>
            <a:r>
              <a:rPr lang="zh-CN" altLang="en-US" sz="2400" dirty="0"/>
              <a:t> 一块使用效果更好</a:t>
            </a:r>
            <a:r>
              <a:rPr lang="en-US" altLang="zh-TW" sz="2400" dirty="0"/>
              <a:t> </a:t>
            </a:r>
            <a:r>
              <a:rPr lang="en-US" altLang="zh-TW" sz="1800" dirty="0">
                <a:solidFill>
                  <a:srgbClr val="0000FF"/>
                </a:solidFill>
              </a:rPr>
              <a:t>[Ian J. Goodfellow, ICML’13]</a:t>
            </a:r>
          </a:p>
          <a:p>
            <a:pPr marL="342900" lvl="2" indent="-342900">
              <a:spcBef>
                <a:spcPts val="1000"/>
              </a:spcBef>
              <a:buFont typeface="Wingdings" pitchFamily="2" charset="2"/>
              <a:buChar char="Ø"/>
            </a:pPr>
            <a:r>
              <a:rPr lang="en-US" altLang="zh-TW" sz="2400" dirty="0" err="1">
                <a:solidFill>
                  <a:srgbClr val="FF0000"/>
                </a:solidFill>
              </a:rPr>
              <a:t>Dropconnect</a:t>
            </a:r>
            <a:r>
              <a:rPr lang="en-US" altLang="zh-TW" sz="2400" dirty="0"/>
              <a:t> </a:t>
            </a:r>
            <a:r>
              <a:rPr lang="en-US" altLang="zh-TW" sz="1800" dirty="0">
                <a:solidFill>
                  <a:srgbClr val="0000FF"/>
                </a:solidFill>
              </a:rPr>
              <a:t>[Li Wan, </a:t>
            </a:r>
            <a:r>
              <a:rPr lang="en-US" altLang="zh-TW" sz="1800" i="1" dirty="0">
                <a:solidFill>
                  <a:srgbClr val="0000FF"/>
                </a:solidFill>
              </a:rPr>
              <a:t>ICML’13</a:t>
            </a:r>
            <a:r>
              <a:rPr lang="en-US" altLang="zh-TW" sz="1800" dirty="0">
                <a:solidFill>
                  <a:srgbClr val="0000FF"/>
                </a:solidFill>
              </a:rPr>
              <a:t>]</a:t>
            </a:r>
          </a:p>
          <a:p>
            <a:pPr marL="685800" lvl="3">
              <a:spcBef>
                <a:spcPts val="1000"/>
              </a:spcBef>
            </a:pPr>
            <a:r>
              <a:rPr lang="en-US" altLang="zh-TW" sz="2200" dirty="0"/>
              <a:t>Dropout </a:t>
            </a:r>
            <a:r>
              <a:rPr lang="zh-TW" altLang="en-US" sz="2200" dirty="0"/>
              <a:t>随机删除神经元</a:t>
            </a:r>
            <a:endParaRPr lang="en-US" altLang="zh-TW" sz="2200" dirty="0"/>
          </a:p>
          <a:p>
            <a:pPr marL="685800" lvl="3">
              <a:spcBef>
                <a:spcPts val="1000"/>
              </a:spcBef>
            </a:pPr>
            <a:r>
              <a:rPr lang="en-US" altLang="zh-TW" sz="2200" dirty="0" err="1"/>
              <a:t>Dropconnect</a:t>
            </a:r>
            <a:r>
              <a:rPr lang="zh-CN" altLang="en-US" sz="2200" dirty="0"/>
              <a:t> </a:t>
            </a:r>
            <a:r>
              <a:rPr lang="zh-TW" altLang="en-US" sz="2200" dirty="0"/>
              <a:t>随机删除神经元之间的连接</a:t>
            </a:r>
            <a:endParaRPr lang="en-US" altLang="zh-TW" sz="2200" dirty="0"/>
          </a:p>
          <a:p>
            <a:pPr marL="342900" lvl="2" indent="-342900">
              <a:spcBef>
                <a:spcPts val="1000"/>
              </a:spcBef>
              <a:buFont typeface="Wingdings" pitchFamily="2" charset="2"/>
              <a:buChar char="Ø"/>
            </a:pPr>
            <a:r>
              <a:rPr lang="en-US" altLang="zh-TW" sz="2400" dirty="0"/>
              <a:t>Annealed dropout </a:t>
            </a:r>
            <a:r>
              <a:rPr lang="en-US" altLang="zh-TW" sz="1800" dirty="0">
                <a:solidFill>
                  <a:srgbClr val="0000FF"/>
                </a:solidFill>
              </a:rPr>
              <a:t>[S.J. Rennie, SLT’14]</a:t>
            </a:r>
          </a:p>
          <a:p>
            <a:pPr marL="685800" lvl="3">
              <a:spcBef>
                <a:spcPts val="1000"/>
              </a:spcBef>
            </a:pPr>
            <a:r>
              <a:rPr lang="zh-TW" altLang="en-US" sz="2200" dirty="0"/>
              <a:t>随着迭代次数的增加</a:t>
            </a:r>
            <a:r>
              <a:rPr lang="zh-CN" altLang="en-US" sz="2200" dirty="0"/>
              <a:t>，失活的概率减小</a:t>
            </a:r>
            <a:endParaRPr lang="en-US" altLang="zh-TW" sz="2200" dirty="0"/>
          </a:p>
          <a:p>
            <a:pPr marL="342900" lvl="2" indent="-342900">
              <a:spcBef>
                <a:spcPts val="1000"/>
              </a:spcBef>
              <a:buFont typeface="Wingdings" pitchFamily="2" charset="2"/>
              <a:buChar char="Ø"/>
            </a:pPr>
            <a:r>
              <a:rPr lang="en-US" altLang="zh-TW" sz="2400" dirty="0"/>
              <a:t>Standout </a:t>
            </a:r>
            <a:r>
              <a:rPr lang="en-US" altLang="zh-TW" sz="1800" dirty="0">
                <a:solidFill>
                  <a:srgbClr val="0000FF"/>
                </a:solidFill>
              </a:rPr>
              <a:t>[J. Ba, NISP’13]</a:t>
            </a:r>
          </a:p>
          <a:p>
            <a:pPr marL="685800" lvl="3">
              <a:spcBef>
                <a:spcPts val="1000"/>
              </a:spcBef>
            </a:pPr>
            <a:r>
              <a:rPr lang="zh-TW" altLang="en-US" sz="2200" dirty="0"/>
              <a:t>每个神经元的失活概率不一样</a:t>
            </a:r>
            <a:endParaRPr lang="en-US" altLang="zh-TW" sz="2200" dirty="0"/>
          </a:p>
          <a:p>
            <a:pPr marL="342900" lvl="2" indent="-342900">
              <a:spcBef>
                <a:spcPts val="1000"/>
              </a:spcBef>
              <a:buFont typeface="Wingdings" pitchFamily="2" charset="2"/>
              <a:buChar char="Ø"/>
            </a:pPr>
            <a:r>
              <a:rPr lang="en" altLang="zh-CN" sz="2400" dirty="0"/>
              <a:t>Transformer </a:t>
            </a:r>
            <a:r>
              <a:rPr lang="zh-CN" altLang="en-US" sz="2400" dirty="0"/>
              <a:t>中 </a:t>
            </a:r>
            <a:r>
              <a:rPr lang="en" altLang="zh-CN" sz="2400" dirty="0"/>
              <a:t>dropout </a:t>
            </a:r>
            <a:r>
              <a:rPr lang="zh-CN" altLang="en-US" sz="2400" dirty="0"/>
              <a:t>大量使用（</a:t>
            </a:r>
            <a:r>
              <a:rPr lang="en" altLang="zh-CN" sz="2400" dirty="0"/>
              <a:t>attention dropout</a:t>
            </a:r>
            <a:r>
              <a:rPr lang="zh-CN" altLang="en" sz="2400" dirty="0"/>
              <a:t>、</a:t>
            </a:r>
            <a:r>
              <a:rPr lang="en" altLang="zh-CN" sz="2400" dirty="0"/>
              <a:t>residual dropout</a:t>
            </a:r>
            <a:r>
              <a:rPr lang="zh-CN" altLang="en" sz="2400" dirty="0"/>
              <a:t>）</a:t>
            </a:r>
            <a:endParaRPr lang="en-US" altLang="zh-TW" sz="2200" dirty="0"/>
          </a:p>
        </p:txBody>
      </p:sp>
      <p:sp>
        <p:nvSpPr>
          <p:cNvPr id="2" name="灯片编号占位符 1"/>
          <p:cNvSpPr>
            <a:spLocks noGrp="1"/>
          </p:cNvSpPr>
          <p:nvPr>
            <p:ph type="sldNum" sz="quarter" idx="14"/>
          </p:nvPr>
        </p:nvSpPr>
        <p:spPr/>
        <p:txBody>
          <a:bodyPr/>
          <a:lstStyle/>
          <a:p>
            <a:fld id="{AF69888C-E133-43D9-A638-B5C95925B91C}" type="slidenum">
              <a:rPr lang="zh-CN" altLang="en-US" smtClean="0"/>
              <a:t>16</a:t>
            </a:fld>
            <a:endParaRPr lang="zh-CN" altLang="en-US" dirty="0"/>
          </a:p>
        </p:txBody>
      </p:sp>
    </p:spTree>
    <p:extLst>
      <p:ext uri="{BB962C8B-B14F-4D97-AF65-F5344CB8AC3E}">
        <p14:creationId xmlns:p14="http://schemas.microsoft.com/office/powerpoint/2010/main" val="3519157598"/>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E5977E4-3C68-B571-7792-1305A1D05262}"/>
              </a:ext>
            </a:extLst>
          </p:cNvPr>
          <p:cNvSpPr txBox="1">
            <a:spLocks noGrp="1"/>
          </p:cNvSpPr>
          <p:nvPr>
            <p:ph type="body" sz="quarter" idx="12"/>
          </p:nvPr>
        </p:nvSpPr>
        <p:spPr>
          <a:xfrm>
            <a:off x="566738" y="265113"/>
            <a:ext cx="4837112" cy="427037"/>
          </a:xfrm>
          <a:prstGeom prst="rect">
            <a:avLst/>
          </a:prstGeom>
          <a:noFill/>
        </p:spPr>
        <p:txBody>
          <a:bodyPr wrap="square">
            <a:spAutoFit/>
          </a:bodyPr>
          <a:lstStyle/>
          <a:p>
            <a:r>
              <a:rPr lang="zh-CN" altLang="en-US" sz="4000" b="1" dirty="0"/>
              <a:t>批标准化</a:t>
            </a:r>
          </a:p>
        </p:txBody>
      </p:sp>
      <p:sp>
        <p:nvSpPr>
          <p:cNvPr id="4" name="文本框 3">
            <a:extLst>
              <a:ext uri="{FF2B5EF4-FFF2-40B4-BE49-F238E27FC236}">
                <a16:creationId xmlns:a16="http://schemas.microsoft.com/office/drawing/2014/main" id="{CCAA8365-3D77-E33F-F8F2-0CFE5948F025}"/>
              </a:ext>
            </a:extLst>
          </p:cNvPr>
          <p:cNvSpPr txBox="1"/>
          <p:nvPr/>
        </p:nvSpPr>
        <p:spPr>
          <a:xfrm>
            <a:off x="2914539" y="2916599"/>
            <a:ext cx="1531475" cy="424732"/>
          </a:xfrm>
          <a:prstGeom prst="rect">
            <a:avLst/>
          </a:prstGeom>
          <a:noFill/>
          <a:ln>
            <a:noFill/>
          </a:ln>
        </p:spPr>
        <p:txBody>
          <a:bodyPr wrap="square" rtlCol="0">
            <a:spAutoFit/>
          </a:bodyPr>
          <a:lstStyle/>
          <a:p>
            <a:pPr defTabSz="685800">
              <a:lnSpc>
                <a:spcPct val="90000"/>
              </a:lnSpc>
              <a:spcBef>
                <a:spcPts val="750"/>
              </a:spcBef>
            </a:pPr>
            <a:r>
              <a:rPr lang="zh-CN" altLang="en-CN" sz="2400" dirty="0">
                <a:latin typeface="微软雅黑" panose="020B0503020204020204" pitchFamily="34" charset="-122"/>
                <a:ea typeface="微软雅黑" panose="020B0503020204020204" pitchFamily="34" charset="-122"/>
                <a:cs typeface="微软雅黑" panose="020B0503020204020204" pitchFamily="34" charset="-122"/>
              </a:rPr>
              <a:t>零均值化</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a:extLst>
              <a:ext uri="{FF2B5EF4-FFF2-40B4-BE49-F238E27FC236}">
                <a16:creationId xmlns:a16="http://schemas.microsoft.com/office/drawing/2014/main" id="{A25E5BC4-19E5-AD20-8E17-A9606674B3C9}"/>
              </a:ext>
            </a:extLst>
          </p:cNvPr>
          <p:cNvPicPr>
            <a:picLocks noChangeAspect="1"/>
          </p:cNvPicPr>
          <p:nvPr/>
        </p:nvPicPr>
        <p:blipFill rotWithShape="1">
          <a:blip r:embed="rId2"/>
          <a:srcRect t="27752"/>
          <a:stretch/>
        </p:blipFill>
        <p:spPr>
          <a:xfrm>
            <a:off x="6399118" y="4216027"/>
            <a:ext cx="3769169" cy="2023739"/>
          </a:xfrm>
          <a:prstGeom prst="rect">
            <a:avLst/>
          </a:prstGeom>
        </p:spPr>
      </p:pic>
      <p:pic>
        <p:nvPicPr>
          <p:cNvPr id="6" name="Picture 4">
            <a:extLst>
              <a:ext uri="{FF2B5EF4-FFF2-40B4-BE49-F238E27FC236}">
                <a16:creationId xmlns:a16="http://schemas.microsoft.com/office/drawing/2014/main" id="{F266AF8D-B575-E356-6387-A4F4D9EEB843}"/>
              </a:ext>
            </a:extLst>
          </p:cNvPr>
          <p:cNvPicPr>
            <a:picLocks noChangeAspect="1"/>
          </p:cNvPicPr>
          <p:nvPr/>
        </p:nvPicPr>
        <p:blipFill rotWithShape="1">
          <a:blip r:embed="rId3"/>
          <a:srcRect r="6844"/>
          <a:stretch/>
        </p:blipFill>
        <p:spPr>
          <a:xfrm>
            <a:off x="15521" y="1979615"/>
            <a:ext cx="2993201" cy="2298700"/>
          </a:xfrm>
          <a:prstGeom prst="rect">
            <a:avLst/>
          </a:prstGeom>
        </p:spPr>
      </p:pic>
      <p:pic>
        <p:nvPicPr>
          <p:cNvPr id="7" name="Picture 5">
            <a:extLst>
              <a:ext uri="{FF2B5EF4-FFF2-40B4-BE49-F238E27FC236}">
                <a16:creationId xmlns:a16="http://schemas.microsoft.com/office/drawing/2014/main" id="{B8F1683B-1FDC-DA98-7D99-E77516473524}"/>
              </a:ext>
            </a:extLst>
          </p:cNvPr>
          <p:cNvPicPr>
            <a:picLocks noChangeAspect="1"/>
          </p:cNvPicPr>
          <p:nvPr/>
        </p:nvPicPr>
        <p:blipFill rotWithShape="1">
          <a:blip r:embed="rId4"/>
          <a:srcRect l="5262" r="4656"/>
          <a:stretch/>
        </p:blipFill>
        <p:spPr>
          <a:xfrm>
            <a:off x="4471334" y="2135181"/>
            <a:ext cx="3157538" cy="2019300"/>
          </a:xfrm>
          <a:prstGeom prst="rect">
            <a:avLst/>
          </a:prstGeom>
        </p:spPr>
      </p:pic>
      <p:cxnSp>
        <p:nvCxnSpPr>
          <p:cNvPr id="8" name="Straight Arrow Connector 8">
            <a:extLst>
              <a:ext uri="{FF2B5EF4-FFF2-40B4-BE49-F238E27FC236}">
                <a16:creationId xmlns:a16="http://schemas.microsoft.com/office/drawing/2014/main" id="{884E68B1-FA08-9F31-0834-70A9B1D88AE1}"/>
              </a:ext>
            </a:extLst>
          </p:cNvPr>
          <p:cNvCxnSpPr>
            <a:cxnSpLocks/>
          </p:cNvCxnSpPr>
          <p:nvPr/>
        </p:nvCxnSpPr>
        <p:spPr>
          <a:xfrm flipV="1">
            <a:off x="2993201" y="3343437"/>
            <a:ext cx="1478133" cy="1863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11">
                <a:extLst>
                  <a:ext uri="{FF2B5EF4-FFF2-40B4-BE49-F238E27FC236}">
                    <a16:creationId xmlns:a16="http://schemas.microsoft.com/office/drawing/2014/main" id="{A118AD9E-994E-59C4-A7AC-6774276BA36A}"/>
                  </a:ext>
                </a:extLst>
              </p:cNvPr>
              <p:cNvSpPr txBox="1"/>
              <p:nvPr/>
            </p:nvSpPr>
            <p:spPr>
              <a:xfrm>
                <a:off x="2611124" y="5482881"/>
                <a:ext cx="2314095" cy="448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sz="2800" i="1" dirty="0" smtClean="0">
                              <a:latin typeface="Cambria Math" panose="02040503050406030204" pitchFamily="18" charset="0"/>
                              <a:ea typeface="Cambria Math" panose="02040503050406030204" pitchFamily="18" charset="0"/>
                            </a:rPr>
                          </m:ctrlPr>
                        </m:sSupPr>
                        <m:e>
                          <m:r>
                            <a:rPr lang="en-US" sz="2800" b="0" i="1" dirty="0" smtClean="0">
                              <a:latin typeface="Cambria Math" panose="02040503050406030204" pitchFamily="18" charset="0"/>
                              <a:ea typeface="Cambria Math" panose="02040503050406030204" pitchFamily="18" charset="0"/>
                            </a:rPr>
                            <m:t>𝑧</m:t>
                          </m:r>
                        </m:e>
                        <m:sup>
                          <m:r>
                            <a:rPr lang="en-US" sz="2800" b="0" i="1" dirty="0" smtClean="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𝑖</m:t>
                          </m:r>
                          <m:r>
                            <a:rPr lang="en-US" sz="2800" b="0" i="1" dirty="0" smtClean="0">
                              <a:latin typeface="Cambria Math" panose="02040503050406030204" pitchFamily="18" charset="0"/>
                              <a:ea typeface="Cambria Math" panose="02040503050406030204" pitchFamily="18" charset="0"/>
                            </a:rPr>
                            <m:t>)</m:t>
                          </m:r>
                        </m:sup>
                      </m:sSup>
                      <m:r>
                        <a:rPr lang="en-US" sz="2800" b="0" i="1" smtClean="0">
                          <a:latin typeface="Cambria Math" panose="02040503050406030204" pitchFamily="18" charset="0"/>
                        </a:rPr>
                        <m:t>≔</m:t>
                      </m:r>
                      <m:sSup>
                        <m:sSupPr>
                          <m:ctrlPr>
                            <a:rPr lang="en-US" sz="2800" i="1" dirty="0">
                              <a:latin typeface="Cambria Math" panose="02040503050406030204" pitchFamily="18" charset="0"/>
                              <a:ea typeface="Cambria Math" panose="02040503050406030204" pitchFamily="18" charset="0"/>
                            </a:rPr>
                          </m:ctrlPr>
                        </m:sSupPr>
                        <m:e>
                          <m:r>
                            <a:rPr lang="en-US" sz="2800" i="1" dirty="0">
                              <a:latin typeface="Cambria Math" panose="02040503050406030204" pitchFamily="18" charset="0"/>
                              <a:ea typeface="Cambria Math" panose="02040503050406030204" pitchFamily="18" charset="0"/>
                            </a:rPr>
                            <m:t>𝑧</m:t>
                          </m:r>
                        </m:e>
                        <m:sup>
                          <m:r>
                            <a:rPr lang="en-US" sz="2800" i="1" dirty="0">
                              <a:latin typeface="Cambria Math" panose="02040503050406030204" pitchFamily="18" charset="0"/>
                              <a:ea typeface="Cambria Math" panose="02040503050406030204" pitchFamily="18" charset="0"/>
                            </a:rPr>
                            <m:t>(</m:t>
                          </m:r>
                          <m:r>
                            <a:rPr lang="en-US" sz="2800" i="1" dirty="0">
                              <a:latin typeface="Cambria Math" panose="02040503050406030204" pitchFamily="18" charset="0"/>
                              <a:ea typeface="Cambria Math" panose="02040503050406030204" pitchFamily="18" charset="0"/>
                            </a:rPr>
                            <m:t>𝑖</m:t>
                          </m:r>
                          <m:r>
                            <a:rPr lang="en-US" sz="2800" i="1" dirty="0">
                              <a:latin typeface="Cambria Math" panose="02040503050406030204" pitchFamily="18" charset="0"/>
                              <a:ea typeface="Cambria Math" panose="02040503050406030204" pitchFamily="18" charset="0"/>
                            </a:rPr>
                            <m:t>)</m:t>
                          </m:r>
                        </m:sup>
                      </m:sSup>
                      <m:r>
                        <a:rPr lang="en-US" sz="2800" b="0" i="1" smtClean="0">
                          <a:latin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𝜇</m:t>
                      </m:r>
                    </m:oMath>
                  </m:oMathPara>
                </a14:m>
                <a:endParaRPr lang="en-CN" sz="2800" dirty="0"/>
              </a:p>
            </p:txBody>
          </p:sp>
        </mc:Choice>
        <mc:Fallback xmlns="">
          <p:sp>
            <p:nvSpPr>
              <p:cNvPr id="9" name="TextBox 11">
                <a:extLst>
                  <a:ext uri="{FF2B5EF4-FFF2-40B4-BE49-F238E27FC236}">
                    <a16:creationId xmlns:a16="http://schemas.microsoft.com/office/drawing/2014/main" id="{A118AD9E-994E-59C4-A7AC-6774276BA36A}"/>
                  </a:ext>
                </a:extLst>
              </p:cNvPr>
              <p:cNvSpPr txBox="1">
                <a:spLocks noRot="1" noChangeAspect="1" noMove="1" noResize="1" noEditPoints="1" noAdjustHandles="1" noChangeArrowheads="1" noChangeShapeType="1" noTextEdit="1"/>
              </p:cNvSpPr>
              <p:nvPr/>
            </p:nvSpPr>
            <p:spPr>
              <a:xfrm>
                <a:off x="2611124" y="5482881"/>
                <a:ext cx="2314095" cy="448777"/>
              </a:xfrm>
              <a:prstGeom prst="rect">
                <a:avLst/>
              </a:prstGeom>
              <a:blipFill>
                <a:blip r:embed="rId5"/>
                <a:stretch>
                  <a:fillRect/>
                </a:stretch>
              </a:blipFill>
            </p:spPr>
            <p:txBody>
              <a:bodyPr/>
              <a:lstStyle/>
              <a:p>
                <a:r>
                  <a:rPr lang="zh-CN" altLang="en-US">
                    <a:noFill/>
                  </a:rPr>
                  <a:t> </a:t>
                </a:r>
              </a:p>
            </p:txBody>
          </p:sp>
        </mc:Fallback>
      </mc:AlternateContent>
      <p:sp>
        <p:nvSpPr>
          <p:cNvPr id="10" name="文本框 7">
            <a:extLst>
              <a:ext uri="{FF2B5EF4-FFF2-40B4-BE49-F238E27FC236}">
                <a16:creationId xmlns:a16="http://schemas.microsoft.com/office/drawing/2014/main" id="{1791BE21-5B50-AC6E-E3B8-E0BBBCA526C9}"/>
              </a:ext>
            </a:extLst>
          </p:cNvPr>
          <p:cNvSpPr txBox="1"/>
          <p:nvPr/>
        </p:nvSpPr>
        <p:spPr>
          <a:xfrm>
            <a:off x="7708860" y="2983511"/>
            <a:ext cx="1227057" cy="757130"/>
          </a:xfrm>
          <a:prstGeom prst="rect">
            <a:avLst/>
          </a:prstGeom>
          <a:noFill/>
          <a:ln>
            <a:noFill/>
          </a:ln>
        </p:spPr>
        <p:txBody>
          <a:bodyPr wrap="square" rtlCol="0">
            <a:spAutoFit/>
          </a:bodyPr>
          <a:lstStyle/>
          <a:p>
            <a:pPr defTabSz="685800">
              <a:lnSpc>
                <a:spcPct val="90000"/>
              </a:lnSpc>
              <a:spcBef>
                <a:spcPts val="75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归一化方差</a:t>
            </a:r>
          </a:p>
        </p:txBody>
      </p:sp>
      <p:cxnSp>
        <p:nvCxnSpPr>
          <p:cNvPr id="11" name="Straight Arrow Connector 14">
            <a:extLst>
              <a:ext uri="{FF2B5EF4-FFF2-40B4-BE49-F238E27FC236}">
                <a16:creationId xmlns:a16="http://schemas.microsoft.com/office/drawing/2014/main" id="{D608CFBF-AE7B-9FF5-B8CD-74EE8D5D7B6F}"/>
              </a:ext>
            </a:extLst>
          </p:cNvPr>
          <p:cNvCxnSpPr>
            <a:cxnSpLocks/>
          </p:cNvCxnSpPr>
          <p:nvPr/>
        </p:nvCxnSpPr>
        <p:spPr>
          <a:xfrm>
            <a:off x="7696138" y="3353197"/>
            <a:ext cx="1175131"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12" name="Picture 17">
            <a:extLst>
              <a:ext uri="{FF2B5EF4-FFF2-40B4-BE49-F238E27FC236}">
                <a16:creationId xmlns:a16="http://schemas.microsoft.com/office/drawing/2014/main" id="{A4D7DB49-E2F1-D4B4-18DD-41852A827E23}"/>
              </a:ext>
            </a:extLst>
          </p:cNvPr>
          <p:cNvPicPr>
            <a:picLocks noChangeAspect="1"/>
          </p:cNvPicPr>
          <p:nvPr/>
        </p:nvPicPr>
        <p:blipFill rotWithShape="1">
          <a:blip r:embed="rId6"/>
          <a:srcRect r="-176"/>
          <a:stretch/>
        </p:blipFill>
        <p:spPr>
          <a:xfrm>
            <a:off x="8883990" y="2160581"/>
            <a:ext cx="3282359" cy="1968500"/>
          </a:xfrm>
          <a:prstGeom prst="rect">
            <a:avLst/>
          </a:prstGeom>
        </p:spPr>
      </p:pic>
      <p:pic>
        <p:nvPicPr>
          <p:cNvPr id="13" name="Picture 19">
            <a:extLst>
              <a:ext uri="{FF2B5EF4-FFF2-40B4-BE49-F238E27FC236}">
                <a16:creationId xmlns:a16="http://schemas.microsoft.com/office/drawing/2014/main" id="{D9342DFB-3A9D-ABB0-6DB4-4EF7A120710C}"/>
              </a:ext>
            </a:extLst>
          </p:cNvPr>
          <p:cNvPicPr>
            <a:picLocks noChangeAspect="1"/>
          </p:cNvPicPr>
          <p:nvPr/>
        </p:nvPicPr>
        <p:blipFill>
          <a:blip r:embed="rId7"/>
          <a:stretch>
            <a:fillRect/>
          </a:stretch>
        </p:blipFill>
        <p:spPr>
          <a:xfrm>
            <a:off x="2646451" y="4690476"/>
            <a:ext cx="2260600" cy="508000"/>
          </a:xfrm>
          <a:prstGeom prst="rect">
            <a:avLst/>
          </a:prstGeom>
        </p:spPr>
      </p:pic>
      <mc:AlternateContent xmlns:mc="http://schemas.openxmlformats.org/markup-compatibility/2006" xmlns:a14="http://schemas.microsoft.com/office/drawing/2010/main">
        <mc:Choice Requires="a14">
          <p:sp>
            <p:nvSpPr>
              <p:cNvPr id="14" name="文本框 1">
                <a:extLst>
                  <a:ext uri="{FF2B5EF4-FFF2-40B4-BE49-F238E27FC236}">
                    <a16:creationId xmlns:a16="http://schemas.microsoft.com/office/drawing/2014/main" id="{8E47F426-5568-A7F6-DAC4-5FDA50B383EA}"/>
                  </a:ext>
                </a:extLst>
              </p:cNvPr>
              <p:cNvSpPr txBox="1"/>
              <p:nvPr/>
            </p:nvSpPr>
            <p:spPr>
              <a:xfrm>
                <a:off x="618872" y="692150"/>
                <a:ext cx="11217592" cy="1135054"/>
              </a:xfrm>
              <a:prstGeom prst="rect">
                <a:avLst/>
              </a:prstGeom>
              <a:noFill/>
            </p:spPr>
            <p:txBody>
              <a:bodyPr wrap="square" rtlCol="0" anchor="t">
                <a:spAutoFit/>
              </a:bodyPr>
              <a:lstStyle/>
              <a:p>
                <a:pPr marL="342900" indent="-342900" fontAlgn="auto">
                  <a:lnSpc>
                    <a:spcPct val="150000"/>
                  </a:lnSpc>
                  <a:buFont typeface="Wingdings" pitchFamily="2" charset="2"/>
                  <a:buChar char="Ø"/>
                </a:pPr>
                <a:r>
                  <a:rPr lang="en-US" altLang="zh-CN" sz="2400" dirty="0"/>
                  <a:t> </a:t>
                </a:r>
                <a:r>
                  <a:rPr lang="zh-CN" altLang="en-US" sz="2400" dirty="0"/>
                  <a:t>批标准</a:t>
                </a:r>
                <a:r>
                  <a:rPr lang="zh-CN" altLang="en-US" sz="2400" dirty="0">
                    <a:latin typeface="+mj-ea"/>
                    <a:ea typeface="+mj-ea"/>
                    <a:cs typeface="+mj-ea"/>
                  </a:rPr>
                  <a:t>化(BN层,Batch Normalization) 利用网络训练时一个 mini-batch 的数据来计算输入</a:t>
                </a:r>
                <a14:m>
                  <m:oMath xmlns:m="http://schemas.openxmlformats.org/officeDocument/2006/math">
                    <m:sSub>
                      <m:sSubPr>
                        <m:ctrlPr>
                          <a:rPr lang="en-US" altLang="zh-CN" sz="2400" i="1" dirty="0" smtClean="0">
                            <a:latin typeface="Cambria Math" panose="02040503050406030204" pitchFamily="18" charset="0"/>
                            <a:ea typeface="+mj-ea"/>
                            <a:cs typeface="+mj-ea"/>
                          </a:rPr>
                        </m:ctrlPr>
                      </m:sSubPr>
                      <m:e>
                        <m:r>
                          <a:rPr lang="en-US" altLang="zh-CN" sz="2400" b="0" i="1" dirty="0" smtClean="0">
                            <a:latin typeface="Cambria Math" panose="02040503050406030204" pitchFamily="18" charset="0"/>
                            <a:ea typeface="+mj-ea"/>
                            <a:cs typeface="+mj-ea"/>
                          </a:rPr>
                          <m:t>𝑥</m:t>
                        </m:r>
                      </m:e>
                      <m:sub>
                        <m:r>
                          <a:rPr lang="en-US" altLang="zh-CN" sz="2400" b="0" i="1" dirty="0" smtClean="0">
                            <a:latin typeface="Cambria Math" panose="02040503050406030204" pitchFamily="18" charset="0"/>
                            <a:ea typeface="+mj-ea"/>
                            <a:cs typeface="+mj-ea"/>
                          </a:rPr>
                          <m:t>𝑖</m:t>
                        </m:r>
                      </m:sub>
                    </m:sSub>
                  </m:oMath>
                </a14:m>
                <a:r>
                  <a:rPr lang="zh-CN" altLang="en-US" sz="2400" dirty="0">
                    <a:latin typeface="+mj-ea"/>
                    <a:ea typeface="+mj-ea"/>
                    <a:cs typeface="+mj-ea"/>
                  </a:rPr>
                  <a:t>的均值和方差,归一化后并重构</a:t>
                </a: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14" name="文本框 1">
                <a:extLst>
                  <a:ext uri="{FF2B5EF4-FFF2-40B4-BE49-F238E27FC236}">
                    <a16:creationId xmlns:a16="http://schemas.microsoft.com/office/drawing/2014/main" id="{8E47F426-5568-A7F6-DAC4-5FDA50B383EA}"/>
                  </a:ext>
                </a:extLst>
              </p:cNvPr>
              <p:cNvSpPr txBox="1">
                <a:spLocks noRot="1" noChangeAspect="1" noMove="1" noResize="1" noEditPoints="1" noAdjustHandles="1" noChangeArrowheads="1" noChangeShapeType="1" noTextEdit="1"/>
              </p:cNvSpPr>
              <p:nvPr/>
            </p:nvSpPr>
            <p:spPr>
              <a:xfrm>
                <a:off x="618872" y="692150"/>
                <a:ext cx="11217592" cy="1135054"/>
              </a:xfrm>
              <a:prstGeom prst="rect">
                <a:avLst/>
              </a:prstGeom>
              <a:blipFill>
                <a:blip r:embed="rId8"/>
                <a:stretch>
                  <a:fillRect l="-761" b="-11828"/>
                </a:stretch>
              </a:blipFill>
            </p:spPr>
            <p:txBody>
              <a:bodyPr/>
              <a:lstStyle/>
              <a:p>
                <a:r>
                  <a:rPr lang="zh-CN" altLang="en-US">
                    <a:noFill/>
                  </a:rPr>
                  <a:t> </a:t>
                </a:r>
              </a:p>
            </p:txBody>
          </p:sp>
        </mc:Fallback>
      </mc:AlternateContent>
      <p:sp>
        <p:nvSpPr>
          <p:cNvPr id="2" name="灯片编号占位符 1"/>
          <p:cNvSpPr>
            <a:spLocks noGrp="1"/>
          </p:cNvSpPr>
          <p:nvPr>
            <p:ph type="sldNum" sz="quarter" idx="14"/>
          </p:nvPr>
        </p:nvSpPr>
        <p:spPr/>
        <p:txBody>
          <a:bodyPr/>
          <a:lstStyle/>
          <a:p>
            <a:fld id="{AF69888C-E133-43D9-A638-B5C95925B91C}" type="slidenum">
              <a:rPr lang="zh-CN" altLang="en-US" smtClean="0"/>
              <a:t>17</a:t>
            </a:fld>
            <a:endParaRPr lang="zh-CN" altLang="en-US" dirty="0"/>
          </a:p>
        </p:txBody>
      </p:sp>
    </p:spTree>
    <p:extLst>
      <p:ext uri="{BB962C8B-B14F-4D97-AF65-F5344CB8AC3E}">
        <p14:creationId xmlns:p14="http://schemas.microsoft.com/office/powerpoint/2010/main" val="2273524045"/>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ipe(left)">
                                      <p:cBhvr>
                                        <p:cTn id="34" dur="500"/>
                                        <p:tgtEl>
                                          <p:spTgt spid="11"/>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6BFEEAA1-FA72-C2B3-467A-8B2280C8CC0D}"/>
              </a:ext>
            </a:extLst>
          </p:cNvPr>
          <p:cNvSpPr txBox="1"/>
          <p:nvPr/>
        </p:nvSpPr>
        <p:spPr>
          <a:xfrm>
            <a:off x="604531" y="108198"/>
            <a:ext cx="6096000" cy="707886"/>
          </a:xfrm>
          <a:prstGeom prst="rect">
            <a:avLst/>
          </a:prstGeom>
          <a:noFill/>
        </p:spPr>
        <p:txBody>
          <a:bodyPr wrap="square">
            <a:spAutoFit/>
          </a:bodyPr>
          <a:lstStyle/>
          <a:p>
            <a:r>
              <a:rPr lang="zh-CN" altLang="en-US" sz="4000" b="1" dirty="0"/>
              <a:t>批标准化</a:t>
            </a:r>
          </a:p>
        </p:txBody>
      </p:sp>
      <p:sp>
        <p:nvSpPr>
          <p:cNvPr id="2" name="文本框 1">
            <a:extLst>
              <a:ext uri="{FF2B5EF4-FFF2-40B4-BE49-F238E27FC236}">
                <a16:creationId xmlns:a16="http://schemas.microsoft.com/office/drawing/2014/main" id="{FB214DB9-4198-64C0-47B7-1FA91F6B8998}"/>
              </a:ext>
            </a:extLst>
          </p:cNvPr>
          <p:cNvSpPr txBox="1"/>
          <p:nvPr/>
        </p:nvSpPr>
        <p:spPr>
          <a:xfrm>
            <a:off x="604531" y="956985"/>
            <a:ext cx="11217592" cy="2243050"/>
          </a:xfrm>
          <a:prstGeom prst="rect">
            <a:avLst/>
          </a:prstGeom>
          <a:noFill/>
        </p:spPr>
        <p:txBody>
          <a:bodyPr wrap="square" rtlCol="0" anchor="t">
            <a:spAutoFit/>
          </a:bodyPr>
          <a:lstStyle/>
          <a:p>
            <a:pPr marL="342900" indent="-342900" fontAlgn="auto">
              <a:lnSpc>
                <a:spcPct val="150000"/>
              </a:lnSpc>
              <a:buFont typeface="Wingdings" pitchFamily="2" charset="2"/>
              <a:buChar char="Ø"/>
            </a:pPr>
            <a:r>
              <a:rPr lang="zh-CN" altLang="en-US" sz="2400" dirty="0">
                <a:solidFill>
                  <a:srgbClr val="0070C0"/>
                </a:solidFill>
              </a:rPr>
              <a:t>批标准</a:t>
            </a:r>
            <a:r>
              <a:rPr lang="zh-CN" altLang="en-US" sz="2400" dirty="0">
                <a:solidFill>
                  <a:srgbClr val="0070C0"/>
                </a:solidFill>
                <a:latin typeface="+mj-ea"/>
                <a:cs typeface="+mj-ea"/>
              </a:rPr>
              <a:t>化</a:t>
            </a:r>
            <a:r>
              <a:rPr lang="zh-CN" altLang="en-US" sz="2400" dirty="0">
                <a:latin typeface="+mj-ea"/>
                <a:cs typeface="+mj-ea"/>
              </a:rPr>
              <a:t>(BN层,Batch Normalization)是2015年提出的一种方法，在进行深度网络训练时，大多会采取这种算法，与全连接层一样，BN层也是属于网络中的一层。在每一层输入之前，将数据进行BN，然后再送入后续网络中进行学习</a:t>
            </a:r>
          </a:p>
          <a:p>
            <a:pPr marL="342900" indent="-342900" fontAlgn="auto">
              <a:lnSpc>
                <a:spcPct val="150000"/>
              </a:lnSpc>
              <a:buFont typeface="Wingdings" pitchFamily="2" charset="2"/>
              <a:buChar char="Ø"/>
            </a:pPr>
            <a:endPar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TextBox 15">
            <a:extLst>
              <a:ext uri="{FF2B5EF4-FFF2-40B4-BE49-F238E27FC236}">
                <a16:creationId xmlns:a16="http://schemas.microsoft.com/office/drawing/2014/main" id="{65FCE193-9420-BE85-32CC-86402F40BFF4}"/>
              </a:ext>
            </a:extLst>
          </p:cNvPr>
          <p:cNvSpPr txBox="1"/>
          <p:nvPr/>
        </p:nvSpPr>
        <p:spPr>
          <a:xfrm>
            <a:off x="604531" y="2675079"/>
            <a:ext cx="6100762" cy="580352"/>
          </a:xfrm>
          <a:prstGeom prst="rect">
            <a:avLst/>
          </a:prstGeom>
          <a:noFill/>
        </p:spPr>
        <p:txBody>
          <a:bodyPr wrap="square">
            <a:spAutoFit/>
          </a:bodyPr>
          <a:lstStyle/>
          <a:p>
            <a:pPr marL="342900" indent="-342900" fontAlgn="auto">
              <a:lnSpc>
                <a:spcPct val="150000"/>
              </a:lnSpc>
              <a:buFont typeface="Wingdings" pitchFamily="2" charset="2"/>
              <a:buChar char="Ø"/>
            </a:pPr>
            <a:r>
              <a:rPr lang="zh-CN" altLang="en-US" sz="2400" dirty="0"/>
              <a:t>为什么需要进行批标准化？</a:t>
            </a:r>
            <a:endParaRPr lang="en-US" altLang="zh-CN" sz="2400" dirty="0"/>
          </a:p>
        </p:txBody>
      </p:sp>
      <p:pic>
        <p:nvPicPr>
          <p:cNvPr id="5" name="Picture 6">
            <a:extLst>
              <a:ext uri="{FF2B5EF4-FFF2-40B4-BE49-F238E27FC236}">
                <a16:creationId xmlns:a16="http://schemas.microsoft.com/office/drawing/2014/main" id="{556685EC-E1EE-3C44-48C9-EC20E4EDC76F}"/>
              </a:ext>
            </a:extLst>
          </p:cNvPr>
          <p:cNvPicPr>
            <a:picLocks noChangeAspect="1"/>
          </p:cNvPicPr>
          <p:nvPr/>
        </p:nvPicPr>
        <p:blipFill>
          <a:blip r:embed="rId2"/>
          <a:stretch>
            <a:fillRect/>
          </a:stretch>
        </p:blipFill>
        <p:spPr>
          <a:xfrm>
            <a:off x="469404" y="3687231"/>
            <a:ext cx="3314700" cy="1803400"/>
          </a:xfrm>
          <a:prstGeom prst="rect">
            <a:avLst/>
          </a:prstGeom>
        </p:spPr>
      </p:pic>
      <p:sp>
        <p:nvSpPr>
          <p:cNvPr id="6" name="TextBox 16">
            <a:extLst>
              <a:ext uri="{FF2B5EF4-FFF2-40B4-BE49-F238E27FC236}">
                <a16:creationId xmlns:a16="http://schemas.microsoft.com/office/drawing/2014/main" id="{D8F8C4C0-61D4-98C7-1B5A-698CFD1F4C26}"/>
              </a:ext>
            </a:extLst>
          </p:cNvPr>
          <p:cNvSpPr txBox="1"/>
          <p:nvPr/>
        </p:nvSpPr>
        <p:spPr>
          <a:xfrm>
            <a:off x="755248" y="5469079"/>
            <a:ext cx="3068766" cy="580352"/>
          </a:xfrm>
          <a:prstGeom prst="rect">
            <a:avLst/>
          </a:prstGeom>
          <a:noFill/>
        </p:spPr>
        <p:txBody>
          <a:bodyPr wrap="square">
            <a:spAutoFit/>
          </a:bodyPr>
          <a:lstStyle/>
          <a:p>
            <a:pPr fontAlgn="auto">
              <a:lnSpc>
                <a:spcPct val="150000"/>
              </a:lnSpc>
            </a:pPr>
            <a:r>
              <a:rPr lang="zh-CN" altLang="en-US" sz="2400" dirty="0"/>
              <a:t>非标准化的代价函数</a:t>
            </a:r>
            <a:endParaRPr lang="en-US" altLang="zh-CN" sz="2400" dirty="0"/>
          </a:p>
        </p:txBody>
      </p:sp>
      <p:pic>
        <p:nvPicPr>
          <p:cNvPr id="7" name="Picture 18">
            <a:extLst>
              <a:ext uri="{FF2B5EF4-FFF2-40B4-BE49-F238E27FC236}">
                <a16:creationId xmlns:a16="http://schemas.microsoft.com/office/drawing/2014/main" id="{78288770-97E3-B721-3294-BA019D2C1E27}"/>
              </a:ext>
            </a:extLst>
          </p:cNvPr>
          <p:cNvPicPr>
            <a:picLocks noChangeAspect="1"/>
          </p:cNvPicPr>
          <p:nvPr/>
        </p:nvPicPr>
        <p:blipFill>
          <a:blip r:embed="rId3"/>
          <a:stretch>
            <a:fillRect/>
          </a:stretch>
        </p:blipFill>
        <p:spPr>
          <a:xfrm>
            <a:off x="6853825" y="3657966"/>
            <a:ext cx="2336800" cy="1663700"/>
          </a:xfrm>
          <a:prstGeom prst="rect">
            <a:avLst/>
          </a:prstGeom>
        </p:spPr>
      </p:pic>
      <p:pic>
        <p:nvPicPr>
          <p:cNvPr id="8" name="Picture 20">
            <a:extLst>
              <a:ext uri="{FF2B5EF4-FFF2-40B4-BE49-F238E27FC236}">
                <a16:creationId xmlns:a16="http://schemas.microsoft.com/office/drawing/2014/main" id="{B7E90C98-DEC1-4C94-21AF-6BC5973AB067}"/>
              </a:ext>
            </a:extLst>
          </p:cNvPr>
          <p:cNvPicPr>
            <a:picLocks noChangeAspect="1"/>
          </p:cNvPicPr>
          <p:nvPr/>
        </p:nvPicPr>
        <p:blipFill>
          <a:blip r:embed="rId4"/>
          <a:stretch>
            <a:fillRect/>
          </a:stretch>
        </p:blipFill>
        <p:spPr>
          <a:xfrm>
            <a:off x="3907154" y="3554843"/>
            <a:ext cx="2654300" cy="1905000"/>
          </a:xfrm>
          <a:prstGeom prst="rect">
            <a:avLst/>
          </a:prstGeom>
        </p:spPr>
      </p:pic>
      <p:pic>
        <p:nvPicPr>
          <p:cNvPr id="9" name="Picture 21">
            <a:extLst>
              <a:ext uri="{FF2B5EF4-FFF2-40B4-BE49-F238E27FC236}">
                <a16:creationId xmlns:a16="http://schemas.microsoft.com/office/drawing/2014/main" id="{BFF640A8-7D36-892C-DA31-81B613F9B784}"/>
              </a:ext>
            </a:extLst>
          </p:cNvPr>
          <p:cNvPicPr>
            <a:picLocks noChangeAspect="1"/>
          </p:cNvPicPr>
          <p:nvPr/>
        </p:nvPicPr>
        <p:blipFill>
          <a:blip r:embed="rId5"/>
          <a:stretch>
            <a:fillRect/>
          </a:stretch>
        </p:blipFill>
        <p:spPr>
          <a:xfrm>
            <a:off x="9482996" y="3699931"/>
            <a:ext cx="2376121" cy="1790700"/>
          </a:xfrm>
          <a:prstGeom prst="rect">
            <a:avLst/>
          </a:prstGeom>
        </p:spPr>
      </p:pic>
      <p:sp>
        <p:nvSpPr>
          <p:cNvPr id="10" name="TextBox 24">
            <a:extLst>
              <a:ext uri="{FF2B5EF4-FFF2-40B4-BE49-F238E27FC236}">
                <a16:creationId xmlns:a16="http://schemas.microsoft.com/office/drawing/2014/main" id="{F4FC88A4-DE30-AB9B-92B8-D97EA765DE4C}"/>
              </a:ext>
            </a:extLst>
          </p:cNvPr>
          <p:cNvSpPr txBox="1"/>
          <p:nvPr/>
        </p:nvSpPr>
        <p:spPr>
          <a:xfrm>
            <a:off x="6470675" y="5610839"/>
            <a:ext cx="3317672" cy="580352"/>
          </a:xfrm>
          <a:prstGeom prst="rect">
            <a:avLst/>
          </a:prstGeom>
          <a:noFill/>
        </p:spPr>
        <p:txBody>
          <a:bodyPr wrap="square">
            <a:spAutoFit/>
          </a:bodyPr>
          <a:lstStyle/>
          <a:p>
            <a:pPr fontAlgn="auto">
              <a:lnSpc>
                <a:spcPct val="150000"/>
              </a:lnSpc>
            </a:pPr>
            <a:r>
              <a:rPr lang="zh-CN" altLang="en-US" sz="2400" dirty="0"/>
              <a:t>批标准化后的代价函数</a:t>
            </a:r>
            <a:endParaRPr lang="en-US" altLang="zh-CN" sz="2400" dirty="0"/>
          </a:p>
        </p:txBody>
      </p:sp>
      <p:sp>
        <p:nvSpPr>
          <p:cNvPr id="11" name="TextBox 25">
            <a:extLst>
              <a:ext uri="{FF2B5EF4-FFF2-40B4-BE49-F238E27FC236}">
                <a16:creationId xmlns:a16="http://schemas.microsoft.com/office/drawing/2014/main" id="{E71C2C3C-C0E0-FF5B-9F8F-DF6A1458AB75}"/>
              </a:ext>
            </a:extLst>
          </p:cNvPr>
          <p:cNvSpPr txBox="1"/>
          <p:nvPr/>
        </p:nvSpPr>
        <p:spPr>
          <a:xfrm>
            <a:off x="4059958" y="5520456"/>
            <a:ext cx="2013018" cy="580352"/>
          </a:xfrm>
          <a:prstGeom prst="rect">
            <a:avLst/>
          </a:prstGeom>
          <a:noFill/>
        </p:spPr>
        <p:txBody>
          <a:bodyPr wrap="square">
            <a:spAutoFit/>
          </a:bodyPr>
          <a:lstStyle/>
          <a:p>
            <a:pPr fontAlgn="auto">
              <a:lnSpc>
                <a:spcPct val="150000"/>
              </a:lnSpc>
            </a:pPr>
            <a:r>
              <a:rPr lang="zh-CN" altLang="en-US" sz="2400" dirty="0">
                <a:solidFill>
                  <a:srgbClr val="0070C0"/>
                </a:solidFill>
              </a:rPr>
              <a:t>梯度下降过程</a:t>
            </a:r>
            <a:endParaRPr lang="en-US" altLang="zh-CN" sz="2400" dirty="0">
              <a:solidFill>
                <a:srgbClr val="0070C0"/>
              </a:solidFill>
            </a:endParaRPr>
          </a:p>
        </p:txBody>
      </p:sp>
      <p:sp>
        <p:nvSpPr>
          <p:cNvPr id="13" name="TextBox 26">
            <a:extLst>
              <a:ext uri="{FF2B5EF4-FFF2-40B4-BE49-F238E27FC236}">
                <a16:creationId xmlns:a16="http://schemas.microsoft.com/office/drawing/2014/main" id="{9B868ECF-B502-EFAF-2F91-DFC9E862F291}"/>
              </a:ext>
            </a:extLst>
          </p:cNvPr>
          <p:cNvSpPr txBox="1"/>
          <p:nvPr/>
        </p:nvSpPr>
        <p:spPr>
          <a:xfrm>
            <a:off x="9788347" y="5555443"/>
            <a:ext cx="2013018" cy="580352"/>
          </a:xfrm>
          <a:prstGeom prst="rect">
            <a:avLst/>
          </a:prstGeom>
          <a:noFill/>
        </p:spPr>
        <p:txBody>
          <a:bodyPr wrap="square">
            <a:spAutoFit/>
          </a:bodyPr>
          <a:lstStyle/>
          <a:p>
            <a:pPr fontAlgn="auto">
              <a:lnSpc>
                <a:spcPct val="150000"/>
              </a:lnSpc>
            </a:pPr>
            <a:r>
              <a:rPr lang="zh-CN" altLang="en-US" sz="2400" dirty="0">
                <a:solidFill>
                  <a:srgbClr val="0070C0"/>
                </a:solidFill>
              </a:rPr>
              <a:t>梯度下降过程</a:t>
            </a:r>
            <a:endParaRPr lang="en-US" altLang="zh-CN" sz="2400" dirty="0">
              <a:solidFill>
                <a:srgbClr val="0070C0"/>
              </a:solidFill>
            </a:endParaRPr>
          </a:p>
        </p:txBody>
      </p:sp>
      <p:sp>
        <p:nvSpPr>
          <p:cNvPr id="14" name="灯片编号占位符 13"/>
          <p:cNvSpPr>
            <a:spLocks noGrp="1"/>
          </p:cNvSpPr>
          <p:nvPr>
            <p:ph type="sldNum" sz="quarter" idx="14"/>
          </p:nvPr>
        </p:nvSpPr>
        <p:spPr/>
        <p:txBody>
          <a:bodyPr/>
          <a:lstStyle/>
          <a:p>
            <a:fld id="{AF69888C-E133-43D9-A638-B5C95925B91C}" type="slidenum">
              <a:rPr lang="zh-CN" altLang="en-US" smtClean="0"/>
              <a:t>18</a:t>
            </a:fld>
            <a:endParaRPr lang="zh-CN" altLang="en-US" dirty="0"/>
          </a:p>
        </p:txBody>
      </p:sp>
    </p:spTree>
    <p:extLst>
      <p:ext uri="{BB962C8B-B14F-4D97-AF65-F5344CB8AC3E}">
        <p14:creationId xmlns:p14="http://schemas.microsoft.com/office/powerpoint/2010/main" val="3394223174"/>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linds(horizont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blinds(horizontal)">
                                      <p:cBhvr>
                                        <p:cTn id="37" dur="500"/>
                                        <p:tgtEl>
                                          <p:spTgt spid="9"/>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blinds(horizontal)">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10" grpId="0"/>
      <p:bldP spid="11"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6BFEEAA1-FA72-C2B3-467A-8B2280C8CC0D}"/>
              </a:ext>
            </a:extLst>
          </p:cNvPr>
          <p:cNvSpPr txBox="1"/>
          <p:nvPr/>
        </p:nvSpPr>
        <p:spPr>
          <a:xfrm>
            <a:off x="604531" y="108198"/>
            <a:ext cx="6096000" cy="707886"/>
          </a:xfrm>
          <a:prstGeom prst="rect">
            <a:avLst/>
          </a:prstGeom>
          <a:noFill/>
        </p:spPr>
        <p:txBody>
          <a:bodyPr wrap="square">
            <a:spAutoFit/>
          </a:bodyPr>
          <a:lstStyle/>
          <a:p>
            <a:r>
              <a:rPr lang="zh-CN" altLang="en-US" sz="4000" b="1" dirty="0"/>
              <a:t>批标准化</a:t>
            </a:r>
          </a:p>
        </p:txBody>
      </p:sp>
      <p:pic>
        <p:nvPicPr>
          <p:cNvPr id="7" name="图片 6">
            <a:extLst>
              <a:ext uri="{FF2B5EF4-FFF2-40B4-BE49-F238E27FC236}">
                <a16:creationId xmlns:a16="http://schemas.microsoft.com/office/drawing/2014/main" id="{91A1BDF6-0351-F024-A75A-A89F889BCD5D}"/>
              </a:ext>
            </a:extLst>
          </p:cNvPr>
          <p:cNvPicPr>
            <a:picLocks noChangeAspect="1"/>
          </p:cNvPicPr>
          <p:nvPr/>
        </p:nvPicPr>
        <p:blipFill>
          <a:blip r:embed="rId2"/>
          <a:stretch>
            <a:fillRect/>
          </a:stretch>
        </p:blipFill>
        <p:spPr>
          <a:xfrm>
            <a:off x="1556702" y="1687903"/>
            <a:ext cx="9078595" cy="4597400"/>
          </a:xfrm>
          <a:prstGeom prst="rect">
            <a:avLst/>
          </a:prstGeom>
        </p:spPr>
      </p:pic>
      <p:sp>
        <p:nvSpPr>
          <p:cNvPr id="8" name="TextBox 6">
            <a:extLst>
              <a:ext uri="{FF2B5EF4-FFF2-40B4-BE49-F238E27FC236}">
                <a16:creationId xmlns:a16="http://schemas.microsoft.com/office/drawing/2014/main" id="{EC1D5FD4-6A4D-912A-0DE3-A77A2BA38C75}"/>
              </a:ext>
            </a:extLst>
          </p:cNvPr>
          <p:cNvSpPr txBox="1"/>
          <p:nvPr/>
        </p:nvSpPr>
        <p:spPr>
          <a:xfrm>
            <a:off x="496570" y="1107551"/>
            <a:ext cx="6100762" cy="580352"/>
          </a:xfrm>
          <a:prstGeom prst="rect">
            <a:avLst/>
          </a:prstGeom>
          <a:noFill/>
        </p:spPr>
        <p:txBody>
          <a:bodyPr wrap="square">
            <a:spAutoFit/>
          </a:bodyPr>
          <a:lstStyle/>
          <a:p>
            <a:pPr marL="342900" indent="-342900" fontAlgn="auto">
              <a:lnSpc>
                <a:spcPct val="150000"/>
              </a:lnSpc>
              <a:buFont typeface="Wingdings" pitchFamily="2" charset="2"/>
              <a:buChar char="Ø"/>
            </a:pPr>
            <a:r>
              <a:rPr lang="zh-CN" altLang="en-US" sz="2400" dirty="0"/>
              <a:t>批标准化实现</a:t>
            </a:r>
            <a:endParaRPr lang="en-US" altLang="zh-CN" sz="2400" dirty="0"/>
          </a:p>
        </p:txBody>
      </p:sp>
      <p:sp>
        <p:nvSpPr>
          <p:cNvPr id="2" name="灯片编号占位符 1"/>
          <p:cNvSpPr>
            <a:spLocks noGrp="1"/>
          </p:cNvSpPr>
          <p:nvPr>
            <p:ph type="sldNum" sz="quarter" idx="14"/>
          </p:nvPr>
        </p:nvSpPr>
        <p:spPr/>
        <p:txBody>
          <a:bodyPr/>
          <a:lstStyle/>
          <a:p>
            <a:fld id="{AF69888C-E133-43D9-A638-B5C95925B91C}" type="slidenum">
              <a:rPr lang="zh-CN" altLang="en-US" smtClean="0"/>
              <a:t>19</a:t>
            </a:fld>
            <a:endParaRPr lang="zh-CN" altLang="en-US" dirty="0"/>
          </a:p>
        </p:txBody>
      </p:sp>
    </p:spTree>
    <p:extLst>
      <p:ext uri="{BB962C8B-B14F-4D97-AF65-F5344CB8AC3E}">
        <p14:creationId xmlns:p14="http://schemas.microsoft.com/office/powerpoint/2010/main" val="491651070"/>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6BFEEAA1-FA72-C2B3-467A-8B2280C8CC0D}"/>
              </a:ext>
            </a:extLst>
          </p:cNvPr>
          <p:cNvSpPr txBox="1"/>
          <p:nvPr/>
        </p:nvSpPr>
        <p:spPr>
          <a:xfrm>
            <a:off x="604531" y="108198"/>
            <a:ext cx="6096000" cy="707886"/>
          </a:xfrm>
          <a:prstGeom prst="rect">
            <a:avLst/>
          </a:prstGeom>
          <a:noFill/>
        </p:spPr>
        <p:txBody>
          <a:bodyPr wrap="square">
            <a:spAutoFit/>
          </a:bodyPr>
          <a:lstStyle/>
          <a:p>
            <a:r>
              <a:rPr lang="zh-CN" altLang="en-US" sz="4000" b="1" dirty="0"/>
              <a:t>批标准化</a:t>
            </a:r>
          </a:p>
        </p:txBody>
      </p:sp>
      <p:sp>
        <p:nvSpPr>
          <p:cNvPr id="2" name="文本框 1">
            <a:extLst>
              <a:ext uri="{FF2B5EF4-FFF2-40B4-BE49-F238E27FC236}">
                <a16:creationId xmlns:a16="http://schemas.microsoft.com/office/drawing/2014/main" id="{C941D21F-B5F0-5CA6-7B2D-B591D7DA523C}"/>
              </a:ext>
            </a:extLst>
          </p:cNvPr>
          <p:cNvSpPr txBox="1"/>
          <p:nvPr/>
        </p:nvSpPr>
        <p:spPr>
          <a:xfrm>
            <a:off x="385899" y="1365165"/>
            <a:ext cx="5012690" cy="2123658"/>
          </a:xfrm>
          <a:prstGeom prst="rect">
            <a:avLst/>
          </a:prstGeom>
          <a:noFill/>
        </p:spPr>
        <p:txBody>
          <a:bodyPr wrap="square" rtlCol="0" anchor="t">
            <a:spAutoFit/>
          </a:bodyPr>
          <a:lstStyle/>
          <a:p>
            <a:pPr marL="342900" indent="-342900" fontAlgn="auto" latinLnBrk="0">
              <a:lnSpc>
                <a:spcPct val="150000"/>
              </a:lnSpc>
              <a:spcBef>
                <a:spcPts val="0"/>
              </a:spcBef>
              <a:spcAft>
                <a:spcPts val="0"/>
              </a:spcAft>
              <a:buFont typeface="Wingdings" pitchFamily="2" charset="2"/>
              <a:buChar char="Ø"/>
            </a:pPr>
            <a:r>
              <a:rPr lang="zh-CN" altLang="en-US" sz="2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计算结果值的分布对于激活函数很重要。对于数据值大多分布在这个区间的数据，才能进行更有效的传递。对比这两个在激活之前的值的分布。</a:t>
            </a:r>
          </a:p>
        </p:txBody>
      </p:sp>
      <p:pic>
        <p:nvPicPr>
          <p:cNvPr id="4" name="图片 3">
            <a:extLst>
              <a:ext uri="{FF2B5EF4-FFF2-40B4-BE49-F238E27FC236}">
                <a16:creationId xmlns:a16="http://schemas.microsoft.com/office/drawing/2014/main" id="{B0F594B8-1EC7-425A-3689-AB1F232BD439}"/>
              </a:ext>
            </a:extLst>
          </p:cNvPr>
          <p:cNvPicPr>
            <a:picLocks noChangeAspect="1"/>
          </p:cNvPicPr>
          <p:nvPr/>
        </p:nvPicPr>
        <p:blipFill>
          <a:blip r:embed="rId2"/>
          <a:stretch>
            <a:fillRect/>
          </a:stretch>
        </p:blipFill>
        <p:spPr>
          <a:xfrm>
            <a:off x="5808662" y="1887540"/>
            <a:ext cx="6217920" cy="3762375"/>
          </a:xfrm>
          <a:prstGeom prst="rect">
            <a:avLst/>
          </a:prstGeom>
        </p:spPr>
      </p:pic>
      <p:sp>
        <p:nvSpPr>
          <p:cNvPr id="5" name="文本框 1">
            <a:extLst>
              <a:ext uri="{FF2B5EF4-FFF2-40B4-BE49-F238E27FC236}">
                <a16:creationId xmlns:a16="http://schemas.microsoft.com/office/drawing/2014/main" id="{96EB373B-B5DC-FACC-A918-BC182E8B5E02}"/>
              </a:ext>
            </a:extLst>
          </p:cNvPr>
          <p:cNvSpPr txBox="1"/>
          <p:nvPr/>
        </p:nvSpPr>
        <p:spPr>
          <a:xfrm>
            <a:off x="299402" y="3819773"/>
            <a:ext cx="5012690" cy="2063835"/>
          </a:xfrm>
          <a:prstGeom prst="rect">
            <a:avLst/>
          </a:prstGeom>
          <a:noFill/>
        </p:spPr>
        <p:txBody>
          <a:bodyPr wrap="square" rtlCol="0" anchor="t">
            <a:spAutoFit/>
          </a:bodyPr>
          <a:lstStyle/>
          <a:p>
            <a:pPr marL="342900" indent="-342900" fontAlgn="auto" latinLnBrk="0">
              <a:lnSpc>
                <a:spcPct val="150000"/>
              </a:lnSpc>
              <a:spcBef>
                <a:spcPts val="0"/>
              </a:spcBef>
              <a:spcAft>
                <a:spcPts val="0"/>
              </a:spcAft>
              <a:buFont typeface="Wingdings" pitchFamily="2" charset="2"/>
              <a:buChar char="q"/>
            </a:pPr>
            <a:r>
              <a:rPr lang="zh-CN" altLang="en-US" sz="2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上者没有进行 normalization, 下者进行了 normalization，这样当然是下者能够更有效地利用 tanh 进行非线性化的过程。</a:t>
            </a:r>
            <a:endParaRPr lang="en-US" altLang="zh-CN" sz="2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灯片编号占位符 5"/>
          <p:cNvSpPr>
            <a:spLocks noGrp="1"/>
          </p:cNvSpPr>
          <p:nvPr>
            <p:ph type="sldNum" sz="quarter" idx="14"/>
          </p:nvPr>
        </p:nvSpPr>
        <p:spPr/>
        <p:txBody>
          <a:bodyPr/>
          <a:lstStyle/>
          <a:p>
            <a:fld id="{AF69888C-E133-43D9-A638-B5C95925B91C}" type="slidenum">
              <a:rPr lang="zh-CN" altLang="en-US" smtClean="0"/>
              <a:t>20</a:t>
            </a:fld>
            <a:endParaRPr lang="zh-CN" altLang="en-US" dirty="0"/>
          </a:p>
        </p:txBody>
      </p:sp>
    </p:spTree>
    <p:extLst>
      <p:ext uri="{BB962C8B-B14F-4D97-AF65-F5344CB8AC3E}">
        <p14:creationId xmlns:p14="http://schemas.microsoft.com/office/powerpoint/2010/main" val="3853279034"/>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6BFEEAA1-FA72-C2B3-467A-8B2280C8CC0D}"/>
              </a:ext>
            </a:extLst>
          </p:cNvPr>
          <p:cNvSpPr txBox="1"/>
          <p:nvPr/>
        </p:nvSpPr>
        <p:spPr>
          <a:xfrm>
            <a:off x="604531" y="108198"/>
            <a:ext cx="6096000" cy="707886"/>
          </a:xfrm>
          <a:prstGeom prst="rect">
            <a:avLst/>
          </a:prstGeom>
          <a:noFill/>
        </p:spPr>
        <p:txBody>
          <a:bodyPr wrap="square">
            <a:spAutoFit/>
          </a:bodyPr>
          <a:lstStyle/>
          <a:p>
            <a:r>
              <a:rPr lang="zh-CN" altLang="en-US" sz="4000" b="1" dirty="0"/>
              <a:t>批标准化</a:t>
            </a:r>
          </a:p>
        </p:txBody>
      </p:sp>
      <p:pic>
        <p:nvPicPr>
          <p:cNvPr id="2" name="图片 1">
            <a:extLst>
              <a:ext uri="{FF2B5EF4-FFF2-40B4-BE49-F238E27FC236}">
                <a16:creationId xmlns:a16="http://schemas.microsoft.com/office/drawing/2014/main" id="{615EEFCD-BE24-4E6F-7B76-15BA4319F0DF}"/>
              </a:ext>
            </a:extLst>
          </p:cNvPr>
          <p:cNvPicPr>
            <a:picLocks noChangeAspect="1"/>
          </p:cNvPicPr>
          <p:nvPr/>
        </p:nvPicPr>
        <p:blipFill>
          <a:blip r:embed="rId2"/>
          <a:stretch>
            <a:fillRect/>
          </a:stretch>
        </p:blipFill>
        <p:spPr>
          <a:xfrm>
            <a:off x="2106401" y="1101499"/>
            <a:ext cx="8216265" cy="3815080"/>
          </a:xfrm>
          <a:prstGeom prst="rect">
            <a:avLst/>
          </a:prstGeom>
        </p:spPr>
      </p:pic>
      <p:pic>
        <p:nvPicPr>
          <p:cNvPr id="4" name="Picture 1">
            <a:extLst>
              <a:ext uri="{FF2B5EF4-FFF2-40B4-BE49-F238E27FC236}">
                <a16:creationId xmlns:a16="http://schemas.microsoft.com/office/drawing/2014/main" id="{CAD28B87-B41E-6116-BB27-7CDA7CDFF3D8}"/>
              </a:ext>
            </a:extLst>
          </p:cNvPr>
          <p:cNvPicPr>
            <a:picLocks noChangeAspect="1"/>
          </p:cNvPicPr>
          <p:nvPr/>
        </p:nvPicPr>
        <p:blipFill>
          <a:blip r:embed="rId3"/>
          <a:stretch>
            <a:fillRect/>
          </a:stretch>
        </p:blipFill>
        <p:spPr>
          <a:xfrm>
            <a:off x="4205437" y="4916579"/>
            <a:ext cx="1028022" cy="797242"/>
          </a:xfrm>
          <a:prstGeom prst="rect">
            <a:avLst/>
          </a:prstGeom>
        </p:spPr>
      </p:pic>
      <p:sp>
        <p:nvSpPr>
          <p:cNvPr id="5" name="TextBox 6">
            <a:extLst>
              <a:ext uri="{FF2B5EF4-FFF2-40B4-BE49-F238E27FC236}">
                <a16:creationId xmlns:a16="http://schemas.microsoft.com/office/drawing/2014/main" id="{D448D4F4-C96C-51CA-77B0-0AF95790A42C}"/>
              </a:ext>
            </a:extLst>
          </p:cNvPr>
          <p:cNvSpPr txBox="1"/>
          <p:nvPr/>
        </p:nvSpPr>
        <p:spPr>
          <a:xfrm>
            <a:off x="4110483" y="5713821"/>
            <a:ext cx="1217930" cy="498983"/>
          </a:xfrm>
          <a:prstGeom prst="rect">
            <a:avLst/>
          </a:prstGeom>
          <a:noFill/>
        </p:spPr>
        <p:txBody>
          <a:bodyPr wrap="square">
            <a:spAutoFit/>
          </a:bodyPr>
          <a:lstStyle/>
          <a:p>
            <a:pPr fontAlgn="auto">
              <a:lnSpc>
                <a:spcPct val="150000"/>
              </a:lnSpc>
            </a:pPr>
            <a:r>
              <a:rPr lang="zh-CN" altLang="en-US" sz="2000" dirty="0"/>
              <a:t>激活函数</a:t>
            </a:r>
            <a:endParaRPr lang="en-US" altLang="zh-CN" sz="2000" dirty="0"/>
          </a:p>
        </p:txBody>
      </p:sp>
      <p:sp>
        <p:nvSpPr>
          <p:cNvPr id="6" name="灯片编号占位符 5"/>
          <p:cNvSpPr>
            <a:spLocks noGrp="1"/>
          </p:cNvSpPr>
          <p:nvPr>
            <p:ph type="sldNum" sz="quarter" idx="14"/>
          </p:nvPr>
        </p:nvSpPr>
        <p:spPr/>
        <p:txBody>
          <a:bodyPr/>
          <a:lstStyle/>
          <a:p>
            <a:fld id="{AF69888C-E133-43D9-A638-B5C95925B91C}" type="slidenum">
              <a:rPr lang="zh-CN" altLang="en-US" smtClean="0"/>
              <a:t>21</a:t>
            </a:fld>
            <a:endParaRPr lang="zh-CN" altLang="en-US" dirty="0"/>
          </a:p>
        </p:txBody>
      </p:sp>
    </p:spTree>
    <p:extLst>
      <p:ext uri="{BB962C8B-B14F-4D97-AF65-F5344CB8AC3E}">
        <p14:creationId xmlns:p14="http://schemas.microsoft.com/office/powerpoint/2010/main" val="2924512339"/>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2" name="文本框 1">
            <a:extLst>
              <a:ext uri="{FF2B5EF4-FFF2-40B4-BE49-F238E27FC236}">
                <a16:creationId xmlns:a16="http://schemas.microsoft.com/office/drawing/2014/main" id="{1D3CD4BF-3D60-9431-A61F-C9BB03B70202}"/>
              </a:ext>
            </a:extLst>
          </p:cNvPr>
          <p:cNvSpPr txBox="1"/>
          <p:nvPr/>
        </p:nvSpPr>
        <p:spPr>
          <a:xfrm>
            <a:off x="604531" y="108198"/>
            <a:ext cx="6096000" cy="707886"/>
          </a:xfrm>
          <a:prstGeom prst="rect">
            <a:avLst/>
          </a:prstGeom>
          <a:noFill/>
        </p:spPr>
        <p:txBody>
          <a:bodyPr wrap="square">
            <a:spAutoFit/>
          </a:bodyPr>
          <a:lstStyle/>
          <a:p>
            <a:r>
              <a:rPr lang="zh-CN" altLang="en-US" sz="4000" b="1" dirty="0"/>
              <a:t>注意事项</a:t>
            </a:r>
          </a:p>
        </p:txBody>
      </p:sp>
      <p:sp>
        <p:nvSpPr>
          <p:cNvPr id="3" name="矩形 3">
            <a:extLst>
              <a:ext uri="{FF2B5EF4-FFF2-40B4-BE49-F238E27FC236}">
                <a16:creationId xmlns:a16="http://schemas.microsoft.com/office/drawing/2014/main" id="{8BEF526C-882F-8374-376E-6631918FE9FC}"/>
              </a:ext>
            </a:extLst>
          </p:cNvPr>
          <p:cNvSpPr/>
          <p:nvPr/>
        </p:nvSpPr>
        <p:spPr>
          <a:xfrm>
            <a:off x="604531" y="5696435"/>
            <a:ext cx="7131241" cy="646331"/>
          </a:xfrm>
          <a:prstGeom prst="rect">
            <a:avLst/>
          </a:prstGeom>
        </p:spPr>
        <p:txBody>
          <a:bodyPr wrap="square">
            <a:spAutoFit/>
          </a:bodyPr>
          <a:lstStyle/>
          <a:p>
            <a:pPr>
              <a:defRPr/>
            </a:pPr>
            <a:r>
              <a:rPr lang="en-US" altLang="zh-TW" dirty="0">
                <a:solidFill>
                  <a:srgbClr val="000000"/>
                </a:solidFill>
                <a:latin typeface="Lucida Grande"/>
                <a:ea typeface="新細明體" panose="02020500000000000000" pitchFamily="18" charset="-120"/>
              </a:rPr>
              <a:t>Deep Residual Learning for Image Recognition</a:t>
            </a:r>
          </a:p>
          <a:p>
            <a:pPr>
              <a:defRPr/>
            </a:pPr>
            <a:r>
              <a:rPr lang="en-US" altLang="zh-TW" dirty="0">
                <a:solidFill>
                  <a:srgbClr val="000000"/>
                </a:solidFill>
                <a:latin typeface="Lucida Grande"/>
                <a:ea typeface="新細明體" panose="02020500000000000000" pitchFamily="18" charset="-120"/>
              </a:rPr>
              <a:t>http://arxiv.org/abs/1512.03385</a:t>
            </a:r>
          </a:p>
        </p:txBody>
      </p:sp>
      <p:pic>
        <p:nvPicPr>
          <p:cNvPr id="4" name="圖片 4">
            <a:extLst>
              <a:ext uri="{FF2B5EF4-FFF2-40B4-BE49-F238E27FC236}">
                <a16:creationId xmlns:a16="http://schemas.microsoft.com/office/drawing/2014/main" id="{0DDE27ED-DED4-EAE6-EF73-D078DA4004BA}"/>
              </a:ext>
            </a:extLst>
          </p:cNvPr>
          <p:cNvPicPr>
            <a:picLocks noChangeAspect="1"/>
          </p:cNvPicPr>
          <p:nvPr/>
        </p:nvPicPr>
        <p:blipFill>
          <a:blip r:embed="rId3"/>
          <a:stretch>
            <a:fillRect/>
          </a:stretch>
        </p:blipFill>
        <p:spPr>
          <a:xfrm>
            <a:off x="6113145" y="2084488"/>
            <a:ext cx="4304735" cy="2920749"/>
          </a:xfrm>
          <a:prstGeom prst="rect">
            <a:avLst/>
          </a:prstGeom>
        </p:spPr>
      </p:pic>
      <p:sp>
        <p:nvSpPr>
          <p:cNvPr id="5" name="文字方塊 5">
            <a:extLst>
              <a:ext uri="{FF2B5EF4-FFF2-40B4-BE49-F238E27FC236}">
                <a16:creationId xmlns:a16="http://schemas.microsoft.com/office/drawing/2014/main" id="{2CF5B493-F9DF-892D-220D-B80E86E0A4A5}"/>
              </a:ext>
            </a:extLst>
          </p:cNvPr>
          <p:cNvSpPr txBox="1"/>
          <p:nvPr/>
        </p:nvSpPr>
        <p:spPr>
          <a:xfrm>
            <a:off x="7322328" y="4987710"/>
            <a:ext cx="2270234" cy="461665"/>
          </a:xfrm>
          <a:prstGeom prst="rect">
            <a:avLst/>
          </a:prstGeom>
          <a:noFill/>
        </p:spPr>
        <p:txBody>
          <a:bodyPr wrap="square" rtlCol="0">
            <a:spAutoFit/>
          </a:bodyPr>
          <a:lstStyle/>
          <a:p>
            <a:pPr algn="ctr">
              <a:defRPr/>
            </a:pPr>
            <a:r>
              <a:rPr lang="zh-TW" altLang="en-US" sz="2400" dirty="0">
                <a:solidFill>
                  <a:srgbClr val="FF0000"/>
                </a:solidFill>
                <a:latin typeface="+mn-ea"/>
              </a:rPr>
              <a:t>测试数据</a:t>
            </a:r>
          </a:p>
        </p:txBody>
      </p:sp>
      <p:sp>
        <p:nvSpPr>
          <p:cNvPr id="6" name="矩形 6">
            <a:extLst>
              <a:ext uri="{FF2B5EF4-FFF2-40B4-BE49-F238E27FC236}">
                <a16:creationId xmlns:a16="http://schemas.microsoft.com/office/drawing/2014/main" id="{C04329C8-E999-5ECB-1C09-0098F6A53AA4}"/>
              </a:ext>
            </a:extLst>
          </p:cNvPr>
          <p:cNvSpPr/>
          <p:nvPr/>
        </p:nvSpPr>
        <p:spPr>
          <a:xfrm>
            <a:off x="7649126" y="3690150"/>
            <a:ext cx="1620957" cy="523220"/>
          </a:xfrm>
          <a:prstGeom prst="rect">
            <a:avLst/>
          </a:prstGeom>
        </p:spPr>
        <p:style>
          <a:lnRef idx="0">
            <a:schemeClr val="accent5"/>
          </a:lnRef>
          <a:fillRef idx="3">
            <a:schemeClr val="accent5"/>
          </a:fillRef>
          <a:effectRef idx="3">
            <a:schemeClr val="accent5"/>
          </a:effectRef>
          <a:fontRef idx="minor">
            <a:schemeClr val="lt1"/>
          </a:fontRef>
        </p:style>
        <p:txBody>
          <a:bodyPr wrap="none">
            <a:spAutoFit/>
          </a:bodyPr>
          <a:lstStyle/>
          <a:p>
            <a:pPr>
              <a:defRPr/>
            </a:pPr>
            <a:r>
              <a:rPr lang="zh-TW" altLang="en-US" sz="2800" dirty="0">
                <a:solidFill>
                  <a:prstClr val="white"/>
                </a:solidFill>
                <a:latin typeface="+mn-ea"/>
              </a:rPr>
              <a:t>过拟合</a:t>
            </a:r>
            <a:r>
              <a:rPr lang="zh-CN" altLang="en-US" sz="2800" dirty="0">
                <a:solidFill>
                  <a:prstClr val="white"/>
                </a:solidFill>
                <a:latin typeface="+mn-ea"/>
              </a:rPr>
              <a:t>？</a:t>
            </a:r>
            <a:endParaRPr lang="zh-TW" altLang="en-US" sz="2800" dirty="0">
              <a:solidFill>
                <a:prstClr val="white"/>
              </a:solidFill>
              <a:latin typeface="+mn-ea"/>
            </a:endParaRPr>
          </a:p>
        </p:txBody>
      </p:sp>
      <p:pic>
        <p:nvPicPr>
          <p:cNvPr id="7" name="圖片 7">
            <a:extLst>
              <a:ext uri="{FF2B5EF4-FFF2-40B4-BE49-F238E27FC236}">
                <a16:creationId xmlns:a16="http://schemas.microsoft.com/office/drawing/2014/main" id="{8C9EC1D6-1356-8BFB-7583-B475339C92CD}"/>
              </a:ext>
            </a:extLst>
          </p:cNvPr>
          <p:cNvPicPr>
            <a:picLocks noChangeAspect="1"/>
          </p:cNvPicPr>
          <p:nvPr/>
        </p:nvPicPr>
        <p:blipFill>
          <a:blip r:embed="rId4"/>
          <a:stretch>
            <a:fillRect/>
          </a:stretch>
        </p:blipFill>
        <p:spPr>
          <a:xfrm>
            <a:off x="1598294" y="2020861"/>
            <a:ext cx="4514850" cy="3048000"/>
          </a:xfrm>
          <a:prstGeom prst="rect">
            <a:avLst/>
          </a:prstGeom>
        </p:spPr>
      </p:pic>
      <p:sp>
        <p:nvSpPr>
          <p:cNvPr id="8" name="文字方塊 8">
            <a:extLst>
              <a:ext uri="{FF2B5EF4-FFF2-40B4-BE49-F238E27FC236}">
                <a16:creationId xmlns:a16="http://schemas.microsoft.com/office/drawing/2014/main" id="{63A2123F-FDFE-1B41-15D3-E559E79AA823}"/>
              </a:ext>
            </a:extLst>
          </p:cNvPr>
          <p:cNvSpPr txBox="1"/>
          <p:nvPr/>
        </p:nvSpPr>
        <p:spPr>
          <a:xfrm>
            <a:off x="2975688" y="5034416"/>
            <a:ext cx="2270234" cy="461665"/>
          </a:xfrm>
          <a:prstGeom prst="rect">
            <a:avLst/>
          </a:prstGeom>
          <a:noFill/>
        </p:spPr>
        <p:txBody>
          <a:bodyPr wrap="square" rtlCol="0">
            <a:spAutoFit/>
          </a:bodyPr>
          <a:lstStyle/>
          <a:p>
            <a:pPr algn="ctr">
              <a:defRPr/>
            </a:pPr>
            <a:r>
              <a:rPr lang="zh-TW" altLang="en-US" sz="2400" dirty="0">
                <a:solidFill>
                  <a:srgbClr val="FF0000"/>
                </a:solidFill>
                <a:latin typeface="+mn-ea"/>
              </a:rPr>
              <a:t>训练数据</a:t>
            </a:r>
          </a:p>
        </p:txBody>
      </p:sp>
      <p:sp>
        <p:nvSpPr>
          <p:cNvPr id="9" name="矩形 9">
            <a:extLst>
              <a:ext uri="{FF2B5EF4-FFF2-40B4-BE49-F238E27FC236}">
                <a16:creationId xmlns:a16="http://schemas.microsoft.com/office/drawing/2014/main" id="{C6A82493-6288-86A3-3D8B-D5AB85765BDC}"/>
              </a:ext>
            </a:extLst>
          </p:cNvPr>
          <p:cNvSpPr/>
          <p:nvPr/>
        </p:nvSpPr>
        <p:spPr>
          <a:xfrm>
            <a:off x="4020153" y="1821843"/>
            <a:ext cx="1723549" cy="461665"/>
          </a:xfrm>
          <a:prstGeom prst="rect">
            <a:avLst/>
          </a:prstGeom>
          <a:gradFill>
            <a:gsLst>
              <a:gs pos="0">
                <a:schemeClr val="accent2">
                  <a:satMod val="103000"/>
                  <a:lumMod val="102000"/>
                  <a:tint val="94000"/>
                </a:schemeClr>
              </a:gs>
              <a:gs pos="0">
                <a:schemeClr val="accent4">
                  <a:lumMod val="50000"/>
                </a:schemeClr>
              </a:gs>
              <a:gs pos="100000">
                <a:schemeClr val="accent2">
                  <a:lumMod val="99000"/>
                  <a:satMod val="120000"/>
                  <a:shade val="78000"/>
                </a:schemeClr>
              </a:gs>
            </a:gsLst>
          </a:gradFill>
        </p:spPr>
        <p:style>
          <a:lnRef idx="0">
            <a:schemeClr val="accent2"/>
          </a:lnRef>
          <a:fillRef idx="3">
            <a:schemeClr val="accent2"/>
          </a:fillRef>
          <a:effectRef idx="3">
            <a:schemeClr val="accent2"/>
          </a:effectRef>
          <a:fontRef idx="minor">
            <a:schemeClr val="lt1"/>
          </a:fontRef>
        </p:style>
        <p:txBody>
          <a:bodyPr wrap="none">
            <a:spAutoFit/>
          </a:bodyPr>
          <a:lstStyle/>
          <a:p>
            <a:pPr>
              <a:defRPr/>
            </a:pPr>
            <a:r>
              <a:rPr lang="zh-TW" altLang="en-US" sz="2400" dirty="0">
                <a:solidFill>
                  <a:prstClr val="white"/>
                </a:solidFill>
                <a:latin typeface="+mn-ea"/>
              </a:rPr>
              <a:t>没有训练好</a:t>
            </a:r>
          </a:p>
        </p:txBody>
      </p:sp>
      <p:cxnSp>
        <p:nvCxnSpPr>
          <p:cNvPr id="10" name="直線單箭頭接點 11">
            <a:extLst>
              <a:ext uri="{FF2B5EF4-FFF2-40B4-BE49-F238E27FC236}">
                <a16:creationId xmlns:a16="http://schemas.microsoft.com/office/drawing/2014/main" id="{092CF0E5-7E32-8D06-CB61-73BCB1C4D18B}"/>
              </a:ext>
            </a:extLst>
          </p:cNvPr>
          <p:cNvCxnSpPr>
            <a:endCxn id="9" idx="2"/>
          </p:cNvCxnSpPr>
          <p:nvPr/>
        </p:nvCxnSpPr>
        <p:spPr>
          <a:xfrm flipV="1">
            <a:off x="4110805" y="2283508"/>
            <a:ext cx="771123" cy="85421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1" name="Picture 2" descr="http://www.mobanwang.com/icon/UploadFiles_8971/200909/20090903224008317.png">
            <a:extLst>
              <a:ext uri="{FF2B5EF4-FFF2-40B4-BE49-F238E27FC236}">
                <a16:creationId xmlns:a16="http://schemas.microsoft.com/office/drawing/2014/main" id="{229A88BE-27C1-51E2-359A-AE4E0569F61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14425" y="3573353"/>
            <a:ext cx="784733" cy="784733"/>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
            <a:extLst>
              <a:ext uri="{FF2B5EF4-FFF2-40B4-BE49-F238E27FC236}">
                <a16:creationId xmlns:a16="http://schemas.microsoft.com/office/drawing/2014/main" id="{E23D426C-70D5-F12E-B7AF-EE8508A66AA2}"/>
              </a:ext>
            </a:extLst>
          </p:cNvPr>
          <p:cNvSpPr txBox="1"/>
          <p:nvPr/>
        </p:nvSpPr>
        <p:spPr>
          <a:xfrm>
            <a:off x="834389" y="956985"/>
            <a:ext cx="10523221" cy="577530"/>
          </a:xfrm>
          <a:prstGeom prst="rect">
            <a:avLst/>
          </a:prstGeom>
          <a:noFill/>
        </p:spPr>
        <p:txBody>
          <a:bodyPr wrap="square" rtlCol="0" anchor="t">
            <a:spAutoFit/>
          </a:bodyPr>
          <a:lstStyle/>
          <a:p>
            <a:pPr marL="342900" indent="-342900" fontAlgn="auto">
              <a:lnSpc>
                <a:spcPct val="150000"/>
              </a:lnSpc>
              <a:buFont typeface="Wingdings" pitchFamily="2" charset="2"/>
              <a:buChar char="Ø"/>
            </a:pPr>
            <a:r>
              <a:rPr lang="zh-CN" altLang="en-CN" sz="2400" dirty="0"/>
              <a:t>过拟合</a:t>
            </a:r>
            <a:r>
              <a:rPr lang="zh-CN" altLang="en-US" sz="2400" dirty="0"/>
              <a:t>常见，但它不背所有的锅</a:t>
            </a:r>
          </a:p>
        </p:txBody>
      </p:sp>
      <p:sp>
        <p:nvSpPr>
          <p:cNvPr id="14" name="灯片编号占位符 13"/>
          <p:cNvSpPr>
            <a:spLocks noGrp="1"/>
          </p:cNvSpPr>
          <p:nvPr>
            <p:ph type="sldNum" sz="quarter" idx="14"/>
          </p:nvPr>
        </p:nvSpPr>
        <p:spPr/>
        <p:txBody>
          <a:bodyPr/>
          <a:lstStyle/>
          <a:p>
            <a:fld id="{AF69888C-E133-43D9-A638-B5C95925B91C}" type="slidenum">
              <a:rPr lang="zh-CN" altLang="en-US" smtClean="0"/>
              <a:t>22</a:t>
            </a:fld>
            <a:endParaRPr lang="zh-CN" altLang="en-US" dirty="0"/>
          </a:p>
        </p:txBody>
      </p:sp>
      <p:sp>
        <p:nvSpPr>
          <p:cNvPr id="16" name="文本框 15">
            <a:extLst>
              <a:ext uri="{FF2B5EF4-FFF2-40B4-BE49-F238E27FC236}">
                <a16:creationId xmlns:a16="http://schemas.microsoft.com/office/drawing/2014/main" id="{56A3EDB9-C058-E844-95BC-20F0180F2379}"/>
              </a:ext>
            </a:extLst>
          </p:cNvPr>
          <p:cNvSpPr txBox="1"/>
          <p:nvPr/>
        </p:nvSpPr>
        <p:spPr>
          <a:xfrm>
            <a:off x="6950776" y="5819032"/>
            <a:ext cx="4638614" cy="400110"/>
          </a:xfrm>
          <a:prstGeom prst="rect">
            <a:avLst/>
          </a:prstGeom>
          <a:noFill/>
        </p:spPr>
        <p:txBody>
          <a:bodyPr wrap="square">
            <a:spAutoFit/>
          </a:bodyPr>
          <a:lstStyle/>
          <a:p>
            <a:r>
              <a:rPr lang="zh-CN" altLang="en-US" sz="2000" dirty="0"/>
              <a:t>深层网络退化现象：与梯度退化有关</a:t>
            </a:r>
          </a:p>
        </p:txBody>
      </p:sp>
    </p:spTree>
    <p:extLst>
      <p:ext uri="{BB962C8B-B14F-4D97-AF65-F5344CB8AC3E}">
        <p14:creationId xmlns:p14="http://schemas.microsoft.com/office/powerpoint/2010/main" val="2561659656"/>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blinds(horizontal)">
                                      <p:cBhvr>
                                        <p:cTn id="3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8" grpId="0"/>
      <p:bldP spid="9" grpId="0" animBg="1"/>
      <p:bldP spid="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2 </a:t>
            </a:r>
            <a:r>
              <a:rPr lang="zh-CN" altLang="en-US" sz="4000" b="1" dirty="0">
                <a:sym typeface="+mn-ea"/>
              </a:rPr>
              <a:t>梯度下降算法</a:t>
            </a:r>
          </a:p>
        </p:txBody>
      </p:sp>
      <p:pic>
        <p:nvPicPr>
          <p:cNvPr id="2" name="图片 1">
            <a:extLst>
              <a:ext uri="{FF2B5EF4-FFF2-40B4-BE49-F238E27FC236}">
                <a16:creationId xmlns:a16="http://schemas.microsoft.com/office/drawing/2014/main" id="{9ACB5ECE-8C89-FFAA-942A-6EABA26438D5}"/>
              </a:ext>
            </a:extLst>
          </p:cNvPr>
          <p:cNvPicPr/>
          <p:nvPr/>
        </p:nvPicPr>
        <p:blipFill>
          <a:blip r:link="rId2"/>
          <a:stretch>
            <a:fillRect/>
          </a:stretch>
        </p:blipFill>
        <p:spPr>
          <a:xfrm>
            <a:off x="6096000" y="3429000"/>
            <a:ext cx="0" cy="0"/>
          </a:xfrm>
          <a:prstGeom prst="rect">
            <a:avLst/>
          </a:prstGeom>
          <a:noFill/>
          <a:ln w="9525">
            <a:noFill/>
          </a:ln>
        </p:spPr>
      </p:pic>
      <p:pic>
        <p:nvPicPr>
          <p:cNvPr id="4" name="图片 3">
            <a:extLst>
              <a:ext uri="{FF2B5EF4-FFF2-40B4-BE49-F238E27FC236}">
                <a16:creationId xmlns:a16="http://schemas.microsoft.com/office/drawing/2014/main" id="{1442C094-6C0A-3FCD-C8D2-D20C6A1515D0}"/>
              </a:ext>
            </a:extLst>
          </p:cNvPr>
          <p:cNvPicPr/>
          <p:nvPr/>
        </p:nvPicPr>
        <p:blipFill>
          <a:blip r:link="rId2"/>
          <a:stretch>
            <a:fillRect/>
          </a:stretch>
        </p:blipFill>
        <p:spPr>
          <a:xfrm>
            <a:off x="6096000" y="3429000"/>
            <a:ext cx="0" cy="0"/>
          </a:xfrm>
          <a:prstGeom prst="rect">
            <a:avLst/>
          </a:prstGeom>
          <a:noFill/>
          <a:ln w="9525">
            <a:noFill/>
          </a:ln>
        </p:spPr>
      </p:pic>
      <p:sp>
        <p:nvSpPr>
          <p:cNvPr id="5" name="文本框 4">
            <a:extLst>
              <a:ext uri="{FF2B5EF4-FFF2-40B4-BE49-F238E27FC236}">
                <a16:creationId xmlns:a16="http://schemas.microsoft.com/office/drawing/2014/main" id="{E5EB5866-9A6A-9142-55CF-6B68D4040B0E}"/>
              </a:ext>
            </a:extLst>
          </p:cNvPr>
          <p:cNvSpPr txBox="1"/>
          <p:nvPr/>
        </p:nvSpPr>
        <p:spPr>
          <a:xfrm>
            <a:off x="817244" y="1165601"/>
            <a:ext cx="10523221" cy="1688347"/>
          </a:xfrm>
          <a:prstGeom prst="rect">
            <a:avLst/>
          </a:prstGeom>
          <a:noFill/>
        </p:spPr>
        <p:txBody>
          <a:bodyPr wrap="square" rtlCol="0" anchor="t">
            <a:spAutoFit/>
          </a:bodyPr>
          <a:lstStyle/>
          <a:p>
            <a:pPr marL="342900" indent="-342900" fontAlgn="auto">
              <a:lnSpc>
                <a:spcPct val="150000"/>
              </a:lnSpc>
              <a:buFont typeface="Wingdings" pitchFamily="2" charset="2"/>
              <a:buChar char="Ø"/>
            </a:pPr>
            <a:r>
              <a:rPr lang="zh-CN" altLang="en-US" sz="2400" dirty="0">
                <a:solidFill>
                  <a:srgbClr val="FF0000"/>
                </a:solidFill>
              </a:rPr>
              <a:t>梯度下降法</a:t>
            </a:r>
            <a:r>
              <a:rPr lang="zh-CN" altLang="en-US" sz="2400" dirty="0"/>
              <a:t>是一种寻找使损失函数最小化的方法。</a:t>
            </a:r>
            <a:endParaRPr lang="en-US" altLang="zh-CN" sz="2400" dirty="0"/>
          </a:p>
          <a:p>
            <a:pPr marL="342900" indent="-342900" fontAlgn="auto">
              <a:lnSpc>
                <a:spcPct val="150000"/>
              </a:lnSpc>
              <a:buFont typeface="Wingdings" pitchFamily="2" charset="2"/>
              <a:buChar char="Ø"/>
            </a:pPr>
            <a:r>
              <a:rPr lang="zh-CN" altLang="en-US" sz="2400" dirty="0"/>
              <a:t>从数学角度来看，梯度的方向是函数增长速度最快的方向，梯度的反方向就是函数减少最快的方向</a:t>
            </a:r>
          </a:p>
        </p:txBody>
      </p:sp>
      <p:pic>
        <p:nvPicPr>
          <p:cNvPr id="6" name="图片 5">
            <a:extLst>
              <a:ext uri="{FF2B5EF4-FFF2-40B4-BE49-F238E27FC236}">
                <a16:creationId xmlns:a16="http://schemas.microsoft.com/office/drawing/2014/main" id="{2608316A-5453-F15E-4266-7A99E4B3423E}"/>
              </a:ext>
            </a:extLst>
          </p:cNvPr>
          <p:cNvPicPr/>
          <p:nvPr/>
        </p:nvPicPr>
        <p:blipFill>
          <a:blip r:embed="rId3"/>
          <a:stretch>
            <a:fillRect/>
          </a:stretch>
        </p:blipFill>
        <p:spPr>
          <a:xfrm>
            <a:off x="3838257" y="3337371"/>
            <a:ext cx="3423920" cy="966470"/>
          </a:xfrm>
          <a:prstGeom prst="rect">
            <a:avLst/>
          </a:prstGeom>
          <a:noFill/>
          <a:ln w="9525">
            <a:noFill/>
          </a:ln>
        </p:spPr>
      </p:pic>
      <p:sp>
        <p:nvSpPr>
          <p:cNvPr id="7" name="文本框 6">
            <a:extLst>
              <a:ext uri="{FF2B5EF4-FFF2-40B4-BE49-F238E27FC236}">
                <a16:creationId xmlns:a16="http://schemas.microsoft.com/office/drawing/2014/main" id="{3B94FC1D-3A98-2384-FD07-71BA6040DA64}"/>
              </a:ext>
            </a:extLst>
          </p:cNvPr>
          <p:cNvSpPr txBox="1"/>
          <p:nvPr/>
        </p:nvSpPr>
        <p:spPr>
          <a:xfrm>
            <a:off x="1106170" y="4848225"/>
            <a:ext cx="9945370" cy="1422312"/>
          </a:xfrm>
          <a:prstGeom prst="rect">
            <a:avLst/>
          </a:prstGeom>
          <a:noFill/>
        </p:spPr>
        <p:txBody>
          <a:bodyPr wrap="square" rtlCol="0" anchor="t">
            <a:spAutoFit/>
          </a:bodyPr>
          <a:lstStyle/>
          <a:p>
            <a:pPr fontAlgn="auto">
              <a:lnSpc>
                <a:spcPct val="150000"/>
              </a:lnSpc>
            </a:pPr>
            <a:r>
              <a:rPr lang="zh-CN" altLang="en-US" sz="2000" dirty="0"/>
              <a:t>其中，</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η是学习率，如果学习率太小，那么每次训练之后得到的效果都太小，增大训练的时间</a:t>
            </a:r>
            <a:r>
              <a:rPr lang="zh-CN" altLang="en-US" sz="2000" dirty="0"/>
              <a:t>成本。如果，学习率太大，那就有可能直接跳过最优解，进入无限的训练中。解决的方法就是，学习率也需要随着训练的进行而变化。</a:t>
            </a:r>
          </a:p>
        </p:txBody>
      </p:sp>
      <p:sp>
        <p:nvSpPr>
          <p:cNvPr id="8" name="灯片编号占位符 7"/>
          <p:cNvSpPr>
            <a:spLocks noGrp="1"/>
          </p:cNvSpPr>
          <p:nvPr>
            <p:ph type="sldNum" sz="quarter" idx="14"/>
          </p:nvPr>
        </p:nvSpPr>
        <p:spPr/>
        <p:txBody>
          <a:bodyPr/>
          <a:lstStyle/>
          <a:p>
            <a:fld id="{AF69888C-E133-43D9-A638-B5C95925B91C}" type="slidenum">
              <a:rPr lang="zh-CN" altLang="en-US" smtClean="0"/>
              <a:t>23</a:t>
            </a:fld>
            <a:endParaRPr lang="zh-CN" altLang="en-US" dirty="0"/>
          </a:p>
        </p:txBody>
      </p:sp>
    </p:spTree>
    <p:extLst>
      <p:ext uri="{BB962C8B-B14F-4D97-AF65-F5344CB8AC3E}">
        <p14:creationId xmlns:p14="http://schemas.microsoft.com/office/powerpoint/2010/main" val="3760699287"/>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2 </a:t>
            </a:r>
            <a:r>
              <a:rPr lang="zh-CN" altLang="en-US" sz="4000" b="1" dirty="0">
                <a:sym typeface="+mn-ea"/>
              </a:rPr>
              <a:t>梯度下降算法</a:t>
            </a:r>
          </a:p>
        </p:txBody>
      </p:sp>
      <p:pic>
        <p:nvPicPr>
          <p:cNvPr id="4" name="图片 3">
            <a:extLst>
              <a:ext uri="{FF2B5EF4-FFF2-40B4-BE49-F238E27FC236}">
                <a16:creationId xmlns:a16="http://schemas.microsoft.com/office/drawing/2014/main" id="{0EB7AAEF-D047-ABA4-D2ED-EF28E434A4FD}"/>
              </a:ext>
            </a:extLst>
          </p:cNvPr>
          <p:cNvPicPr/>
          <p:nvPr/>
        </p:nvPicPr>
        <p:blipFill>
          <a:blip r:link="rId2"/>
          <a:stretch>
            <a:fillRect/>
          </a:stretch>
        </p:blipFill>
        <p:spPr>
          <a:xfrm>
            <a:off x="6096000" y="3429000"/>
            <a:ext cx="0" cy="0"/>
          </a:xfrm>
          <a:prstGeom prst="rect">
            <a:avLst/>
          </a:prstGeom>
          <a:noFill/>
          <a:ln w="9525">
            <a:noFill/>
          </a:ln>
        </p:spPr>
      </p:pic>
      <p:pic>
        <p:nvPicPr>
          <p:cNvPr id="5" name="图片 4">
            <a:extLst>
              <a:ext uri="{FF2B5EF4-FFF2-40B4-BE49-F238E27FC236}">
                <a16:creationId xmlns:a16="http://schemas.microsoft.com/office/drawing/2014/main" id="{13F0B1CA-57CC-E176-CB0A-385A33859955}"/>
              </a:ext>
            </a:extLst>
          </p:cNvPr>
          <p:cNvPicPr/>
          <p:nvPr/>
        </p:nvPicPr>
        <p:blipFill>
          <a:blip r:link="rId2"/>
          <a:stretch>
            <a:fillRect/>
          </a:stretch>
        </p:blipFill>
        <p:spPr>
          <a:xfrm>
            <a:off x="6096000" y="3429000"/>
            <a:ext cx="0" cy="0"/>
          </a:xfrm>
          <a:prstGeom prst="rect">
            <a:avLst/>
          </a:prstGeom>
          <a:noFill/>
          <a:ln w="9525">
            <a:noFill/>
          </a:ln>
        </p:spPr>
      </p:pic>
      <p:sp>
        <p:nvSpPr>
          <p:cNvPr id="6" name="矩形 5">
            <a:extLst>
              <a:ext uri="{FF2B5EF4-FFF2-40B4-BE49-F238E27FC236}">
                <a16:creationId xmlns:a16="http://schemas.microsoft.com/office/drawing/2014/main" id="{1B7D6E9B-ED61-4A1C-FE17-1F543D0BDA4F}"/>
              </a:ext>
            </a:extLst>
          </p:cNvPr>
          <p:cNvSpPr/>
          <p:nvPr/>
        </p:nvSpPr>
        <p:spPr>
          <a:xfrm>
            <a:off x="600076" y="2080895"/>
            <a:ext cx="10494010" cy="3905043"/>
          </a:xfrm>
          <a:prstGeom prst="rect">
            <a:avLst/>
          </a:prstGeom>
        </p:spPr>
        <p:txBody>
          <a:bodyPr wrap="square">
            <a:spAutoFit/>
          </a:bodyPr>
          <a:lstStyle/>
          <a:p>
            <a:pPr fontAlgn="auto">
              <a:lnSpc>
                <a:spcPct val="150000"/>
              </a:lnSpc>
            </a:pPr>
            <a:r>
              <a:rPr lang="en-US"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y = x ^ 2 ，通过梯度下降算法求y取最小值（极小值）时候的最优解x</a:t>
            </a:r>
          </a:p>
          <a:p>
            <a:pPr fontAlgn="auto">
              <a:lnSpc>
                <a:spcPct val="150000"/>
              </a:lnSpc>
            </a:pPr>
            <a:endParaRPr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求解过程主要通过迭代完成</a:t>
            </a:r>
            <a:r>
              <a:rPr lang="zh-CN" sz="2400" dirty="0">
                <a:latin typeface="微软雅黑" panose="020B0503020204020204" pitchFamily="34" charset="-122"/>
                <a:ea typeface="微软雅黑" panose="020B0503020204020204" pitchFamily="34" charset="-122"/>
                <a:cs typeface="微软雅黑" panose="020B0503020204020204" pitchFamily="34" charset="-122"/>
              </a:rPr>
              <a:t>，</a:t>
            </a:r>
            <a:r>
              <a:rPr sz="2400" dirty="0">
                <a:latin typeface="微软雅黑" panose="020B0503020204020204" pitchFamily="34" charset="-122"/>
                <a:ea typeface="微软雅黑" panose="020B0503020204020204" pitchFamily="34" charset="-122"/>
                <a:cs typeface="微软雅黑" panose="020B0503020204020204" pitchFamily="34" charset="-122"/>
              </a:rPr>
              <a:t>迭代的方程为：</a:t>
            </a:r>
            <a:r>
              <a:rPr 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sz="2400" dirty="0">
                <a:latin typeface="微软雅黑" panose="020B0503020204020204" pitchFamily="34" charset="-122"/>
                <a:ea typeface="微软雅黑" panose="020B0503020204020204" pitchFamily="34" charset="-122"/>
                <a:cs typeface="微软雅黑" panose="020B0503020204020204" pitchFamily="34" charset="-122"/>
                <a:sym typeface="+mn-ea"/>
              </a:rPr>
              <a:t>x = x - y'(x) * α</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sz="2400" dirty="0">
                <a:latin typeface="微软雅黑" panose="020B0503020204020204" pitchFamily="34" charset="-122"/>
                <a:ea typeface="微软雅黑" panose="020B0503020204020204" pitchFamily="34" charset="-122"/>
                <a:cs typeface="微软雅黑" panose="020B0503020204020204" pitchFamily="34" charset="-122"/>
              </a:rPr>
              <a:t>      </a:t>
            </a:r>
            <a:r>
              <a:rPr sz="2400" dirty="0">
                <a:latin typeface="微软雅黑" panose="020B0503020204020204" pitchFamily="34" charset="-122"/>
                <a:ea typeface="微软雅黑" panose="020B0503020204020204" pitchFamily="34" charset="-122"/>
                <a:cs typeface="微软雅黑" panose="020B0503020204020204" pitchFamily="34" charset="-122"/>
              </a:rPr>
              <a:t>其中x为要求的解，y'(x)为梯度（也就是导数或偏导，我们在这里用最简单的一元函数演示，所以直接写成导数）α为学习率（或称步长，是一个重要的参数，α的选择直接影响这着算法的效率）</a:t>
            </a:r>
            <a:r>
              <a:rPr 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7" name="文本框 6">
            <a:extLst>
              <a:ext uri="{FF2B5EF4-FFF2-40B4-BE49-F238E27FC236}">
                <a16:creationId xmlns:a16="http://schemas.microsoft.com/office/drawing/2014/main" id="{AB173D10-CFF2-0086-F693-45E0AB730478}"/>
              </a:ext>
            </a:extLst>
          </p:cNvPr>
          <p:cNvSpPr txBox="1"/>
          <p:nvPr/>
        </p:nvSpPr>
        <p:spPr>
          <a:xfrm>
            <a:off x="600076" y="1404435"/>
            <a:ext cx="3213100" cy="424732"/>
          </a:xfrm>
          <a:prstGeom prst="rect">
            <a:avLst/>
          </a:prstGeom>
          <a:noFill/>
          <a:ln>
            <a:noFill/>
          </a:ln>
        </p:spPr>
        <p:txBody>
          <a:bodyPr wrap="square" rtlCol="0">
            <a:spAutoFit/>
          </a:bodyPr>
          <a:lstStyle/>
          <a:p>
            <a:pPr marL="342900" indent="-342900" defTabSz="685800">
              <a:lnSpc>
                <a:spcPct val="90000"/>
              </a:lnSpc>
              <a:spcBef>
                <a:spcPts val="750"/>
              </a:spcBef>
              <a:buFont typeface="Wingdings" pitchFamily="2" charset="2"/>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一维梯度下降例题</a:t>
            </a:r>
          </a:p>
        </p:txBody>
      </p:sp>
      <p:sp>
        <p:nvSpPr>
          <p:cNvPr id="2" name="灯片编号占位符 1"/>
          <p:cNvSpPr>
            <a:spLocks noGrp="1"/>
          </p:cNvSpPr>
          <p:nvPr>
            <p:ph type="sldNum" sz="quarter" idx="14"/>
          </p:nvPr>
        </p:nvSpPr>
        <p:spPr/>
        <p:txBody>
          <a:bodyPr/>
          <a:lstStyle/>
          <a:p>
            <a:fld id="{AF69888C-E133-43D9-A638-B5C95925B91C}" type="slidenum">
              <a:rPr lang="zh-CN" altLang="en-US" smtClean="0"/>
              <a:t>24</a:t>
            </a:fld>
            <a:endParaRPr lang="zh-CN" altLang="en-US" dirty="0"/>
          </a:p>
        </p:txBody>
      </p:sp>
    </p:spTree>
    <p:extLst>
      <p:ext uri="{BB962C8B-B14F-4D97-AF65-F5344CB8AC3E}">
        <p14:creationId xmlns:p14="http://schemas.microsoft.com/office/powerpoint/2010/main" val="2584608336"/>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2 </a:t>
            </a:r>
            <a:r>
              <a:rPr lang="zh-CN" altLang="en-US" sz="4000" b="1" dirty="0">
                <a:sym typeface="+mn-ea"/>
              </a:rPr>
              <a:t>梯度下降算法</a:t>
            </a:r>
          </a:p>
        </p:txBody>
      </p:sp>
      <p:pic>
        <p:nvPicPr>
          <p:cNvPr id="2" name="图片 1">
            <a:extLst>
              <a:ext uri="{FF2B5EF4-FFF2-40B4-BE49-F238E27FC236}">
                <a16:creationId xmlns:a16="http://schemas.microsoft.com/office/drawing/2014/main" id="{2793DB36-ACF8-58AD-551B-DCE390E871F5}"/>
              </a:ext>
            </a:extLst>
          </p:cNvPr>
          <p:cNvPicPr/>
          <p:nvPr/>
        </p:nvPicPr>
        <p:blipFill>
          <a:blip r:link="rId2"/>
          <a:stretch>
            <a:fillRect/>
          </a:stretch>
        </p:blipFill>
        <p:spPr>
          <a:xfrm>
            <a:off x="6100455" y="3179901"/>
            <a:ext cx="0" cy="0"/>
          </a:xfrm>
          <a:prstGeom prst="rect">
            <a:avLst/>
          </a:prstGeom>
          <a:noFill/>
          <a:ln w="9525">
            <a:noFill/>
          </a:ln>
        </p:spPr>
      </p:pic>
      <p:pic>
        <p:nvPicPr>
          <p:cNvPr id="4" name="图片 3">
            <a:extLst>
              <a:ext uri="{FF2B5EF4-FFF2-40B4-BE49-F238E27FC236}">
                <a16:creationId xmlns:a16="http://schemas.microsoft.com/office/drawing/2014/main" id="{0902F8BC-5249-E28A-3802-4FD111579D9A}"/>
              </a:ext>
            </a:extLst>
          </p:cNvPr>
          <p:cNvPicPr/>
          <p:nvPr/>
        </p:nvPicPr>
        <p:blipFill>
          <a:blip r:link="rId2"/>
          <a:stretch>
            <a:fillRect/>
          </a:stretch>
        </p:blipFill>
        <p:spPr>
          <a:xfrm>
            <a:off x="6100455" y="3179901"/>
            <a:ext cx="0" cy="0"/>
          </a:xfrm>
          <a:prstGeom prst="rect">
            <a:avLst/>
          </a:prstGeom>
          <a:noFill/>
          <a:ln w="9525">
            <a:noFill/>
          </a:ln>
        </p:spPr>
      </p:pic>
      <p:sp>
        <p:nvSpPr>
          <p:cNvPr id="5" name="矩形 4">
            <a:extLst>
              <a:ext uri="{FF2B5EF4-FFF2-40B4-BE49-F238E27FC236}">
                <a16:creationId xmlns:a16="http://schemas.microsoft.com/office/drawing/2014/main" id="{7438FCD8-A775-9E15-BFEC-971635544006}"/>
              </a:ext>
            </a:extLst>
          </p:cNvPr>
          <p:cNvSpPr/>
          <p:nvPr/>
        </p:nvSpPr>
        <p:spPr>
          <a:xfrm>
            <a:off x="1046162" y="1098924"/>
            <a:ext cx="10099675" cy="5116209"/>
          </a:xfrm>
          <a:prstGeom prst="rect">
            <a:avLst/>
          </a:prstGeom>
        </p:spPr>
        <p:txBody>
          <a:bodyPr wrap="square">
            <a:spAutoFit/>
          </a:bodyPr>
          <a:lstStyle/>
          <a:p>
            <a:pPr fontAlgn="auto">
              <a:lnSpc>
                <a:spcPct val="150000"/>
              </a:lnSpc>
            </a:pPr>
            <a:r>
              <a:rPr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y = x ^ 2 ，通过梯度下降算法求y取最小值（极小值）时候的最优解x</a:t>
            </a:r>
            <a:r>
              <a:rPr 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r>
              <a:rPr 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p>
          <a:p>
            <a:pPr fontAlgn="auto">
              <a:lnSpc>
                <a:spcPct val="150000"/>
              </a:lnSpc>
            </a:pPr>
            <a:r>
              <a:rPr sz="2000" b="1" dirty="0">
                <a:latin typeface="微软雅黑" panose="020B0503020204020204" pitchFamily="34" charset="-122"/>
                <a:ea typeface="微软雅黑" panose="020B0503020204020204" pitchFamily="34" charset="-122"/>
                <a:cs typeface="微软雅黑" panose="020B0503020204020204" pitchFamily="34" charset="-122"/>
              </a:rPr>
              <a:t>算法过程：</a:t>
            </a:r>
            <a:endParaRPr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1.首先任取一点，我们取x = 3，计算其导数y'(x) = 6</a:t>
            </a:r>
          </a:p>
          <a:p>
            <a:pPr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2.我们设定学习率为α = 0.4</a:t>
            </a:r>
          </a:p>
          <a:p>
            <a:pPr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3.开始算法的迭代：</a:t>
            </a:r>
          </a:p>
          <a:p>
            <a:pPr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（1）x = 3，y'(x) = 6，x = x - y'(x) * α = 0.6</a:t>
            </a:r>
          </a:p>
          <a:p>
            <a:pPr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（2）x = 0.6，y'(x) = 1.2，x = x - y'(x) * α = 0.12</a:t>
            </a:r>
          </a:p>
          <a:p>
            <a:pPr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（3）x = 0.12，y'(x) = 0.24，x = x - y'(x) * α = 0.024</a:t>
            </a:r>
          </a:p>
          <a:p>
            <a:pPr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（4）x = 0.024，y'(x) = 0.048，x = x - y'(x) * α = 0.0048</a:t>
            </a:r>
            <a:r>
              <a:rPr lang="en-US" sz="2000" dirty="0">
                <a:latin typeface="微软雅黑" panose="020B0503020204020204" pitchFamily="34" charset="-122"/>
                <a:ea typeface="微软雅黑" panose="020B0503020204020204" pitchFamily="34" charset="-122"/>
                <a:cs typeface="微软雅黑" panose="020B0503020204020204" pitchFamily="34" charset="-122"/>
              </a:rPr>
              <a:t>    ...</a:t>
            </a:r>
            <a:endParaRPr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sz="2000" dirty="0">
                <a:latin typeface="微软雅黑" panose="020B0503020204020204" pitchFamily="34" charset="-122"/>
                <a:ea typeface="微软雅黑" panose="020B0503020204020204" pitchFamily="34" charset="-122"/>
                <a:cs typeface="微软雅黑" panose="020B0503020204020204" pitchFamily="34" charset="-122"/>
              </a:rPr>
              <a:t>4.当梯度（导数）下降到很小或为0时，则求得的解x趋向最优解，比如本例中迭代到第四步时y'(x) = 0.048已经非常小了，x = 0.0048基本趋向于本例的真正解x = 0</a:t>
            </a:r>
          </a:p>
        </p:txBody>
      </p:sp>
      <p:sp>
        <p:nvSpPr>
          <p:cNvPr id="6" name="文本框 5">
            <a:extLst>
              <a:ext uri="{FF2B5EF4-FFF2-40B4-BE49-F238E27FC236}">
                <a16:creationId xmlns:a16="http://schemas.microsoft.com/office/drawing/2014/main" id="{A79D9DA7-C128-0F11-F06B-58E0F4070339}"/>
              </a:ext>
            </a:extLst>
          </p:cNvPr>
          <p:cNvSpPr txBox="1"/>
          <p:nvPr/>
        </p:nvSpPr>
        <p:spPr>
          <a:xfrm>
            <a:off x="5358121" y="423740"/>
            <a:ext cx="3213100" cy="424732"/>
          </a:xfrm>
          <a:prstGeom prst="rect">
            <a:avLst/>
          </a:prstGeom>
          <a:noFill/>
          <a:ln>
            <a:noFill/>
          </a:ln>
        </p:spPr>
        <p:txBody>
          <a:bodyPr wrap="square" rtlCol="0">
            <a:spAutoFit/>
          </a:bodyPr>
          <a:lstStyle/>
          <a:p>
            <a:pPr marL="342900" indent="-342900" defTabSz="685800">
              <a:lnSpc>
                <a:spcPct val="90000"/>
              </a:lnSpc>
              <a:spcBef>
                <a:spcPts val="750"/>
              </a:spcBef>
              <a:buFont typeface="Wingdings" pitchFamily="2" charset="2"/>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一维梯度下降例题</a:t>
            </a:r>
          </a:p>
        </p:txBody>
      </p:sp>
      <p:sp>
        <p:nvSpPr>
          <p:cNvPr id="7" name="灯片编号占位符 6"/>
          <p:cNvSpPr>
            <a:spLocks noGrp="1"/>
          </p:cNvSpPr>
          <p:nvPr>
            <p:ph type="sldNum" sz="quarter" idx="14"/>
          </p:nvPr>
        </p:nvSpPr>
        <p:spPr/>
        <p:txBody>
          <a:bodyPr/>
          <a:lstStyle/>
          <a:p>
            <a:fld id="{AF69888C-E133-43D9-A638-B5C95925B91C}" type="slidenum">
              <a:rPr lang="zh-CN" altLang="en-US" smtClean="0"/>
              <a:t>25</a:t>
            </a:fld>
            <a:endParaRPr lang="zh-CN" altLang="en-US" dirty="0"/>
          </a:p>
        </p:txBody>
      </p:sp>
    </p:spTree>
    <p:extLst>
      <p:ext uri="{BB962C8B-B14F-4D97-AF65-F5344CB8AC3E}">
        <p14:creationId xmlns:p14="http://schemas.microsoft.com/office/powerpoint/2010/main" val="1928610729"/>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2 </a:t>
            </a:r>
            <a:r>
              <a:rPr lang="zh-CN" altLang="en-US" sz="4000" b="1" dirty="0">
                <a:sym typeface="+mn-ea"/>
              </a:rPr>
              <a:t>梯度下降算法</a:t>
            </a:r>
          </a:p>
        </p:txBody>
      </p:sp>
      <p:pic>
        <p:nvPicPr>
          <p:cNvPr id="2" name="图片 1">
            <a:extLst>
              <a:ext uri="{FF2B5EF4-FFF2-40B4-BE49-F238E27FC236}">
                <a16:creationId xmlns:a16="http://schemas.microsoft.com/office/drawing/2014/main" id="{27B700B1-65A8-9192-0863-C02B528E0923}"/>
              </a:ext>
            </a:extLst>
          </p:cNvPr>
          <p:cNvPicPr/>
          <p:nvPr/>
        </p:nvPicPr>
        <p:blipFill>
          <a:blip r:link="rId3"/>
          <a:stretch>
            <a:fillRect/>
          </a:stretch>
        </p:blipFill>
        <p:spPr>
          <a:xfrm>
            <a:off x="6100455" y="3179425"/>
            <a:ext cx="0" cy="0"/>
          </a:xfrm>
          <a:prstGeom prst="rect">
            <a:avLst/>
          </a:prstGeom>
          <a:noFill/>
          <a:ln w="9525">
            <a:noFill/>
          </a:ln>
        </p:spPr>
      </p:pic>
      <p:pic>
        <p:nvPicPr>
          <p:cNvPr id="4" name="图片 3">
            <a:extLst>
              <a:ext uri="{FF2B5EF4-FFF2-40B4-BE49-F238E27FC236}">
                <a16:creationId xmlns:a16="http://schemas.microsoft.com/office/drawing/2014/main" id="{A016779F-A7BE-8946-E989-5A3679D128DD}"/>
              </a:ext>
            </a:extLst>
          </p:cNvPr>
          <p:cNvPicPr/>
          <p:nvPr/>
        </p:nvPicPr>
        <p:blipFill>
          <a:blip r:link="rId3"/>
          <a:stretch>
            <a:fillRect/>
          </a:stretch>
        </p:blipFill>
        <p:spPr>
          <a:xfrm>
            <a:off x="6100455" y="3179425"/>
            <a:ext cx="0" cy="0"/>
          </a:xfrm>
          <a:prstGeom prst="rect">
            <a:avLst/>
          </a:prstGeom>
          <a:noFill/>
          <a:ln w="9525">
            <a:noFill/>
          </a:ln>
        </p:spPr>
      </p:pic>
      <p:sp>
        <p:nvSpPr>
          <p:cNvPr id="5" name="文本框 4">
            <a:extLst>
              <a:ext uri="{FF2B5EF4-FFF2-40B4-BE49-F238E27FC236}">
                <a16:creationId xmlns:a16="http://schemas.microsoft.com/office/drawing/2014/main" id="{359D252F-5305-3319-DD40-F8EADBE97534}"/>
              </a:ext>
            </a:extLst>
          </p:cNvPr>
          <p:cNvSpPr txBox="1"/>
          <p:nvPr/>
        </p:nvSpPr>
        <p:spPr>
          <a:xfrm>
            <a:off x="1066810" y="1649710"/>
            <a:ext cx="5033645" cy="961225"/>
          </a:xfrm>
          <a:prstGeom prst="rect">
            <a:avLst/>
          </a:prstGeom>
          <a:noFill/>
        </p:spPr>
        <p:txBody>
          <a:bodyPr wrap="square" anchor="t">
            <a:spAutoFit/>
          </a:bodyPr>
          <a:lstStyle/>
          <a:p>
            <a:pPr fontAlgn="auto">
              <a:lnSpc>
                <a:spcPct val="150000"/>
              </a:lnSpc>
              <a:spcBef>
                <a:spcPts val="0"/>
              </a:spcBef>
              <a:spcAft>
                <a:spcPts val="0"/>
              </a:spcAf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假设J(θ)=θ^2，则导数为J′(θ) = 2θ，我们选择θ^0=1，α=0.4，则:</a:t>
            </a:r>
          </a:p>
        </p:txBody>
      </p:sp>
      <p:pic>
        <p:nvPicPr>
          <p:cNvPr id="6" name="图片 5">
            <a:extLst>
              <a:ext uri="{FF2B5EF4-FFF2-40B4-BE49-F238E27FC236}">
                <a16:creationId xmlns:a16="http://schemas.microsoft.com/office/drawing/2014/main" id="{FA679358-1F33-2EA1-B65A-10AFAA523BC7}"/>
              </a:ext>
            </a:extLst>
          </p:cNvPr>
          <p:cNvPicPr>
            <a:picLocks noChangeAspect="1"/>
          </p:cNvPicPr>
          <p:nvPr>
            <p:custDataLst>
              <p:tags r:id="rId1"/>
            </p:custDataLst>
          </p:nvPr>
        </p:nvPicPr>
        <p:blipFill>
          <a:blip r:embed="rId4"/>
          <a:stretch>
            <a:fillRect/>
          </a:stretch>
        </p:blipFill>
        <p:spPr>
          <a:xfrm>
            <a:off x="2216160" y="2771755"/>
            <a:ext cx="2735580" cy="3083560"/>
          </a:xfrm>
          <a:prstGeom prst="rect">
            <a:avLst/>
          </a:prstGeom>
        </p:spPr>
      </p:pic>
      <p:pic>
        <p:nvPicPr>
          <p:cNvPr id="7" name="图片 6">
            <a:extLst>
              <a:ext uri="{FF2B5EF4-FFF2-40B4-BE49-F238E27FC236}">
                <a16:creationId xmlns:a16="http://schemas.microsoft.com/office/drawing/2014/main" id="{B1D15600-43F8-4326-C079-8D4470988C71}"/>
              </a:ext>
            </a:extLst>
          </p:cNvPr>
          <p:cNvPicPr>
            <a:picLocks noChangeAspect="1"/>
          </p:cNvPicPr>
          <p:nvPr/>
        </p:nvPicPr>
        <p:blipFill>
          <a:blip r:embed="rId5"/>
          <a:stretch>
            <a:fillRect/>
          </a:stretch>
        </p:blipFill>
        <p:spPr>
          <a:xfrm>
            <a:off x="6729105" y="1649710"/>
            <a:ext cx="4553585" cy="4596130"/>
          </a:xfrm>
          <a:prstGeom prst="rect">
            <a:avLst/>
          </a:prstGeom>
        </p:spPr>
      </p:pic>
      <p:sp>
        <p:nvSpPr>
          <p:cNvPr id="8" name="文本框 5">
            <a:extLst>
              <a:ext uri="{FF2B5EF4-FFF2-40B4-BE49-F238E27FC236}">
                <a16:creationId xmlns:a16="http://schemas.microsoft.com/office/drawing/2014/main" id="{8122DC94-0775-C333-0E69-3CDDCB6B622D}"/>
              </a:ext>
            </a:extLst>
          </p:cNvPr>
          <p:cNvSpPr txBox="1"/>
          <p:nvPr/>
        </p:nvSpPr>
        <p:spPr>
          <a:xfrm>
            <a:off x="604531" y="1154860"/>
            <a:ext cx="3213100" cy="424732"/>
          </a:xfrm>
          <a:prstGeom prst="rect">
            <a:avLst/>
          </a:prstGeom>
          <a:noFill/>
          <a:ln>
            <a:noFill/>
          </a:ln>
        </p:spPr>
        <p:txBody>
          <a:bodyPr wrap="square" rtlCol="0">
            <a:spAutoFit/>
          </a:bodyPr>
          <a:lstStyle/>
          <a:p>
            <a:pPr marL="342900" indent="-342900" defTabSz="685800">
              <a:lnSpc>
                <a:spcPct val="90000"/>
              </a:lnSpc>
              <a:spcBef>
                <a:spcPts val="750"/>
              </a:spcBef>
              <a:buFont typeface="Wingdings" pitchFamily="2" charset="2"/>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一维梯度下降例题</a:t>
            </a:r>
          </a:p>
        </p:txBody>
      </p:sp>
      <p:sp>
        <p:nvSpPr>
          <p:cNvPr id="9" name="灯片编号占位符 8"/>
          <p:cNvSpPr>
            <a:spLocks noGrp="1"/>
          </p:cNvSpPr>
          <p:nvPr>
            <p:ph type="sldNum" sz="quarter" idx="14"/>
          </p:nvPr>
        </p:nvSpPr>
        <p:spPr/>
        <p:txBody>
          <a:bodyPr/>
          <a:lstStyle/>
          <a:p>
            <a:fld id="{AF69888C-E133-43D9-A638-B5C95925B91C}" type="slidenum">
              <a:rPr lang="zh-CN" altLang="en-US" smtClean="0"/>
              <a:t>26</a:t>
            </a:fld>
            <a:endParaRPr lang="zh-CN" altLang="en-US" dirty="0"/>
          </a:p>
        </p:txBody>
      </p:sp>
    </p:spTree>
    <p:extLst>
      <p:ext uri="{BB962C8B-B14F-4D97-AF65-F5344CB8AC3E}">
        <p14:creationId xmlns:p14="http://schemas.microsoft.com/office/powerpoint/2010/main" val="409860523"/>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2 </a:t>
            </a:r>
            <a:r>
              <a:rPr lang="zh-CN" altLang="en-US" sz="4000" b="1" dirty="0">
                <a:sym typeface="+mn-ea"/>
              </a:rPr>
              <a:t>梯度下降算法</a:t>
            </a:r>
          </a:p>
        </p:txBody>
      </p:sp>
      <p:pic>
        <p:nvPicPr>
          <p:cNvPr id="2" name="图片 1">
            <a:extLst>
              <a:ext uri="{FF2B5EF4-FFF2-40B4-BE49-F238E27FC236}">
                <a16:creationId xmlns:a16="http://schemas.microsoft.com/office/drawing/2014/main" id="{1CDD653A-9C39-6118-BBF9-9006D0FB3846}"/>
              </a:ext>
            </a:extLst>
          </p:cNvPr>
          <p:cNvPicPr/>
          <p:nvPr/>
        </p:nvPicPr>
        <p:blipFill>
          <a:blip r:link="rId2"/>
          <a:stretch>
            <a:fillRect/>
          </a:stretch>
        </p:blipFill>
        <p:spPr>
          <a:xfrm>
            <a:off x="6096000" y="3429000"/>
            <a:ext cx="0" cy="0"/>
          </a:xfrm>
          <a:prstGeom prst="rect">
            <a:avLst/>
          </a:prstGeom>
          <a:noFill/>
          <a:ln w="9525">
            <a:noFill/>
          </a:ln>
        </p:spPr>
      </p:pic>
      <p:pic>
        <p:nvPicPr>
          <p:cNvPr id="4" name="图片 3">
            <a:extLst>
              <a:ext uri="{FF2B5EF4-FFF2-40B4-BE49-F238E27FC236}">
                <a16:creationId xmlns:a16="http://schemas.microsoft.com/office/drawing/2014/main" id="{E017657C-BF95-2B83-4F69-79A5C9986A2B}"/>
              </a:ext>
            </a:extLst>
          </p:cNvPr>
          <p:cNvPicPr/>
          <p:nvPr/>
        </p:nvPicPr>
        <p:blipFill>
          <a:blip r:link="rId2"/>
          <a:stretch>
            <a:fillRect/>
          </a:stretch>
        </p:blipFill>
        <p:spPr>
          <a:xfrm>
            <a:off x="6096000" y="3429000"/>
            <a:ext cx="0" cy="0"/>
          </a:xfrm>
          <a:prstGeom prst="rect">
            <a:avLst/>
          </a:prstGeom>
          <a:noFill/>
          <a:ln w="9525">
            <a:noFill/>
          </a:ln>
        </p:spPr>
      </p:pic>
      <p:sp>
        <p:nvSpPr>
          <p:cNvPr id="5" name="文本框 4">
            <a:extLst>
              <a:ext uri="{FF2B5EF4-FFF2-40B4-BE49-F238E27FC236}">
                <a16:creationId xmlns:a16="http://schemas.microsoft.com/office/drawing/2014/main" id="{DCC5C4FC-DA46-080E-EB81-C59E1785BAC1}"/>
              </a:ext>
            </a:extLst>
          </p:cNvPr>
          <p:cNvSpPr txBox="1"/>
          <p:nvPr/>
        </p:nvSpPr>
        <p:spPr>
          <a:xfrm>
            <a:off x="1120140" y="2102519"/>
            <a:ext cx="4931093" cy="3351046"/>
          </a:xfrm>
          <a:prstGeom prst="rect">
            <a:avLst/>
          </a:prstGeom>
          <a:noFill/>
        </p:spPr>
        <p:txBody>
          <a:bodyPr wrap="square" anchor="t">
            <a:spAutoFit/>
          </a:bodyPr>
          <a:lstStyle/>
          <a:p>
            <a:pPr fontAlgn="auto">
              <a:lnSpc>
                <a:spcPct val="150000"/>
              </a:lnSpc>
              <a:spcBef>
                <a:spcPts val="0"/>
              </a:spcBef>
              <a:spcAft>
                <a:spcPts val="0"/>
              </a:spcAft>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而当我们将学习率设置为α=0.75时：</a:t>
            </a:r>
          </a:p>
          <a:p>
            <a:pPr fontAlgn="auto">
              <a:lnSpc>
                <a:spcPct val="150000"/>
              </a:lnSpc>
              <a:spcBef>
                <a:spcPts val="0"/>
              </a:spcBef>
              <a:spcAft>
                <a:spcPts val="0"/>
              </a:spcAft>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spcBef>
                <a:spcPts val="0"/>
              </a:spcBef>
              <a:spcAft>
                <a:spcPts val="0"/>
              </a:spcAft>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如图所示，优化后数值到了最低点左侧的位置，并且继续向左偏移，错过了最低点：</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spcBef>
                <a:spcPts val="0"/>
              </a:spcBef>
              <a:spcAft>
                <a:spcPts val="0"/>
              </a:spcAft>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a:extLst>
              <a:ext uri="{FF2B5EF4-FFF2-40B4-BE49-F238E27FC236}">
                <a16:creationId xmlns:a16="http://schemas.microsoft.com/office/drawing/2014/main" id="{3AAC7088-6F06-13FD-5229-926E56372289}"/>
              </a:ext>
            </a:extLst>
          </p:cNvPr>
          <p:cNvPicPr>
            <a:picLocks noChangeAspect="1"/>
          </p:cNvPicPr>
          <p:nvPr/>
        </p:nvPicPr>
        <p:blipFill>
          <a:blip r:embed="rId3"/>
          <a:stretch>
            <a:fillRect/>
          </a:stretch>
        </p:blipFill>
        <p:spPr>
          <a:xfrm>
            <a:off x="6514465" y="1404435"/>
            <a:ext cx="4557395" cy="4581525"/>
          </a:xfrm>
          <a:prstGeom prst="rect">
            <a:avLst/>
          </a:prstGeom>
        </p:spPr>
      </p:pic>
      <p:sp>
        <p:nvSpPr>
          <p:cNvPr id="7" name="文本框 5">
            <a:extLst>
              <a:ext uri="{FF2B5EF4-FFF2-40B4-BE49-F238E27FC236}">
                <a16:creationId xmlns:a16="http://schemas.microsoft.com/office/drawing/2014/main" id="{3BC9780F-B85A-B345-169D-A7FBE02D61A3}"/>
              </a:ext>
            </a:extLst>
          </p:cNvPr>
          <p:cNvSpPr txBox="1"/>
          <p:nvPr/>
        </p:nvSpPr>
        <p:spPr>
          <a:xfrm>
            <a:off x="600076" y="1404435"/>
            <a:ext cx="3213100" cy="424732"/>
          </a:xfrm>
          <a:prstGeom prst="rect">
            <a:avLst/>
          </a:prstGeom>
          <a:noFill/>
          <a:ln>
            <a:noFill/>
          </a:ln>
        </p:spPr>
        <p:txBody>
          <a:bodyPr wrap="square" rtlCol="0">
            <a:spAutoFit/>
          </a:bodyPr>
          <a:lstStyle/>
          <a:p>
            <a:pPr marL="342900" indent="-342900" defTabSz="685800">
              <a:lnSpc>
                <a:spcPct val="90000"/>
              </a:lnSpc>
              <a:spcBef>
                <a:spcPts val="750"/>
              </a:spcBef>
              <a:buFont typeface="Wingdings" pitchFamily="2" charset="2"/>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一维梯度下降例题</a:t>
            </a:r>
          </a:p>
        </p:txBody>
      </p:sp>
      <p:sp>
        <p:nvSpPr>
          <p:cNvPr id="8" name="灯片编号占位符 7"/>
          <p:cNvSpPr>
            <a:spLocks noGrp="1"/>
          </p:cNvSpPr>
          <p:nvPr>
            <p:ph type="sldNum" sz="quarter" idx="14"/>
          </p:nvPr>
        </p:nvSpPr>
        <p:spPr/>
        <p:txBody>
          <a:bodyPr/>
          <a:lstStyle/>
          <a:p>
            <a:fld id="{AF69888C-E133-43D9-A638-B5C95925B91C}" type="slidenum">
              <a:rPr lang="zh-CN" altLang="en-US" smtClean="0"/>
              <a:t>27</a:t>
            </a:fld>
            <a:endParaRPr lang="zh-CN" altLang="en-US" dirty="0"/>
          </a:p>
        </p:txBody>
      </p:sp>
    </p:spTree>
    <p:extLst>
      <p:ext uri="{BB962C8B-B14F-4D97-AF65-F5344CB8AC3E}">
        <p14:creationId xmlns:p14="http://schemas.microsoft.com/office/powerpoint/2010/main" val="3243107698"/>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2 </a:t>
            </a:r>
            <a:r>
              <a:rPr lang="zh-CN" altLang="en-US" sz="4000" b="1" dirty="0">
                <a:sym typeface="+mn-ea"/>
              </a:rPr>
              <a:t>梯度下降算法</a:t>
            </a:r>
          </a:p>
        </p:txBody>
      </p:sp>
      <p:pic>
        <p:nvPicPr>
          <p:cNvPr id="2" name="图片 1">
            <a:extLst>
              <a:ext uri="{FF2B5EF4-FFF2-40B4-BE49-F238E27FC236}">
                <a16:creationId xmlns:a16="http://schemas.microsoft.com/office/drawing/2014/main" id="{1566FEB2-4827-E71E-DA3C-519E3AD5FD3F}"/>
              </a:ext>
            </a:extLst>
          </p:cNvPr>
          <p:cNvPicPr/>
          <p:nvPr/>
        </p:nvPicPr>
        <p:blipFill>
          <a:blip r:link="rId3"/>
          <a:stretch>
            <a:fillRect/>
          </a:stretch>
        </p:blipFill>
        <p:spPr>
          <a:xfrm>
            <a:off x="6122352" y="3310149"/>
            <a:ext cx="0" cy="0"/>
          </a:xfrm>
          <a:prstGeom prst="rect">
            <a:avLst/>
          </a:prstGeom>
          <a:noFill/>
          <a:ln w="9525">
            <a:noFill/>
          </a:ln>
        </p:spPr>
      </p:pic>
      <p:pic>
        <p:nvPicPr>
          <p:cNvPr id="4" name="图片 3">
            <a:extLst>
              <a:ext uri="{FF2B5EF4-FFF2-40B4-BE49-F238E27FC236}">
                <a16:creationId xmlns:a16="http://schemas.microsoft.com/office/drawing/2014/main" id="{B341BC84-F527-633F-44A2-4CB8551F80C1}"/>
              </a:ext>
            </a:extLst>
          </p:cNvPr>
          <p:cNvPicPr/>
          <p:nvPr/>
        </p:nvPicPr>
        <p:blipFill>
          <a:blip r:link="rId3"/>
          <a:stretch>
            <a:fillRect/>
          </a:stretch>
        </p:blipFill>
        <p:spPr>
          <a:xfrm>
            <a:off x="6122352" y="3310149"/>
            <a:ext cx="0" cy="0"/>
          </a:xfrm>
          <a:prstGeom prst="rect">
            <a:avLst/>
          </a:prstGeom>
          <a:noFill/>
          <a:ln w="9525">
            <a:noFill/>
          </a:ln>
        </p:spPr>
      </p:pic>
      <p:pic>
        <p:nvPicPr>
          <p:cNvPr id="5" name="图片 4">
            <a:extLst>
              <a:ext uri="{FF2B5EF4-FFF2-40B4-BE49-F238E27FC236}">
                <a16:creationId xmlns:a16="http://schemas.microsoft.com/office/drawing/2014/main" id="{84D01BA6-58CE-1F89-808A-FA9D7F4FF015}"/>
              </a:ext>
            </a:extLst>
          </p:cNvPr>
          <p:cNvPicPr/>
          <p:nvPr/>
        </p:nvPicPr>
        <p:blipFill>
          <a:blip r:embed="rId4"/>
          <a:srcRect t="5053" r="2521"/>
          <a:stretch>
            <a:fillRect/>
          </a:stretch>
        </p:blipFill>
        <p:spPr>
          <a:xfrm>
            <a:off x="1097597" y="1622751"/>
            <a:ext cx="9996805" cy="2606675"/>
          </a:xfrm>
          <a:prstGeom prst="rect">
            <a:avLst/>
          </a:prstGeom>
          <a:noFill/>
          <a:ln w="9525">
            <a:noFill/>
          </a:ln>
        </p:spPr>
      </p:pic>
      <p:sp>
        <p:nvSpPr>
          <p:cNvPr id="6" name="文本框 5">
            <a:extLst>
              <a:ext uri="{FF2B5EF4-FFF2-40B4-BE49-F238E27FC236}">
                <a16:creationId xmlns:a16="http://schemas.microsoft.com/office/drawing/2014/main" id="{5D6D4621-3322-32D1-CB63-309667D2A768}"/>
              </a:ext>
            </a:extLst>
          </p:cNvPr>
          <p:cNvSpPr txBox="1"/>
          <p:nvPr/>
        </p:nvSpPr>
        <p:spPr>
          <a:xfrm>
            <a:off x="1097597" y="4421399"/>
            <a:ext cx="10379075" cy="1883977"/>
          </a:xfrm>
          <a:prstGeom prst="rect">
            <a:avLst/>
          </a:prstGeom>
          <a:noFill/>
        </p:spPr>
        <p:txBody>
          <a:bodyPr wrap="square" rtlCol="0" anchor="t">
            <a:spAutoFit/>
          </a:bodyPr>
          <a:lstStyle/>
          <a:p>
            <a:pPr fontAlgn="auto">
              <a:lnSpc>
                <a:spcPct val="150000"/>
              </a:lnSpc>
            </a:pPr>
            <a:r>
              <a:rPr lang="zh-CN" altLang="en-US" sz="2000" dirty="0"/>
              <a:t>在上图中我们展示了一维和多维的代价函数，代价函数呈碗状。在训练过程中代价函数对权重的偏导数就是代价函数在该位置点的梯度。我们可以看到，沿着负梯度方向移动，就可以到达代价函数底部，从而使代价函数最小化。这种利用代价函数的梯度迭代地寻找局部最小值的过程就是梯度下降的过程。</a:t>
            </a:r>
          </a:p>
        </p:txBody>
      </p:sp>
      <p:sp>
        <p:nvSpPr>
          <p:cNvPr id="7" name="文本框 5">
            <a:extLst>
              <a:ext uri="{FF2B5EF4-FFF2-40B4-BE49-F238E27FC236}">
                <a16:creationId xmlns:a16="http://schemas.microsoft.com/office/drawing/2014/main" id="{9FA98452-E547-F7BD-03BA-4392EBA315CB}"/>
              </a:ext>
            </a:extLst>
          </p:cNvPr>
          <p:cNvSpPr txBox="1"/>
          <p:nvPr/>
        </p:nvSpPr>
        <p:spPr>
          <a:xfrm>
            <a:off x="718820" y="1111594"/>
            <a:ext cx="3213100" cy="424732"/>
          </a:xfrm>
          <a:prstGeom prst="rect">
            <a:avLst/>
          </a:prstGeom>
          <a:noFill/>
          <a:ln>
            <a:noFill/>
          </a:ln>
        </p:spPr>
        <p:txBody>
          <a:bodyPr wrap="square" rtlCol="0">
            <a:spAutoFit/>
          </a:bodyPr>
          <a:lstStyle/>
          <a:p>
            <a:pPr marL="342900" indent="-342900" defTabSz="685800">
              <a:lnSpc>
                <a:spcPct val="90000"/>
              </a:lnSpc>
              <a:spcBef>
                <a:spcPts val="750"/>
              </a:spcBef>
              <a:buFont typeface="Wingdings" pitchFamily="2" charset="2"/>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小结</a:t>
            </a:r>
          </a:p>
        </p:txBody>
      </p:sp>
      <p:sp>
        <p:nvSpPr>
          <p:cNvPr id="8" name="灯片编号占位符 7"/>
          <p:cNvSpPr>
            <a:spLocks noGrp="1"/>
          </p:cNvSpPr>
          <p:nvPr>
            <p:ph type="sldNum" sz="quarter" idx="14"/>
          </p:nvPr>
        </p:nvSpPr>
        <p:spPr/>
        <p:txBody>
          <a:bodyPr/>
          <a:lstStyle/>
          <a:p>
            <a:fld id="{AF69888C-E133-43D9-A638-B5C95925B91C}" type="slidenum">
              <a:rPr lang="zh-CN" altLang="en-US" smtClean="0"/>
              <a:t>28</a:t>
            </a:fld>
            <a:endParaRPr lang="zh-CN" altLang="en-US" dirty="0"/>
          </a:p>
        </p:txBody>
      </p:sp>
    </p:spTree>
    <p:extLst>
      <p:ext uri="{BB962C8B-B14F-4D97-AF65-F5344CB8AC3E}">
        <p14:creationId xmlns:p14="http://schemas.microsoft.com/office/powerpoint/2010/main" val="209531399"/>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pic>
        <p:nvPicPr>
          <p:cNvPr id="2" name="图片 1">
            <a:extLst>
              <a:ext uri="{FF2B5EF4-FFF2-40B4-BE49-F238E27FC236}">
                <a16:creationId xmlns:a16="http://schemas.microsoft.com/office/drawing/2014/main" id="{CDF03CAC-5CD9-2362-6536-419DFB5FFA73}"/>
              </a:ext>
            </a:extLst>
          </p:cNvPr>
          <p:cNvPicPr/>
          <p:nvPr/>
        </p:nvPicPr>
        <p:blipFill>
          <a:blip r:link="rId2"/>
          <a:stretch>
            <a:fillRect/>
          </a:stretch>
        </p:blipFill>
        <p:spPr>
          <a:xfrm>
            <a:off x="6096000" y="3222432"/>
            <a:ext cx="0" cy="0"/>
          </a:xfrm>
          <a:prstGeom prst="rect">
            <a:avLst/>
          </a:prstGeom>
          <a:noFill/>
          <a:ln w="9525">
            <a:noFill/>
          </a:ln>
        </p:spPr>
      </p:pic>
      <p:pic>
        <p:nvPicPr>
          <p:cNvPr id="4" name="图片 3">
            <a:extLst>
              <a:ext uri="{FF2B5EF4-FFF2-40B4-BE49-F238E27FC236}">
                <a16:creationId xmlns:a16="http://schemas.microsoft.com/office/drawing/2014/main" id="{E0171099-AC01-6281-FD73-12EDACB7BDC5}"/>
              </a:ext>
            </a:extLst>
          </p:cNvPr>
          <p:cNvPicPr/>
          <p:nvPr/>
        </p:nvPicPr>
        <p:blipFill>
          <a:blip r:link="rId2"/>
          <a:stretch>
            <a:fillRect/>
          </a:stretch>
        </p:blipFill>
        <p:spPr>
          <a:xfrm>
            <a:off x="6096000" y="3222432"/>
            <a:ext cx="0" cy="0"/>
          </a:xfrm>
          <a:prstGeom prst="rect">
            <a:avLst/>
          </a:prstGeom>
          <a:noFill/>
          <a:ln w="9525">
            <a:noFill/>
          </a:ln>
        </p:spPr>
      </p:pic>
      <p:sp>
        <p:nvSpPr>
          <p:cNvPr id="5" name="文本框 4">
            <a:extLst>
              <a:ext uri="{FF2B5EF4-FFF2-40B4-BE49-F238E27FC236}">
                <a16:creationId xmlns:a16="http://schemas.microsoft.com/office/drawing/2014/main" id="{FA4ED554-8562-CEEC-DC7D-C8197F44FEB4}"/>
              </a:ext>
            </a:extLst>
          </p:cNvPr>
          <p:cNvSpPr txBox="1"/>
          <p:nvPr/>
        </p:nvSpPr>
        <p:spPr>
          <a:xfrm>
            <a:off x="828676" y="1492692"/>
            <a:ext cx="11363324" cy="4654608"/>
          </a:xfrm>
          <a:prstGeom prst="rect">
            <a:avLst/>
          </a:prstGeom>
          <a:noFill/>
        </p:spPr>
        <p:txBody>
          <a:bodyPr wrap="square" rtlCol="0" anchor="t">
            <a:spAutoFit/>
          </a:bodyPr>
          <a:lstStyle/>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BGD 的全称是 Batch Gradient Descent，中文名称是批量梯度下降。顾名思义，BGD 根据整个训练集计算梯度进行梯度下降</a:t>
            </a:r>
          </a:p>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θ=θ−ηΔθ</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(θ)</a:t>
            </a:r>
          </a:p>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其中，</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(θ) 是根据整个训练集计算出来的损失。</a:t>
            </a:r>
          </a:p>
          <a:p>
            <a:pPr fontAlgn="auto">
              <a:lnSpc>
                <a:spcPct val="150000"/>
              </a:lnSpc>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优点：</a:t>
            </a:r>
          </a:p>
          <a:p>
            <a:pPr fontAlgn="auto">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当损失函数是凸函数（convex）时，BGD 能收敛到全局最优</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；当损失函数非凸（non-convex）时，BGD 能收敛到局部最优；</a:t>
            </a:r>
          </a:p>
          <a:p>
            <a:pPr fontAlgn="auto">
              <a:lnSpc>
                <a:spcPct val="150000"/>
              </a:lnSpc>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缺点：</a:t>
            </a:r>
          </a:p>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）每次都要根据全部的数据来计算梯度，速度会比较慢；</a:t>
            </a:r>
          </a:p>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）BGD 不能够在线训练，也就是不能根据新数据来实时更新模型；</a:t>
            </a:r>
          </a:p>
        </p:txBody>
      </p:sp>
      <p:sp>
        <p:nvSpPr>
          <p:cNvPr id="6" name="文本框 5">
            <a:extLst>
              <a:ext uri="{FF2B5EF4-FFF2-40B4-BE49-F238E27FC236}">
                <a16:creationId xmlns:a16="http://schemas.microsoft.com/office/drawing/2014/main" id="{1155A9A0-AFF9-EAEC-15D8-D55FA85E57D3}"/>
              </a:ext>
            </a:extLst>
          </p:cNvPr>
          <p:cNvSpPr txBox="1"/>
          <p:nvPr/>
        </p:nvSpPr>
        <p:spPr>
          <a:xfrm>
            <a:off x="673100" y="1010092"/>
            <a:ext cx="2976245" cy="424732"/>
          </a:xfrm>
          <a:prstGeom prst="rect">
            <a:avLst/>
          </a:prstGeom>
          <a:noFill/>
          <a:ln>
            <a:noFill/>
          </a:ln>
        </p:spPr>
        <p:txBody>
          <a:bodyPr wrap="square" rtlCol="0">
            <a:spAutoFit/>
          </a:bodyPr>
          <a:lstStyle/>
          <a:p>
            <a:pPr defTabSz="685800">
              <a:lnSpc>
                <a:spcPct val="90000"/>
              </a:lnSpc>
              <a:spcBef>
                <a:spcPts val="750"/>
              </a:spcBef>
              <a:buNone/>
            </a:pPr>
            <a:r>
              <a:rPr lang="en-US" altLang="zh-CN"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3.1  BGD</a:t>
            </a:r>
            <a:r>
              <a:rPr lang="zh-CN" altLang="en-US"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优化器</a:t>
            </a:r>
          </a:p>
        </p:txBody>
      </p:sp>
      <p:sp>
        <p:nvSpPr>
          <p:cNvPr id="7" name="灯片编号占位符 6"/>
          <p:cNvSpPr>
            <a:spLocks noGrp="1"/>
          </p:cNvSpPr>
          <p:nvPr>
            <p:ph type="sldNum" sz="quarter" idx="14"/>
          </p:nvPr>
        </p:nvSpPr>
        <p:spPr/>
        <p:txBody>
          <a:bodyPr/>
          <a:lstStyle/>
          <a:p>
            <a:fld id="{AF69888C-E133-43D9-A638-B5C95925B91C}" type="slidenum">
              <a:rPr lang="zh-CN" altLang="en-US" smtClean="0"/>
              <a:t>29</a:t>
            </a:fld>
            <a:endParaRPr lang="zh-CN" altLang="en-US" dirty="0"/>
          </a:p>
        </p:txBody>
      </p:sp>
    </p:spTree>
    <p:extLst>
      <p:ext uri="{BB962C8B-B14F-4D97-AF65-F5344CB8AC3E}">
        <p14:creationId xmlns:p14="http://schemas.microsoft.com/office/powerpoint/2010/main" val="672063595"/>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pic>
        <p:nvPicPr>
          <p:cNvPr id="5" name="图片 4">
            <a:extLst>
              <a:ext uri="{FF2B5EF4-FFF2-40B4-BE49-F238E27FC236}">
                <a16:creationId xmlns:a16="http://schemas.microsoft.com/office/drawing/2014/main" id="{AFE52968-76AD-62DF-770C-946416EFE30B}"/>
              </a:ext>
            </a:extLst>
          </p:cNvPr>
          <p:cNvPicPr/>
          <p:nvPr/>
        </p:nvPicPr>
        <p:blipFill>
          <a:blip r:link="rId2"/>
          <a:stretch>
            <a:fillRect/>
          </a:stretch>
        </p:blipFill>
        <p:spPr>
          <a:xfrm>
            <a:off x="6096000" y="3429000"/>
            <a:ext cx="0" cy="0"/>
          </a:xfrm>
          <a:prstGeom prst="rect">
            <a:avLst/>
          </a:prstGeom>
          <a:noFill/>
          <a:ln w="9525">
            <a:noFill/>
          </a:ln>
        </p:spPr>
      </p:pic>
      <p:pic>
        <p:nvPicPr>
          <p:cNvPr id="6" name="图片 5">
            <a:extLst>
              <a:ext uri="{FF2B5EF4-FFF2-40B4-BE49-F238E27FC236}">
                <a16:creationId xmlns:a16="http://schemas.microsoft.com/office/drawing/2014/main" id="{8B8B690E-B0F8-5827-F667-E0EE2E584901}"/>
              </a:ext>
            </a:extLst>
          </p:cNvPr>
          <p:cNvPicPr/>
          <p:nvPr/>
        </p:nvPicPr>
        <p:blipFill>
          <a:blip r:link="rId2"/>
          <a:stretch>
            <a:fillRect/>
          </a:stretch>
        </p:blipFill>
        <p:spPr>
          <a:xfrm>
            <a:off x="6096000" y="3429000"/>
            <a:ext cx="0" cy="0"/>
          </a:xfrm>
          <a:prstGeom prst="rect">
            <a:avLst/>
          </a:prstGeom>
          <a:noFill/>
          <a:ln w="9525">
            <a:noFill/>
          </a:ln>
        </p:spPr>
      </p:pic>
      <p:sp>
        <p:nvSpPr>
          <p:cNvPr id="7" name="文本框 6">
            <a:extLst>
              <a:ext uri="{FF2B5EF4-FFF2-40B4-BE49-F238E27FC236}">
                <a16:creationId xmlns:a16="http://schemas.microsoft.com/office/drawing/2014/main" id="{0473724F-E085-B66E-C53A-401B22913523}"/>
              </a:ext>
            </a:extLst>
          </p:cNvPr>
          <p:cNvSpPr txBox="1"/>
          <p:nvPr/>
        </p:nvSpPr>
        <p:spPr>
          <a:xfrm>
            <a:off x="5391468" y="675184"/>
            <a:ext cx="6632575" cy="5577874"/>
          </a:xfrm>
          <a:prstGeom prst="rect">
            <a:avLst/>
          </a:prstGeom>
          <a:noFill/>
        </p:spPr>
        <p:txBody>
          <a:bodyPr wrap="square" rtlCol="0" anchor="t">
            <a:spAutoFit/>
          </a:bodyPr>
          <a:lstStyle/>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SGD 的全称是 Stochastic Gradient Descent，中文名称是随机梯度下降。和 BGD 相反，SGD 每次只使用一个训练样本来进行梯度更新：</a:t>
            </a:r>
          </a:p>
          <a:p>
            <a:pPr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θ=θ−ηΔ</a:t>
            </a:r>
            <a:r>
              <a:rPr lang="zh-CN" altLang="en-US" sz="2000" baseline="-25000" dirty="0">
                <a:latin typeface="微软雅黑" panose="020B0503020204020204" pitchFamily="34" charset="-122"/>
                <a:ea typeface="微软雅黑" panose="020B0503020204020204" pitchFamily="34" charset="-122"/>
                <a:cs typeface="微软雅黑" panose="020B0503020204020204" pitchFamily="34" charset="-122"/>
              </a:rPr>
              <a:t>θ</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(θ;x</a:t>
            </a:r>
            <a:r>
              <a:rPr lang="zh-CN" altLang="en-US" sz="2000" baseline="30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;y</a:t>
            </a:r>
            <a:r>
              <a:rPr lang="zh-CN" altLang="en-US" sz="2000" baseline="30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其中，</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(θ;x</a:t>
            </a:r>
            <a:r>
              <a:rPr lang="zh-CN" altLang="en-US" sz="2000" baseline="30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;y</a:t>
            </a:r>
            <a:r>
              <a:rPr lang="zh-CN" altLang="en-US" sz="2000" baseline="30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是只根据样本 (x</a:t>
            </a:r>
            <a:r>
              <a:rPr lang="zh-CN" altLang="en-US" sz="2000" baseline="30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;y</a:t>
            </a:r>
            <a:r>
              <a:rPr lang="zh-CN" altLang="en-US" sz="2000" baseline="30000" dirty="0">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计算出的损失。</a:t>
            </a:r>
          </a:p>
          <a:p>
            <a:pPr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优点：</a:t>
            </a:r>
          </a:p>
          <a:p>
            <a:pPr fontAlgn="auto">
              <a:lnSpc>
                <a:spcPct val="150000"/>
              </a:lnSpc>
            </a:pPr>
            <a:r>
              <a:rPr 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sz="20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SGD 每次只根据一个样本计算梯度，速度较快；</a:t>
            </a:r>
          </a:p>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）SGD 可以根据新样本实时地更新模型；</a:t>
            </a:r>
          </a:p>
          <a:p>
            <a:pPr fontAlgn="auto">
              <a:lnSpc>
                <a:spcPct val="150000"/>
              </a:lnSpc>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缺点：</a:t>
            </a:r>
          </a:p>
          <a:p>
            <a:pPr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SGD 在优化的过程中损失的震荡会比较严重；</a:t>
            </a:r>
          </a:p>
        </p:txBody>
      </p:sp>
      <p:pic>
        <p:nvPicPr>
          <p:cNvPr id="8" name="图片 7">
            <a:extLst>
              <a:ext uri="{FF2B5EF4-FFF2-40B4-BE49-F238E27FC236}">
                <a16:creationId xmlns:a16="http://schemas.microsoft.com/office/drawing/2014/main" id="{BCC9FC16-8FB7-66ED-6C34-7676F7732F29}"/>
              </a:ext>
            </a:extLst>
          </p:cNvPr>
          <p:cNvPicPr/>
          <p:nvPr/>
        </p:nvPicPr>
        <p:blipFill>
          <a:blip r:embed="rId3"/>
          <a:stretch>
            <a:fillRect/>
          </a:stretch>
        </p:blipFill>
        <p:spPr>
          <a:xfrm>
            <a:off x="496570" y="2305418"/>
            <a:ext cx="4610100" cy="3619500"/>
          </a:xfrm>
          <a:prstGeom prst="rect">
            <a:avLst/>
          </a:prstGeom>
          <a:noFill/>
          <a:ln w="9525">
            <a:noFill/>
          </a:ln>
        </p:spPr>
      </p:pic>
      <p:sp>
        <p:nvSpPr>
          <p:cNvPr id="9" name="文本框 8">
            <a:extLst>
              <a:ext uri="{FF2B5EF4-FFF2-40B4-BE49-F238E27FC236}">
                <a16:creationId xmlns:a16="http://schemas.microsoft.com/office/drawing/2014/main" id="{07668248-629F-31A2-01E9-DA174189C4EE}"/>
              </a:ext>
            </a:extLst>
          </p:cNvPr>
          <p:cNvSpPr txBox="1"/>
          <p:nvPr/>
        </p:nvSpPr>
        <p:spPr>
          <a:xfrm>
            <a:off x="714375" y="1359535"/>
            <a:ext cx="2976245" cy="424732"/>
          </a:xfrm>
          <a:prstGeom prst="rect">
            <a:avLst/>
          </a:prstGeom>
          <a:noFill/>
          <a:ln>
            <a:noFill/>
          </a:ln>
        </p:spPr>
        <p:txBody>
          <a:bodyPr wrap="square" rtlCol="0">
            <a:spAutoFit/>
          </a:bodyPr>
          <a:lstStyle/>
          <a:p>
            <a:pPr defTabSz="685800">
              <a:lnSpc>
                <a:spcPct val="90000"/>
              </a:lnSpc>
              <a:spcBef>
                <a:spcPts val="750"/>
              </a:spcBef>
              <a:buNone/>
            </a:pPr>
            <a:r>
              <a:rPr lang="en-US" altLang="zh-CN"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3.2  SGD</a:t>
            </a:r>
            <a:r>
              <a:rPr lang="zh-CN" altLang="en-US"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优化器</a:t>
            </a:r>
          </a:p>
        </p:txBody>
      </p:sp>
      <p:sp>
        <p:nvSpPr>
          <p:cNvPr id="2" name="灯片编号占位符 1"/>
          <p:cNvSpPr>
            <a:spLocks noGrp="1"/>
          </p:cNvSpPr>
          <p:nvPr>
            <p:ph type="sldNum" sz="quarter" idx="14"/>
          </p:nvPr>
        </p:nvSpPr>
        <p:spPr/>
        <p:txBody>
          <a:bodyPr/>
          <a:lstStyle/>
          <a:p>
            <a:fld id="{AF69888C-E133-43D9-A638-B5C95925B91C}" type="slidenum">
              <a:rPr lang="zh-CN" altLang="en-US" smtClean="0"/>
              <a:t>30</a:t>
            </a:fld>
            <a:endParaRPr lang="zh-CN" altLang="en-US" dirty="0"/>
          </a:p>
        </p:txBody>
      </p:sp>
    </p:spTree>
    <p:extLst>
      <p:ext uri="{BB962C8B-B14F-4D97-AF65-F5344CB8AC3E}">
        <p14:creationId xmlns:p14="http://schemas.microsoft.com/office/powerpoint/2010/main" val="1515700693"/>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pic>
        <p:nvPicPr>
          <p:cNvPr id="2" name="图片 1">
            <a:extLst>
              <a:ext uri="{FF2B5EF4-FFF2-40B4-BE49-F238E27FC236}">
                <a16:creationId xmlns:a16="http://schemas.microsoft.com/office/drawing/2014/main" id="{3EC24D54-8CF3-4303-AB7B-6AC07F699123}"/>
              </a:ext>
            </a:extLst>
          </p:cNvPr>
          <p:cNvPicPr/>
          <p:nvPr/>
        </p:nvPicPr>
        <p:blipFill>
          <a:blip r:link="rId2"/>
          <a:stretch>
            <a:fillRect/>
          </a:stretch>
        </p:blipFill>
        <p:spPr>
          <a:xfrm>
            <a:off x="6096000" y="3429000"/>
            <a:ext cx="0" cy="0"/>
          </a:xfrm>
          <a:prstGeom prst="rect">
            <a:avLst/>
          </a:prstGeom>
          <a:noFill/>
          <a:ln w="9525">
            <a:noFill/>
          </a:ln>
        </p:spPr>
      </p:pic>
      <p:pic>
        <p:nvPicPr>
          <p:cNvPr id="4" name="图片 3">
            <a:extLst>
              <a:ext uri="{FF2B5EF4-FFF2-40B4-BE49-F238E27FC236}">
                <a16:creationId xmlns:a16="http://schemas.microsoft.com/office/drawing/2014/main" id="{B599B17E-4040-13B0-2529-6DA6219DECCF}"/>
              </a:ext>
            </a:extLst>
          </p:cNvPr>
          <p:cNvPicPr/>
          <p:nvPr/>
        </p:nvPicPr>
        <p:blipFill>
          <a:blip r:link="rId2"/>
          <a:stretch>
            <a:fillRect/>
          </a:stretch>
        </p:blipFill>
        <p:spPr>
          <a:xfrm>
            <a:off x="6096000" y="3429000"/>
            <a:ext cx="0" cy="0"/>
          </a:xfrm>
          <a:prstGeom prst="rect">
            <a:avLst/>
          </a:prstGeom>
          <a:noFill/>
          <a:ln w="9525">
            <a:noFill/>
          </a:ln>
        </p:spPr>
      </p:pic>
      <p:sp>
        <p:nvSpPr>
          <p:cNvPr id="5" name="文本框 4">
            <a:extLst>
              <a:ext uri="{FF2B5EF4-FFF2-40B4-BE49-F238E27FC236}">
                <a16:creationId xmlns:a16="http://schemas.microsoft.com/office/drawing/2014/main" id="{3FFCD0A0-1E3A-9AB5-95CA-BAA03DD8D707}"/>
              </a:ext>
            </a:extLst>
          </p:cNvPr>
          <p:cNvSpPr txBox="1"/>
          <p:nvPr/>
        </p:nvSpPr>
        <p:spPr>
          <a:xfrm>
            <a:off x="5721774" y="1105535"/>
            <a:ext cx="6082665" cy="5577874"/>
          </a:xfrm>
          <a:prstGeom prst="rect">
            <a:avLst/>
          </a:prstGeom>
          <a:noFill/>
        </p:spPr>
        <p:txBody>
          <a:bodyPr wrap="square" rtlCol="0" anchor="t">
            <a:spAutoFit/>
          </a:bodyPr>
          <a:lstStyle/>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MBGD 的全称是 Mini-batch Gradient Descent，中文名称是小批量梯度下降。MBGD 是 BGD 和 SGD 的折中。MBGD 每次使用包含 m 个样本的小批量数据来计算梯度：</a:t>
            </a:r>
          </a:p>
          <a:p>
            <a:pPr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θ=θ−ηΔ</a:t>
            </a:r>
            <a:r>
              <a:rPr lang="zh-CN" altLang="en-US" sz="2000" baseline="-25000" dirty="0">
                <a:latin typeface="微软雅黑" panose="020B0503020204020204" pitchFamily="34" charset="-122"/>
                <a:ea typeface="微软雅黑" panose="020B0503020204020204" pitchFamily="34" charset="-122"/>
                <a:cs typeface="微软雅黑" panose="020B0503020204020204" pitchFamily="34" charset="-122"/>
              </a:rPr>
              <a:t>θ</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(θ;x</a:t>
            </a:r>
            <a:r>
              <a:rPr lang="zh-CN" altLang="en-US" sz="2000" baseline="30000" dirty="0">
                <a:latin typeface="微软雅黑" panose="020B0503020204020204" pitchFamily="34" charset="-122"/>
                <a:ea typeface="微软雅黑" panose="020B0503020204020204" pitchFamily="34" charset="-122"/>
                <a:cs typeface="微软雅黑" panose="020B0503020204020204" pitchFamily="34" charset="-122"/>
              </a:rPr>
              <a:t>(i:i+m)</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;y</a:t>
            </a:r>
            <a:r>
              <a:rPr lang="zh-CN" altLang="en-US" sz="2000" baseline="30000" dirty="0">
                <a:latin typeface="微软雅黑" panose="020B0503020204020204" pitchFamily="34" charset="-122"/>
                <a:ea typeface="微软雅黑" panose="020B0503020204020204" pitchFamily="34" charset="-122"/>
                <a:cs typeface="微软雅黑" panose="020B0503020204020204" pitchFamily="34" charset="-122"/>
              </a:rPr>
              <a:t>(i:i+m)</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p>
          <a:p>
            <a:pPr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其中，m 为小批量的大小，范围是 [1,n]，n 为训练集的大小；</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(θ;x</a:t>
            </a:r>
            <a:r>
              <a:rPr lang="zh-CN" altLang="en-US" sz="2000" baseline="30000" dirty="0">
                <a:latin typeface="微软雅黑" panose="020B0503020204020204" pitchFamily="34" charset="-122"/>
                <a:ea typeface="微软雅黑" panose="020B0503020204020204" pitchFamily="34" charset="-122"/>
                <a:cs typeface="微软雅黑" panose="020B0503020204020204" pitchFamily="34" charset="-122"/>
              </a:rPr>
              <a:t>(i:i+m)</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;y</a:t>
            </a:r>
            <a:r>
              <a:rPr lang="zh-CN" altLang="en-US" sz="2000" baseline="30000" dirty="0">
                <a:latin typeface="微软雅黑" panose="020B0503020204020204" pitchFamily="34" charset="-122"/>
                <a:ea typeface="微软雅黑" panose="020B0503020204020204" pitchFamily="34" charset="-122"/>
                <a:cs typeface="微软雅黑" panose="020B0503020204020204" pitchFamily="34" charset="-122"/>
              </a:rPr>
              <a:t>(i:i+m)</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是根据第 i 个样本到第 i+m 个样本计算出来的损失。</a:t>
            </a:r>
          </a:p>
          <a:p>
            <a:pPr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当 m==1 时，MBGD 变为 SGD；当 m==n 时，MBGD 变为 BGD。</a:t>
            </a:r>
          </a:p>
          <a:p>
            <a:pPr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a:extLst>
              <a:ext uri="{FF2B5EF4-FFF2-40B4-BE49-F238E27FC236}">
                <a16:creationId xmlns:a16="http://schemas.microsoft.com/office/drawing/2014/main" id="{FE84211C-E9CD-1D57-894C-8FD4304F9E90}"/>
              </a:ext>
            </a:extLst>
          </p:cNvPr>
          <p:cNvPicPr/>
          <p:nvPr/>
        </p:nvPicPr>
        <p:blipFill>
          <a:blip r:embed="rId3"/>
          <a:srcRect l="8955" t="5447" r="3507"/>
          <a:stretch>
            <a:fillRect/>
          </a:stretch>
        </p:blipFill>
        <p:spPr>
          <a:xfrm>
            <a:off x="1082675" y="2494280"/>
            <a:ext cx="4266565" cy="3071495"/>
          </a:xfrm>
          <a:prstGeom prst="rect">
            <a:avLst/>
          </a:prstGeom>
          <a:noFill/>
          <a:ln w="9525">
            <a:noFill/>
          </a:ln>
        </p:spPr>
      </p:pic>
      <p:sp>
        <p:nvSpPr>
          <p:cNvPr id="7" name="文本框 6">
            <a:extLst>
              <a:ext uri="{FF2B5EF4-FFF2-40B4-BE49-F238E27FC236}">
                <a16:creationId xmlns:a16="http://schemas.microsoft.com/office/drawing/2014/main" id="{226F7BA1-2355-4378-8838-A660A3584867}"/>
              </a:ext>
            </a:extLst>
          </p:cNvPr>
          <p:cNvSpPr txBox="1"/>
          <p:nvPr/>
        </p:nvSpPr>
        <p:spPr>
          <a:xfrm>
            <a:off x="701675" y="1359535"/>
            <a:ext cx="2976245" cy="424732"/>
          </a:xfrm>
          <a:prstGeom prst="rect">
            <a:avLst/>
          </a:prstGeom>
          <a:noFill/>
          <a:ln>
            <a:noFill/>
          </a:ln>
        </p:spPr>
        <p:txBody>
          <a:bodyPr wrap="square" rtlCol="0">
            <a:spAutoFit/>
          </a:bodyPr>
          <a:lstStyle/>
          <a:p>
            <a:pPr defTabSz="685800">
              <a:lnSpc>
                <a:spcPct val="90000"/>
              </a:lnSpc>
              <a:spcBef>
                <a:spcPts val="750"/>
              </a:spcBef>
              <a:buNone/>
            </a:pPr>
            <a:r>
              <a:rPr lang="en-US" altLang="zh-CN"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3.3  MBGD</a:t>
            </a:r>
            <a:r>
              <a:rPr lang="zh-CN" altLang="en-US"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优化器</a:t>
            </a:r>
          </a:p>
        </p:txBody>
      </p:sp>
      <p:sp>
        <p:nvSpPr>
          <p:cNvPr id="8" name="灯片编号占位符 7"/>
          <p:cNvSpPr>
            <a:spLocks noGrp="1"/>
          </p:cNvSpPr>
          <p:nvPr>
            <p:ph type="sldNum" sz="quarter" idx="14"/>
          </p:nvPr>
        </p:nvSpPr>
        <p:spPr/>
        <p:txBody>
          <a:bodyPr/>
          <a:lstStyle/>
          <a:p>
            <a:fld id="{AF69888C-E133-43D9-A638-B5C95925B91C}" type="slidenum">
              <a:rPr lang="zh-CN" altLang="en-US" smtClean="0"/>
              <a:t>31</a:t>
            </a:fld>
            <a:endParaRPr lang="zh-CN" altLang="en-US" dirty="0"/>
          </a:p>
        </p:txBody>
      </p:sp>
    </p:spTree>
    <p:extLst>
      <p:ext uri="{BB962C8B-B14F-4D97-AF65-F5344CB8AC3E}">
        <p14:creationId xmlns:p14="http://schemas.microsoft.com/office/powerpoint/2010/main" val="1294506769"/>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pic>
        <p:nvPicPr>
          <p:cNvPr id="2" name="图片 1">
            <a:extLst>
              <a:ext uri="{FF2B5EF4-FFF2-40B4-BE49-F238E27FC236}">
                <a16:creationId xmlns:a16="http://schemas.microsoft.com/office/drawing/2014/main" id="{38C04344-1EE8-5D93-3B93-58EAC573C605}"/>
              </a:ext>
            </a:extLst>
          </p:cNvPr>
          <p:cNvPicPr/>
          <p:nvPr/>
        </p:nvPicPr>
        <p:blipFill>
          <a:blip r:link="rId2"/>
          <a:stretch>
            <a:fillRect/>
          </a:stretch>
        </p:blipFill>
        <p:spPr>
          <a:xfrm>
            <a:off x="6096000" y="3429000"/>
            <a:ext cx="0" cy="0"/>
          </a:xfrm>
          <a:prstGeom prst="rect">
            <a:avLst/>
          </a:prstGeom>
          <a:noFill/>
          <a:ln w="9525">
            <a:noFill/>
          </a:ln>
        </p:spPr>
      </p:pic>
      <p:pic>
        <p:nvPicPr>
          <p:cNvPr id="4" name="图片 3">
            <a:extLst>
              <a:ext uri="{FF2B5EF4-FFF2-40B4-BE49-F238E27FC236}">
                <a16:creationId xmlns:a16="http://schemas.microsoft.com/office/drawing/2014/main" id="{8D6D3490-5738-75BF-72C7-852AA7575925}"/>
              </a:ext>
            </a:extLst>
          </p:cNvPr>
          <p:cNvPicPr/>
          <p:nvPr/>
        </p:nvPicPr>
        <p:blipFill>
          <a:blip r:link="rId2"/>
          <a:stretch>
            <a:fillRect/>
          </a:stretch>
        </p:blipFill>
        <p:spPr>
          <a:xfrm>
            <a:off x="6096000" y="3429000"/>
            <a:ext cx="0" cy="0"/>
          </a:xfrm>
          <a:prstGeom prst="rect">
            <a:avLst/>
          </a:prstGeom>
          <a:noFill/>
          <a:ln w="9525">
            <a:noFill/>
          </a:ln>
        </p:spPr>
      </p:pic>
      <p:sp>
        <p:nvSpPr>
          <p:cNvPr id="5" name="文本框 4">
            <a:extLst>
              <a:ext uri="{FF2B5EF4-FFF2-40B4-BE49-F238E27FC236}">
                <a16:creationId xmlns:a16="http://schemas.microsoft.com/office/drawing/2014/main" id="{CA8C9CC8-D0E0-7A1F-9798-09F931973CDF}"/>
              </a:ext>
            </a:extLst>
          </p:cNvPr>
          <p:cNvSpPr txBox="1"/>
          <p:nvPr/>
        </p:nvSpPr>
        <p:spPr>
          <a:xfrm>
            <a:off x="5048250" y="249099"/>
            <a:ext cx="7143750" cy="6039538"/>
          </a:xfrm>
          <a:prstGeom prst="rect">
            <a:avLst/>
          </a:prstGeom>
          <a:noFill/>
        </p:spPr>
        <p:txBody>
          <a:bodyPr wrap="square" rtlCol="0" anchor="t">
            <a:spAutoFit/>
          </a:bodyPr>
          <a:lstStyle/>
          <a:p>
            <a:pPr fontAlgn="auto">
              <a:lnSpc>
                <a:spcPct val="150000"/>
              </a:lnSpc>
            </a:pP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优点</a:t>
            </a:r>
            <a:endPar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）收敛更加稳定；</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）可以利用高度优化的矩阵库来加速计算过程；</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缺点</a:t>
            </a:r>
            <a:endParaRPr lang="zh-CN" altLang="en-US" sz="20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）选择一个合适的学习率比较困难；</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相同的学习率被应用到了所有的参数，我们希望对出现频率低的特征进行大一点的更新，所以我们希望对不同的参数应用不同的学习率；</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）容易被困在鞍点（saddle point）；</a:t>
            </a:r>
          </a:p>
          <a:p>
            <a:pPr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左图的红点就是一个鞍点，上面 MBGD 的 3 个缺点也是 SGD 和 BGD 的 3 个缺点。为了解决这 3 个缺点，研究人员提出了 Momentum、Adagrad、RMSprop、Adadelta、Adam 等优化器。</a:t>
            </a:r>
          </a:p>
        </p:txBody>
      </p:sp>
      <p:pic>
        <p:nvPicPr>
          <p:cNvPr id="6" name="图片 5">
            <a:extLst>
              <a:ext uri="{FF2B5EF4-FFF2-40B4-BE49-F238E27FC236}">
                <a16:creationId xmlns:a16="http://schemas.microsoft.com/office/drawing/2014/main" id="{6C6CF61B-C3F2-D69C-5F0E-13250B14EDDE}"/>
              </a:ext>
            </a:extLst>
          </p:cNvPr>
          <p:cNvPicPr/>
          <p:nvPr/>
        </p:nvPicPr>
        <p:blipFill>
          <a:blip r:embed="rId3"/>
          <a:srcRect l="8955" t="5447" r="3507"/>
          <a:stretch>
            <a:fillRect/>
          </a:stretch>
        </p:blipFill>
        <p:spPr>
          <a:xfrm>
            <a:off x="496570" y="2449221"/>
            <a:ext cx="4290695" cy="3171825"/>
          </a:xfrm>
          <a:prstGeom prst="rect">
            <a:avLst/>
          </a:prstGeom>
          <a:noFill/>
          <a:ln w="9525">
            <a:noFill/>
          </a:ln>
        </p:spPr>
      </p:pic>
      <p:sp>
        <p:nvSpPr>
          <p:cNvPr id="7" name="文本框 9">
            <a:extLst>
              <a:ext uri="{FF2B5EF4-FFF2-40B4-BE49-F238E27FC236}">
                <a16:creationId xmlns:a16="http://schemas.microsoft.com/office/drawing/2014/main" id="{482D19B8-81C1-977D-0D50-33FB6307D857}"/>
              </a:ext>
            </a:extLst>
          </p:cNvPr>
          <p:cNvSpPr txBox="1"/>
          <p:nvPr/>
        </p:nvSpPr>
        <p:spPr>
          <a:xfrm>
            <a:off x="701675" y="1359535"/>
            <a:ext cx="2976245" cy="424732"/>
          </a:xfrm>
          <a:prstGeom prst="rect">
            <a:avLst/>
          </a:prstGeom>
          <a:noFill/>
          <a:ln>
            <a:noFill/>
          </a:ln>
        </p:spPr>
        <p:txBody>
          <a:bodyPr wrap="square" rtlCol="0">
            <a:spAutoFit/>
          </a:bodyPr>
          <a:lstStyle/>
          <a:p>
            <a:pPr defTabSz="685800">
              <a:lnSpc>
                <a:spcPct val="90000"/>
              </a:lnSpc>
              <a:spcBef>
                <a:spcPts val="750"/>
              </a:spcBef>
              <a:buNone/>
            </a:pPr>
            <a:r>
              <a:rPr lang="en-US" altLang="zh-CN"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3.3  MBGD</a:t>
            </a:r>
            <a:r>
              <a:rPr lang="zh-CN" altLang="en-US"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优化器</a:t>
            </a:r>
          </a:p>
        </p:txBody>
      </p:sp>
      <p:sp>
        <p:nvSpPr>
          <p:cNvPr id="8" name="灯片编号占位符 7"/>
          <p:cNvSpPr>
            <a:spLocks noGrp="1"/>
          </p:cNvSpPr>
          <p:nvPr>
            <p:ph type="sldNum" sz="quarter" idx="14"/>
          </p:nvPr>
        </p:nvSpPr>
        <p:spPr/>
        <p:txBody>
          <a:bodyPr/>
          <a:lstStyle/>
          <a:p>
            <a:fld id="{AF69888C-E133-43D9-A638-B5C95925B91C}" type="slidenum">
              <a:rPr lang="zh-CN" altLang="en-US" smtClean="0"/>
              <a:t>32</a:t>
            </a:fld>
            <a:endParaRPr lang="zh-CN" altLang="en-US" dirty="0"/>
          </a:p>
        </p:txBody>
      </p:sp>
    </p:spTree>
    <p:extLst>
      <p:ext uri="{BB962C8B-B14F-4D97-AF65-F5344CB8AC3E}">
        <p14:creationId xmlns:p14="http://schemas.microsoft.com/office/powerpoint/2010/main" val="3198451482"/>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sp>
        <p:nvSpPr>
          <p:cNvPr id="2" name="文本框 1">
            <a:extLst>
              <a:ext uri="{FF2B5EF4-FFF2-40B4-BE49-F238E27FC236}">
                <a16:creationId xmlns:a16="http://schemas.microsoft.com/office/drawing/2014/main" id="{31634A97-DEA8-2CFF-0F06-D2B6D8DC9714}"/>
              </a:ext>
            </a:extLst>
          </p:cNvPr>
          <p:cNvSpPr txBox="1"/>
          <p:nvPr/>
        </p:nvSpPr>
        <p:spPr>
          <a:xfrm>
            <a:off x="468039" y="1029031"/>
            <a:ext cx="6935895" cy="1135054"/>
          </a:xfrm>
          <a:prstGeom prst="rect">
            <a:avLst/>
          </a:prstGeom>
          <a:noFill/>
        </p:spPr>
        <p:txBody>
          <a:bodyPr wrap="square" rtlCol="0">
            <a:spAutoFit/>
          </a:bodyPr>
          <a:lstStyle/>
          <a:p>
            <a:pPr marL="285750" indent="-285750" fontAlgn="auto">
              <a:lnSpc>
                <a:spcPct val="150000"/>
              </a:lnSpc>
              <a:buFont typeface="Wingdings" pitchFamily="2" charset="2"/>
              <a:buChar char="q"/>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在SGD中，所有的参数都是用相同的学习率</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fontAlgn="auto">
              <a:lnSpc>
                <a:spcPct val="150000"/>
              </a:lnSpc>
              <a:buFont typeface="Wingdings" pitchFamily="2" charset="2"/>
              <a:buChar char="q"/>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AdaGrad可以独立的调整每一个参数的学习率</a:t>
            </a:r>
          </a:p>
        </p:txBody>
      </p:sp>
      <p:sp>
        <p:nvSpPr>
          <p:cNvPr id="4" name="文本框 3">
            <a:extLst>
              <a:ext uri="{FF2B5EF4-FFF2-40B4-BE49-F238E27FC236}">
                <a16:creationId xmlns:a16="http://schemas.microsoft.com/office/drawing/2014/main" id="{2988EEC1-9753-2D23-7DEF-B1708AA831EA}"/>
              </a:ext>
            </a:extLst>
          </p:cNvPr>
          <p:cNvSpPr txBox="1"/>
          <p:nvPr/>
        </p:nvSpPr>
        <p:spPr>
          <a:xfrm>
            <a:off x="581312" y="4973909"/>
            <a:ext cx="6719939" cy="1135054"/>
          </a:xfrm>
          <a:prstGeom prst="rect">
            <a:avLst/>
          </a:prstGeom>
          <a:noFill/>
          <a:ln w="9525">
            <a:noFill/>
          </a:ln>
        </p:spPr>
        <p:txBody>
          <a:bodyPr wrap="square">
            <a:spAutoFit/>
          </a:bodyPr>
          <a:lstStyle/>
          <a:p>
            <a:pPr marL="342900" indent="-342900" algn="l" fontAlgn="auto">
              <a:lnSpc>
                <a:spcPct val="150000"/>
              </a:lnSpc>
              <a:buFont typeface="Wingdings" pitchFamily="2" charset="2"/>
              <a:buChar char="ü"/>
            </a:pP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让梯度大的参数的学习率较小</a:t>
            </a:r>
            <a:endParaRPr lang="en-US" altLang="zh-CN" sz="2400" b="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fontAlgn="auto">
              <a:lnSpc>
                <a:spcPct val="150000"/>
              </a:lnSpc>
              <a:buFont typeface="Wingdings" pitchFamily="2" charset="2"/>
              <a:buChar char="ü"/>
            </a:pP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梯度小的学习率较大，来加快模型的收敛速度。</a:t>
            </a:r>
          </a:p>
        </p:txBody>
      </p:sp>
      <p:pic>
        <p:nvPicPr>
          <p:cNvPr id="5" name="圖片 9">
            <a:extLst>
              <a:ext uri="{FF2B5EF4-FFF2-40B4-BE49-F238E27FC236}">
                <a16:creationId xmlns:a16="http://schemas.microsoft.com/office/drawing/2014/main" id="{D8D8734B-5C4E-DFB5-BF75-2E976FE36087}"/>
              </a:ext>
            </a:extLst>
          </p:cNvPr>
          <p:cNvPicPr>
            <a:picLocks noChangeAspect="1"/>
          </p:cNvPicPr>
          <p:nvPr/>
        </p:nvPicPr>
        <p:blipFill>
          <a:blip r:embed="rId3"/>
          <a:stretch>
            <a:fillRect/>
          </a:stretch>
        </p:blipFill>
        <p:spPr>
          <a:xfrm>
            <a:off x="8223998" y="894819"/>
            <a:ext cx="3874692" cy="3180172"/>
          </a:xfrm>
          <a:prstGeom prst="rect">
            <a:avLst/>
          </a:prstGeom>
        </p:spPr>
      </p:pic>
      <p:sp>
        <p:nvSpPr>
          <p:cNvPr id="6" name="矩形 10">
            <a:extLst>
              <a:ext uri="{FF2B5EF4-FFF2-40B4-BE49-F238E27FC236}">
                <a16:creationId xmlns:a16="http://schemas.microsoft.com/office/drawing/2014/main" id="{9F82885E-5569-67E7-35E0-121C4231D4FE}"/>
              </a:ext>
            </a:extLst>
          </p:cNvPr>
          <p:cNvSpPr/>
          <p:nvPr/>
        </p:nvSpPr>
        <p:spPr>
          <a:xfrm>
            <a:off x="7644503" y="452880"/>
            <a:ext cx="465799" cy="3000545"/>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dirty="0">
                <a:solidFill>
                  <a:prstClr val="white"/>
                </a:solidFill>
                <a:latin typeface="+mn-ea"/>
              </a:rPr>
              <a:t>大</a:t>
            </a:r>
            <a:r>
              <a:rPr kumimoji="0" lang="zh-TW" altLang="en-US" sz="2400" b="0" i="0" u="none" strike="noStrike" kern="1200" cap="none" spc="0" normalizeH="0" baseline="0" noProof="0" dirty="0">
                <a:ln>
                  <a:noFill/>
                </a:ln>
                <a:solidFill>
                  <a:prstClr val="white"/>
                </a:solidFill>
                <a:effectLst/>
                <a:uLnTx/>
                <a:uFillTx/>
                <a:latin typeface="+mn-ea"/>
                <a:cs typeface="+mn-cs"/>
              </a:rPr>
              <a:t>梯度</a:t>
            </a:r>
            <a:r>
              <a:rPr kumimoji="0" lang="zh-CN" altLang="en-US" sz="2400" b="0" i="0" u="none" strike="noStrike" kern="1200" cap="none" spc="0" normalizeH="0" baseline="0" noProof="0" dirty="0">
                <a:ln>
                  <a:noFill/>
                </a:ln>
                <a:solidFill>
                  <a:prstClr val="white"/>
                </a:solidFill>
                <a:effectLst/>
                <a:uLnTx/>
                <a:uFillTx/>
                <a:latin typeface="+mn-ea"/>
                <a:cs typeface="+mn-cs"/>
              </a:rPr>
              <a:t>，小</a:t>
            </a:r>
            <a:r>
              <a:rPr kumimoji="0" lang="zh-CN" altLang="en-CN" sz="2400" b="0" i="0" u="none" strike="noStrike" kern="1200" cap="none" spc="0" normalizeH="0" baseline="0" noProof="0" dirty="0">
                <a:ln>
                  <a:noFill/>
                </a:ln>
                <a:solidFill>
                  <a:prstClr val="white"/>
                </a:solidFill>
                <a:effectLst/>
                <a:uLnTx/>
                <a:uFillTx/>
                <a:latin typeface="+mn-ea"/>
                <a:cs typeface="+mn-cs"/>
              </a:rPr>
              <a:t>学习率</a:t>
            </a:r>
            <a:endParaRPr kumimoji="0" lang="zh-TW" altLang="en-US" sz="2400" b="0" i="0" u="none" strike="noStrike" kern="1200" cap="none" spc="0" normalizeH="0" baseline="0" noProof="0" dirty="0">
              <a:ln>
                <a:noFill/>
              </a:ln>
              <a:solidFill>
                <a:prstClr val="white"/>
              </a:solidFill>
              <a:effectLst/>
              <a:uLnTx/>
              <a:uFillTx/>
              <a:latin typeface="+mn-ea"/>
              <a:cs typeface="+mn-cs"/>
            </a:endParaRPr>
          </a:p>
        </p:txBody>
      </p:sp>
      <p:cxnSp>
        <p:nvCxnSpPr>
          <p:cNvPr id="7" name="直線單箭頭接點 11">
            <a:extLst>
              <a:ext uri="{FF2B5EF4-FFF2-40B4-BE49-F238E27FC236}">
                <a16:creationId xmlns:a16="http://schemas.microsoft.com/office/drawing/2014/main" id="{D8A123A0-582A-23D5-8471-4F46B3333EA8}"/>
              </a:ext>
            </a:extLst>
          </p:cNvPr>
          <p:cNvCxnSpPr>
            <a:cxnSpLocks/>
          </p:cNvCxnSpPr>
          <p:nvPr/>
        </p:nvCxnSpPr>
        <p:spPr>
          <a:xfrm>
            <a:off x="9102437" y="3409536"/>
            <a:ext cx="1012234" cy="190154"/>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20">
            <a:extLst>
              <a:ext uri="{FF2B5EF4-FFF2-40B4-BE49-F238E27FC236}">
                <a16:creationId xmlns:a16="http://schemas.microsoft.com/office/drawing/2014/main" id="{97ECF820-C7D9-90C0-AF41-A61ACF37568C}"/>
              </a:ext>
            </a:extLst>
          </p:cNvPr>
          <p:cNvCxnSpPr>
            <a:cxnSpLocks/>
          </p:cNvCxnSpPr>
          <p:nvPr/>
        </p:nvCxnSpPr>
        <p:spPr>
          <a:xfrm flipV="1">
            <a:off x="9384869" y="2254625"/>
            <a:ext cx="0" cy="1345065"/>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 name="矩形 10">
            <a:extLst>
              <a:ext uri="{FF2B5EF4-FFF2-40B4-BE49-F238E27FC236}">
                <a16:creationId xmlns:a16="http://schemas.microsoft.com/office/drawing/2014/main" id="{AA19BF9E-A14C-253D-FDE2-517E26EFA9DA}"/>
              </a:ext>
            </a:extLst>
          </p:cNvPr>
          <p:cNvSpPr/>
          <p:nvPr/>
        </p:nvSpPr>
        <p:spPr>
          <a:xfrm>
            <a:off x="8714350" y="4172488"/>
            <a:ext cx="3384340" cy="363879"/>
          </a:xfrm>
          <a:prstGeom prst="rect">
            <a:avLst/>
          </a:prstGeom>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2400" dirty="0">
                <a:solidFill>
                  <a:prstClr val="white"/>
                </a:solidFill>
                <a:latin typeface="+mn-ea"/>
              </a:rPr>
              <a:t>小</a:t>
            </a:r>
            <a:r>
              <a:rPr kumimoji="0" lang="zh-TW" altLang="en-US" sz="2400" b="0" i="0" u="none" strike="noStrike" kern="1200" cap="none" spc="0" normalizeH="0" baseline="0" noProof="0" dirty="0">
                <a:ln>
                  <a:noFill/>
                </a:ln>
                <a:solidFill>
                  <a:prstClr val="white"/>
                </a:solidFill>
                <a:effectLst/>
                <a:uLnTx/>
                <a:uFillTx/>
                <a:latin typeface="+mn-ea"/>
                <a:cs typeface="+mn-cs"/>
              </a:rPr>
              <a:t>梯度</a:t>
            </a:r>
            <a:r>
              <a:rPr kumimoji="0" lang="zh-CN" altLang="en-US" sz="2400" b="0" i="0" u="none" strike="noStrike" kern="1200" cap="none" spc="0" normalizeH="0" baseline="0" noProof="0" dirty="0">
                <a:ln>
                  <a:noFill/>
                </a:ln>
                <a:solidFill>
                  <a:prstClr val="white"/>
                </a:solidFill>
                <a:effectLst/>
                <a:uLnTx/>
                <a:uFillTx/>
                <a:latin typeface="+mn-ea"/>
                <a:cs typeface="+mn-cs"/>
              </a:rPr>
              <a:t>，大</a:t>
            </a:r>
            <a:r>
              <a:rPr kumimoji="0" lang="zh-CN" altLang="en-CN" sz="2400" b="0" i="0" u="none" strike="noStrike" kern="1200" cap="none" spc="0" normalizeH="0" baseline="0" noProof="0" dirty="0">
                <a:ln>
                  <a:noFill/>
                </a:ln>
                <a:solidFill>
                  <a:prstClr val="white"/>
                </a:solidFill>
                <a:effectLst/>
                <a:uLnTx/>
                <a:uFillTx/>
                <a:latin typeface="+mn-ea"/>
                <a:cs typeface="+mn-cs"/>
              </a:rPr>
              <a:t>学习率</a:t>
            </a:r>
            <a:endParaRPr kumimoji="0" lang="zh-TW" altLang="en-US" sz="2400" b="0" i="0" u="none" strike="noStrike" kern="1200" cap="none" spc="0" normalizeH="0" baseline="0" noProof="0" dirty="0">
              <a:ln>
                <a:noFill/>
              </a:ln>
              <a:solidFill>
                <a:prstClr val="white"/>
              </a:solidFill>
              <a:effectLst/>
              <a:uLnTx/>
              <a:uFillTx/>
              <a:latin typeface="+mn-ea"/>
              <a:cs typeface="+mn-cs"/>
            </a:endParaRPr>
          </a:p>
        </p:txBody>
      </p:sp>
      <mc:AlternateContent xmlns:mc="http://schemas.openxmlformats.org/markup-compatibility/2006" xmlns:a14="http://schemas.microsoft.com/office/drawing/2010/main">
        <mc:Choice Requires="a14">
          <p:sp>
            <p:nvSpPr>
              <p:cNvPr id="10" name="文字方塊 23">
                <a:extLst>
                  <a:ext uri="{FF2B5EF4-FFF2-40B4-BE49-F238E27FC236}">
                    <a16:creationId xmlns:a16="http://schemas.microsoft.com/office/drawing/2014/main" id="{6C96B41F-8169-15C2-2022-CCE2299DF3E3}"/>
                  </a:ext>
                </a:extLst>
              </p:cNvPr>
              <p:cNvSpPr txBox="1"/>
              <p:nvPr/>
            </p:nvSpPr>
            <p:spPr>
              <a:xfrm>
                <a:off x="2814245" y="2922472"/>
                <a:ext cx="3203890"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TW" sz="2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w</m:t>
                      </m:r>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b>
                        <m:sSubPr>
                          <m:ctrlP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nor/>
                            </m:rPr>
                            <a:rPr kumimoji="0" lang="zh-TW" altLang="en-US" sz="2800" b="0" i="0" u="none" strike="noStrike" kern="1200" cap="none" spc="0" normalizeH="0" baseline="0" noProof="0">
                              <a:ln>
                                <a:noFill/>
                              </a:ln>
                              <a:solidFill>
                                <a:prstClr val="black"/>
                              </a:solidFill>
                              <a:effectLst/>
                              <a:uLnTx/>
                              <a:uFillTx/>
                              <a:latin typeface="Cambria Math" panose="02040503050406030204" pitchFamily="18" charset="0"/>
                              <a:ea typeface="新細明體" panose="02020500000000000000" pitchFamily="18" charset="-120"/>
                              <a:cs typeface="+mn-cs"/>
                            </a:rPr>
                            <m:t>𝜂</m:t>
                          </m:r>
                        </m:e>
                        <m:sub>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𝑤</m:t>
                          </m:r>
                        </m:sub>
                      </m:sSub>
                      <m:r>
                        <a:rPr kumimoji="0" lang="zh-TW" alt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𝐿</m:t>
                      </m:r>
                      <m:r>
                        <a:rPr kumimoji="0" lang="zh-TW" alt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𝑤</m:t>
                      </m:r>
                    </m:oMath>
                  </m:oMathPara>
                </a14:m>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0" name="文字方塊 23">
                <a:extLst>
                  <a:ext uri="{FF2B5EF4-FFF2-40B4-BE49-F238E27FC236}">
                    <a16:creationId xmlns:a16="http://schemas.microsoft.com/office/drawing/2014/main" id="{6C96B41F-8169-15C2-2022-CCE2299DF3E3}"/>
                  </a:ext>
                </a:extLst>
              </p:cNvPr>
              <p:cNvSpPr txBox="1">
                <a:spLocks noRot="1" noChangeAspect="1" noMove="1" noResize="1" noEditPoints="1" noAdjustHandles="1" noChangeArrowheads="1" noChangeShapeType="1" noTextEdit="1"/>
              </p:cNvSpPr>
              <p:nvPr/>
            </p:nvSpPr>
            <p:spPr>
              <a:xfrm>
                <a:off x="2814245" y="2922472"/>
                <a:ext cx="3203890" cy="430887"/>
              </a:xfrm>
              <a:prstGeom prst="rect">
                <a:avLst/>
              </a:prstGeom>
              <a:blipFill>
                <a:blip r:embed="rId4"/>
                <a:stretch>
                  <a:fillRect/>
                </a:stretch>
              </a:blipFill>
            </p:spPr>
            <p:txBody>
              <a:bodyPr/>
              <a:lstStyle/>
              <a:p>
                <a:r>
                  <a:rPr lang="zh-CN" altLang="en-US">
                    <a:noFill/>
                  </a:rPr>
                  <a:t> </a:t>
                </a:r>
              </a:p>
            </p:txBody>
          </p:sp>
        </mc:Fallback>
      </mc:AlternateContent>
      <p:cxnSp>
        <p:nvCxnSpPr>
          <p:cNvPr id="11" name="直線單箭頭接點 7">
            <a:extLst>
              <a:ext uri="{FF2B5EF4-FFF2-40B4-BE49-F238E27FC236}">
                <a16:creationId xmlns:a16="http://schemas.microsoft.com/office/drawing/2014/main" id="{605FD635-AED4-8CB6-B717-7D9B5EAD397D}"/>
              </a:ext>
            </a:extLst>
          </p:cNvPr>
          <p:cNvCxnSpPr/>
          <p:nvPr/>
        </p:nvCxnSpPr>
        <p:spPr>
          <a:xfrm>
            <a:off x="4700395" y="3430616"/>
            <a:ext cx="719187" cy="40809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字方塊 27">
                <a:extLst>
                  <a:ext uri="{FF2B5EF4-FFF2-40B4-BE49-F238E27FC236}">
                    <a16:creationId xmlns:a16="http://schemas.microsoft.com/office/drawing/2014/main" id="{ED4DD89F-B966-1CDF-7AC2-84AE9442F08B}"/>
                  </a:ext>
                </a:extLst>
              </p:cNvPr>
              <p:cNvSpPr txBox="1"/>
              <p:nvPr/>
            </p:nvSpPr>
            <p:spPr>
              <a:xfrm>
                <a:off x="1598765" y="3599690"/>
                <a:ext cx="3257876" cy="127368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nor/>
                            </m:rPr>
                            <a:rPr kumimoji="0" lang="zh-TW" altLang="en-US" sz="2800" b="0" i="0" u="none" strike="noStrike" kern="1200" cap="none" spc="0" normalizeH="0" baseline="0" noProof="0">
                              <a:ln>
                                <a:noFill/>
                              </a:ln>
                              <a:solidFill>
                                <a:prstClr val="black"/>
                              </a:solidFill>
                              <a:effectLst/>
                              <a:uLnTx/>
                              <a:uFillTx/>
                              <a:latin typeface="Cambria Math" panose="02040503050406030204" pitchFamily="18" charset="0"/>
                              <a:ea typeface="新細明體" panose="02020500000000000000" pitchFamily="18" charset="-120"/>
                              <a:cs typeface="+mn-cs"/>
                            </a:rPr>
                            <m:t>𝜂</m:t>
                          </m:r>
                        </m:e>
                        <m:sub>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𝑤</m:t>
                          </m:r>
                        </m:sub>
                      </m:sSub>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zh-TW" alt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𝜂</m:t>
                          </m:r>
                        </m:num>
                        <m:den>
                          <m:rad>
                            <m:radPr>
                              <m:degHide m:val="on"/>
                              <m:ctrlP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radPr>
                            <m:deg/>
                            <m:e>
                              <m:nary>
                                <m:naryPr>
                                  <m:chr m:val="∑"/>
                                  <m:ctrlP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up>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p>
                                <m:e>
                                  <m:sSup>
                                    <m:sSupPr>
                                      <m:ctrlP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d>
                                        <m:dPr>
                                          <m:ctrlP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sSup>
                                            <m:sSupPr>
                                              <m:ctrlP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𝑔</m:t>
                                              </m:r>
                                            </m:e>
                                            <m:sup>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p>
                                          </m:sSup>
                                        </m:e>
                                      </m:d>
                                    </m:e>
                                    <m:sup>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e>
                              </m:nary>
                            </m:e>
                          </m:rad>
                        </m:den>
                      </m:f>
                    </m:oMath>
                  </m:oMathPara>
                </a14:m>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3" name="文字方塊 27">
                <a:extLst>
                  <a:ext uri="{FF2B5EF4-FFF2-40B4-BE49-F238E27FC236}">
                    <a16:creationId xmlns:a16="http://schemas.microsoft.com/office/drawing/2014/main" id="{ED4DD89F-B966-1CDF-7AC2-84AE9442F08B}"/>
                  </a:ext>
                </a:extLst>
              </p:cNvPr>
              <p:cNvSpPr txBox="1">
                <a:spLocks noRot="1" noChangeAspect="1" noMove="1" noResize="1" noEditPoints="1" noAdjustHandles="1" noChangeArrowheads="1" noChangeShapeType="1" noTextEdit="1"/>
              </p:cNvSpPr>
              <p:nvPr/>
            </p:nvSpPr>
            <p:spPr>
              <a:xfrm>
                <a:off x="1598765" y="3599690"/>
                <a:ext cx="3257876" cy="1273682"/>
              </a:xfrm>
              <a:prstGeom prst="rect">
                <a:avLst/>
              </a:prstGeom>
              <a:blipFill>
                <a:blip r:embed="rId5"/>
                <a:stretch>
                  <a:fillRect/>
                </a:stretch>
              </a:blipFill>
            </p:spPr>
            <p:txBody>
              <a:bodyPr/>
              <a:lstStyle/>
              <a:p>
                <a:r>
                  <a:rPr lang="zh-CN" altLang="en-US">
                    <a:noFill/>
                  </a:rPr>
                  <a:t> </a:t>
                </a:r>
              </a:p>
            </p:txBody>
          </p:sp>
        </mc:Fallback>
      </mc:AlternateContent>
      <p:sp>
        <p:nvSpPr>
          <p:cNvPr id="14" name="矩形 38">
            <a:extLst>
              <a:ext uri="{FF2B5EF4-FFF2-40B4-BE49-F238E27FC236}">
                <a16:creationId xmlns:a16="http://schemas.microsoft.com/office/drawing/2014/main" id="{1B1BD665-EA75-4467-3128-949406FC3412}"/>
              </a:ext>
            </a:extLst>
          </p:cNvPr>
          <p:cNvSpPr/>
          <p:nvPr/>
        </p:nvSpPr>
        <p:spPr>
          <a:xfrm>
            <a:off x="4276442" y="2845214"/>
            <a:ext cx="423953" cy="58540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15" name="文字方塊 17">
                <a:extLst>
                  <a:ext uri="{FF2B5EF4-FFF2-40B4-BE49-F238E27FC236}">
                    <a16:creationId xmlns:a16="http://schemas.microsoft.com/office/drawing/2014/main" id="{74EF15F0-9741-9059-FFA0-2FFFD3922822}"/>
                  </a:ext>
                </a:extLst>
              </p:cNvPr>
              <p:cNvSpPr txBox="1"/>
              <p:nvPr/>
            </p:nvSpPr>
            <p:spPr>
              <a:xfrm>
                <a:off x="2814245" y="2254625"/>
                <a:ext cx="2997680" cy="43088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𝑤</m:t>
                      </m:r>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𝜂𝜕</m:t>
                      </m:r>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𝐿</m:t>
                      </m:r>
                      <m:r>
                        <a:rPr kumimoji="0" lang="zh-TW" altLang="en-US"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TW" altLang="en-US" sz="2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𝑤</m:t>
                      </m:r>
                    </m:oMath>
                  </m:oMathPara>
                </a14:m>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5" name="文字方塊 17">
                <a:extLst>
                  <a:ext uri="{FF2B5EF4-FFF2-40B4-BE49-F238E27FC236}">
                    <a16:creationId xmlns:a16="http://schemas.microsoft.com/office/drawing/2014/main" id="{74EF15F0-9741-9059-FFA0-2FFFD3922822}"/>
                  </a:ext>
                </a:extLst>
              </p:cNvPr>
              <p:cNvSpPr txBox="1">
                <a:spLocks noRot="1" noChangeAspect="1" noMove="1" noResize="1" noEditPoints="1" noAdjustHandles="1" noChangeArrowheads="1" noChangeShapeType="1" noTextEdit="1"/>
              </p:cNvSpPr>
              <p:nvPr/>
            </p:nvSpPr>
            <p:spPr>
              <a:xfrm>
                <a:off x="2814245" y="2254625"/>
                <a:ext cx="2997680" cy="430887"/>
              </a:xfrm>
              <a:prstGeom prst="rect">
                <a:avLst/>
              </a:prstGeom>
              <a:blipFill>
                <a:blip r:embed="rId6"/>
                <a:stretch>
                  <a:fillRect/>
                </a:stretch>
              </a:blipFill>
            </p:spPr>
            <p:txBody>
              <a:bodyPr/>
              <a:lstStyle/>
              <a:p>
                <a:r>
                  <a:rPr lang="zh-CN" altLang="en-US">
                    <a:noFill/>
                  </a:rPr>
                  <a:t> </a:t>
                </a:r>
              </a:p>
            </p:txBody>
          </p:sp>
        </mc:Fallback>
      </mc:AlternateContent>
      <p:sp>
        <p:nvSpPr>
          <p:cNvPr id="16" name="文字方塊 3">
            <a:extLst>
              <a:ext uri="{FF2B5EF4-FFF2-40B4-BE49-F238E27FC236}">
                <a16:creationId xmlns:a16="http://schemas.microsoft.com/office/drawing/2014/main" id="{38BC8C3F-E346-514F-D38E-7365D114756B}"/>
              </a:ext>
            </a:extLst>
          </p:cNvPr>
          <p:cNvSpPr txBox="1"/>
          <p:nvPr/>
        </p:nvSpPr>
        <p:spPr>
          <a:xfrm>
            <a:off x="1789068" y="2201757"/>
            <a:ext cx="128772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SGD:</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7" name="文字方塊 19">
            <a:extLst>
              <a:ext uri="{FF2B5EF4-FFF2-40B4-BE49-F238E27FC236}">
                <a16:creationId xmlns:a16="http://schemas.microsoft.com/office/drawing/2014/main" id="{E460921C-0E03-0396-CF06-48AB3BA98E6E}"/>
              </a:ext>
            </a:extLst>
          </p:cNvPr>
          <p:cNvSpPr txBox="1"/>
          <p:nvPr/>
        </p:nvSpPr>
        <p:spPr>
          <a:xfrm>
            <a:off x="1203591" y="2893243"/>
            <a:ext cx="174389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err="1">
                <a:ln>
                  <a:noFill/>
                </a:ln>
                <a:solidFill>
                  <a:prstClr val="black"/>
                </a:solidFill>
                <a:effectLst/>
                <a:uLnTx/>
                <a:uFillTx/>
                <a:latin typeface="Calibri" panose="020F0502020204030204"/>
                <a:ea typeface="新細明體" panose="02020500000000000000" pitchFamily="18" charset="-120"/>
                <a:cs typeface="+mn-cs"/>
              </a:rPr>
              <a:t>Adagrad</a:t>
            </a: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18" name="文字方塊 5">
            <a:extLst>
              <a:ext uri="{FF2B5EF4-FFF2-40B4-BE49-F238E27FC236}">
                <a16:creationId xmlns:a16="http://schemas.microsoft.com/office/drawing/2014/main" id="{AC63A70C-8E82-FAE0-25E7-1D00869457B5}"/>
              </a:ext>
            </a:extLst>
          </p:cNvPr>
          <p:cNvSpPr txBox="1"/>
          <p:nvPr/>
        </p:nvSpPr>
        <p:spPr>
          <a:xfrm>
            <a:off x="5419582" y="3698554"/>
            <a:ext cx="2615910" cy="400110"/>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en-US" sz="2000" b="0" i="0" u="none" strike="noStrike" kern="1200" cap="none" spc="0" normalizeH="0" baseline="0" noProof="0" dirty="0">
                <a:ln>
                  <a:noFill/>
                </a:ln>
                <a:solidFill>
                  <a:prstClr val="white"/>
                </a:solidFill>
                <a:effectLst/>
                <a:uLnTx/>
                <a:uFillTx/>
                <a:latin typeface="+mn-ea"/>
                <a:cs typeface="+mn-cs"/>
              </a:rPr>
              <a:t>与参数相关的学习率</a:t>
            </a:r>
            <a:endParaRPr kumimoji="0" lang="en-US" altLang="zh-TW" sz="2000" b="0" i="0" u="none" strike="noStrike" kern="1200" cap="none" spc="0" normalizeH="0" baseline="0" noProof="0" dirty="0">
              <a:ln>
                <a:noFill/>
              </a:ln>
              <a:solidFill>
                <a:prstClr val="white"/>
              </a:solidFill>
              <a:effectLst/>
              <a:uLnTx/>
              <a:uFillTx/>
              <a:latin typeface="+mn-ea"/>
              <a:cs typeface="+mn-cs"/>
            </a:endParaRPr>
          </a:p>
        </p:txBody>
      </p:sp>
      <mc:AlternateContent xmlns:mc="http://schemas.openxmlformats.org/markup-compatibility/2006" xmlns:a14="http://schemas.microsoft.com/office/drawing/2010/main">
        <mc:Choice Requires="a14">
          <p:sp>
            <p:nvSpPr>
              <p:cNvPr id="19" name="文字方塊 21">
                <a:extLst>
                  <a:ext uri="{FF2B5EF4-FFF2-40B4-BE49-F238E27FC236}">
                    <a16:creationId xmlns:a16="http://schemas.microsoft.com/office/drawing/2014/main" id="{6248F912-ED84-5092-7852-ABA239CB1F5A}"/>
                  </a:ext>
                </a:extLst>
              </p:cNvPr>
              <p:cNvSpPr txBox="1"/>
              <p:nvPr/>
            </p:nvSpPr>
            <p:spPr>
              <a:xfrm>
                <a:off x="5811925" y="4728780"/>
                <a:ext cx="3023236" cy="444802"/>
              </a:xfrm>
              <a:prstGeom prst="rect">
                <a:avLst/>
              </a:prstGeom>
            </p:spPr>
            <p:style>
              <a:lnRef idx="0">
                <a:schemeClr val="accent1"/>
              </a:lnRef>
              <a:fillRef idx="3">
                <a:schemeClr val="accent1"/>
              </a:fillRef>
              <a:effectRef idx="3">
                <a:schemeClr val="accent1"/>
              </a:effectRef>
              <a:fontRef idx="minor">
                <a:schemeClr val="lt1"/>
              </a:fontRef>
            </p:style>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kumimoji="0" lang="en-US" altLang="zh-TW" sz="2800" b="0" i="1" u="none" strike="noStrike" kern="1200" cap="none" spc="0" normalizeH="0" baseline="0" noProof="0" smtClean="0">
                            <a:ln>
                              <a:noFill/>
                            </a:ln>
                            <a:solidFill>
                              <a:prstClr val="white"/>
                            </a:solidFill>
                            <a:effectLst/>
                            <a:uLnTx/>
                            <a:uFillTx/>
                            <a:latin typeface="Cambria Math" panose="02040503050406030204" pitchFamily="18" charset="0"/>
                            <a:cs typeface="+mn-cs"/>
                          </a:rPr>
                        </m:ctrlPr>
                      </m:sSupPr>
                      <m:e>
                        <m:r>
                          <a:rPr kumimoji="0" lang="en-US" altLang="zh-TW" sz="2800" b="0" i="1" u="none" strike="noStrike" kern="1200" cap="none" spc="0" normalizeH="0" baseline="0" noProof="0">
                            <a:ln>
                              <a:noFill/>
                            </a:ln>
                            <a:solidFill>
                              <a:prstClr val="white"/>
                            </a:solidFill>
                            <a:effectLst/>
                            <a:uLnTx/>
                            <a:uFillTx/>
                            <a:latin typeface="Cambria Math" panose="02040503050406030204" pitchFamily="18" charset="0"/>
                            <a:cs typeface="+mn-cs"/>
                          </a:rPr>
                          <m:t>𝑔</m:t>
                        </m:r>
                      </m:e>
                      <m:sup>
                        <m:r>
                          <a:rPr kumimoji="0" lang="en-US" altLang="zh-TW" sz="2800" b="0" i="1" u="none" strike="noStrike" kern="1200" cap="none" spc="0" normalizeH="0" baseline="0" noProof="0" smtClean="0">
                            <a:ln>
                              <a:noFill/>
                            </a:ln>
                            <a:solidFill>
                              <a:prstClr val="white"/>
                            </a:solidFill>
                            <a:effectLst/>
                            <a:uLnTx/>
                            <a:uFillTx/>
                            <a:latin typeface="Cambria Math" panose="02040503050406030204" pitchFamily="18" charset="0"/>
                            <a:cs typeface="+mn-cs"/>
                          </a:rPr>
                          <m:t>𝑖</m:t>
                        </m:r>
                      </m:sup>
                    </m:sSup>
                  </m:oMath>
                </a14:m>
                <a:r>
                  <a:rPr kumimoji="0" lang="zh-TW" altLang="en-US" sz="28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 </a:t>
                </a:r>
                <a:r>
                  <a:rPr kumimoji="0" lang="zh-TW" altLang="en-CN" sz="2000" b="0" i="0" u="none" strike="noStrike" kern="1200" cap="none" spc="0" normalizeH="0" baseline="0" noProof="0" dirty="0">
                    <a:ln>
                      <a:noFill/>
                    </a:ln>
                    <a:solidFill>
                      <a:prstClr val="white"/>
                    </a:solidFill>
                    <a:effectLst/>
                    <a:uLnTx/>
                    <a:uFillTx/>
                    <a:latin typeface="+mn-ea"/>
                    <a:cs typeface="+mn-cs"/>
                  </a:rPr>
                  <a:t>表示</a:t>
                </a:r>
                <a:r>
                  <a:rPr kumimoji="0" lang="zh-TW" altLang="en-US" sz="2000" b="0" i="0" u="none" strike="noStrike" kern="1200" cap="none" spc="0" normalizeH="0" baseline="0" noProof="0" dirty="0">
                    <a:ln>
                      <a:noFill/>
                    </a:ln>
                    <a:solidFill>
                      <a:prstClr val="white"/>
                    </a:solidFill>
                    <a:effectLst/>
                    <a:uLnTx/>
                    <a:uFillTx/>
                    <a:latin typeface="+mn-ea"/>
                    <a:cs typeface="+mn-cs"/>
                  </a:rPr>
                  <a:t>第</a:t>
                </a:r>
                <a:r>
                  <a:rPr kumimoji="0" lang="en-US" altLang="zh-TW" sz="2000" b="0" i="0" u="none" strike="noStrike" kern="1200" cap="none" spc="0" normalizeH="0" baseline="0" noProof="0" dirty="0" err="1">
                    <a:ln>
                      <a:noFill/>
                    </a:ln>
                    <a:solidFill>
                      <a:prstClr val="white"/>
                    </a:solidFill>
                    <a:effectLst/>
                    <a:uLnTx/>
                    <a:uFillTx/>
                    <a:latin typeface="+mn-ea"/>
                    <a:cs typeface="+mn-cs"/>
                  </a:rPr>
                  <a:t>i</a:t>
                </a:r>
                <a:r>
                  <a:rPr kumimoji="0" lang="zh-TW" altLang="en-US" sz="2000" b="0" i="0" u="none" strike="noStrike" kern="1200" cap="none" spc="0" normalizeH="0" baseline="0" noProof="0" dirty="0">
                    <a:ln>
                      <a:noFill/>
                    </a:ln>
                    <a:solidFill>
                      <a:prstClr val="white"/>
                    </a:solidFill>
                    <a:effectLst/>
                    <a:uLnTx/>
                    <a:uFillTx/>
                    <a:latin typeface="+mn-ea"/>
                    <a:cs typeface="+mn-cs"/>
                  </a:rPr>
                  <a:t>次迭代的梯度</a:t>
                </a:r>
              </a:p>
            </p:txBody>
          </p:sp>
        </mc:Choice>
        <mc:Fallback xmlns="">
          <p:sp>
            <p:nvSpPr>
              <p:cNvPr id="19" name="文字方塊 21">
                <a:extLst>
                  <a:ext uri="{FF2B5EF4-FFF2-40B4-BE49-F238E27FC236}">
                    <a16:creationId xmlns:a16="http://schemas.microsoft.com/office/drawing/2014/main" id="{6248F912-ED84-5092-7852-ABA239CB1F5A}"/>
                  </a:ext>
                </a:extLst>
              </p:cNvPr>
              <p:cNvSpPr txBox="1">
                <a:spLocks noRot="1" noChangeAspect="1" noMove="1" noResize="1" noEditPoints="1" noAdjustHandles="1" noChangeArrowheads="1" noChangeShapeType="1" noTextEdit="1"/>
              </p:cNvSpPr>
              <p:nvPr/>
            </p:nvSpPr>
            <p:spPr>
              <a:xfrm>
                <a:off x="5811925" y="4728780"/>
                <a:ext cx="3023236" cy="444802"/>
              </a:xfrm>
              <a:prstGeom prst="rect">
                <a:avLst/>
              </a:prstGeom>
              <a:blipFill>
                <a:blip r:embed="rId7"/>
                <a:stretch>
                  <a:fillRect/>
                </a:stretch>
              </a:blipFill>
            </p:spPr>
            <p:txBody>
              <a:bodyPr/>
              <a:lstStyle/>
              <a:p>
                <a:r>
                  <a:rPr lang="zh-CN" altLang="en-US">
                    <a:noFill/>
                  </a:rPr>
                  <a:t> </a:t>
                </a:r>
              </a:p>
            </p:txBody>
          </p:sp>
        </mc:Fallback>
      </mc:AlternateContent>
      <p:cxnSp>
        <p:nvCxnSpPr>
          <p:cNvPr id="20" name="直線單箭頭接點 32">
            <a:extLst>
              <a:ext uri="{FF2B5EF4-FFF2-40B4-BE49-F238E27FC236}">
                <a16:creationId xmlns:a16="http://schemas.microsoft.com/office/drawing/2014/main" id="{17BD0C3C-181C-493C-0EF5-2D7A229A7B87}"/>
              </a:ext>
            </a:extLst>
          </p:cNvPr>
          <p:cNvCxnSpPr>
            <a:cxnSpLocks/>
            <a:endCxn id="19" idx="1"/>
          </p:cNvCxnSpPr>
          <p:nvPr/>
        </p:nvCxnSpPr>
        <p:spPr>
          <a:xfrm>
            <a:off x="4523645" y="4673061"/>
            <a:ext cx="1288280" cy="27812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34">
            <a:extLst>
              <a:ext uri="{FF2B5EF4-FFF2-40B4-BE49-F238E27FC236}">
                <a16:creationId xmlns:a16="http://schemas.microsoft.com/office/drawing/2014/main" id="{29F787E4-D7C1-C7C4-903B-62672CF7C630}"/>
              </a:ext>
            </a:extLst>
          </p:cNvPr>
          <p:cNvSpPr/>
          <p:nvPr/>
        </p:nvSpPr>
        <p:spPr>
          <a:xfrm>
            <a:off x="3042101" y="4180783"/>
            <a:ext cx="1487303" cy="585402"/>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22" name="灯片编号占位符 21"/>
          <p:cNvSpPr>
            <a:spLocks noGrp="1"/>
          </p:cNvSpPr>
          <p:nvPr>
            <p:ph type="sldNum" sz="quarter" idx="14"/>
          </p:nvPr>
        </p:nvSpPr>
        <p:spPr/>
        <p:txBody>
          <a:bodyPr/>
          <a:lstStyle/>
          <a:p>
            <a:fld id="{AF69888C-E133-43D9-A638-B5C95925B91C}" type="slidenum">
              <a:rPr lang="zh-CN" altLang="en-US" smtClean="0"/>
              <a:t>33</a:t>
            </a:fld>
            <a:endParaRPr lang="zh-CN" altLang="en-US" dirty="0"/>
          </a:p>
        </p:txBody>
      </p:sp>
    </p:spTree>
    <p:extLst>
      <p:ext uri="{BB962C8B-B14F-4D97-AF65-F5344CB8AC3E}">
        <p14:creationId xmlns:p14="http://schemas.microsoft.com/office/powerpoint/2010/main" val="2035579163"/>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linds(horizontal)">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linds(horizontal)">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linds(horizontal)">
                                      <p:cBhvr>
                                        <p:cTn id="28" dur="500"/>
                                        <p:tgtEl>
                                          <p:spTgt spid="11"/>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linds(horizontal)">
                                      <p:cBhvr>
                                        <p:cTn id="31" dur="500"/>
                                        <p:tgtEl>
                                          <p:spTgt spid="14"/>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blinds(horizontal)">
                                      <p:cBhvr>
                                        <p:cTn id="34" dur="500"/>
                                        <p:tgtEl>
                                          <p:spTgt spid="18"/>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blinds(horizontal)">
                                      <p:cBhvr>
                                        <p:cTn id="39" dur="5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blinds(horizontal)">
                                      <p:cBhvr>
                                        <p:cTn id="44" dur="500"/>
                                        <p:tgtEl>
                                          <p:spTgt spid="21"/>
                                        </p:tgtEl>
                                      </p:cBhvr>
                                    </p:animEffect>
                                  </p:childTnLst>
                                </p:cTn>
                              </p:par>
                              <p:par>
                                <p:cTn id="45" presetID="3" presetClass="entr" presetSubtype="1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horizontal)">
                                      <p:cBhvr>
                                        <p:cTn id="47" dur="500"/>
                                        <p:tgtEl>
                                          <p:spTgt spid="20"/>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blinds(horizontal)">
                                      <p:cBhvr>
                                        <p:cTn id="50" dur="5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blinds(horizontal)">
                                      <p:cBhvr>
                                        <p:cTn id="55" dur="500"/>
                                        <p:tgtEl>
                                          <p:spTgt spid="4"/>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blinds(horizontal)">
                                      <p:cBhvr>
                                        <p:cTn id="64" dur="500"/>
                                        <p:tgtEl>
                                          <p:spTgt spid="6"/>
                                        </p:tgtEl>
                                      </p:cBhvr>
                                    </p:animEffect>
                                  </p:childTnLst>
                                </p:cTn>
                              </p:par>
                              <p:par>
                                <p:cTn id="65" presetID="3" presetClass="entr" presetSubtype="10" fill="hold" nodeType="with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blinds(horizontal)">
                                      <p:cBhvr>
                                        <p:cTn id="67" dur="500"/>
                                        <p:tgtEl>
                                          <p:spTgt spid="8"/>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7"/>
                                        </p:tgtEl>
                                        <p:attrNameLst>
                                          <p:attrName>style.visibility</p:attrName>
                                        </p:attrNameLst>
                                      </p:cBhvr>
                                      <p:to>
                                        <p:strVal val="visible"/>
                                      </p:to>
                                    </p:set>
                                    <p:animEffect transition="in" filter="blinds(horizontal)">
                                      <p:cBhvr>
                                        <p:cTn id="72" dur="500"/>
                                        <p:tgtEl>
                                          <p:spTgt spid="7"/>
                                        </p:tgtEl>
                                      </p:cBhvr>
                                    </p:animEffect>
                                  </p:childTnLst>
                                </p:cTn>
                              </p:par>
                              <p:par>
                                <p:cTn id="73" presetID="3" presetClass="entr" presetSubtype="10" fill="hold" grpId="0" nodeType="with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blinds(horizontal)">
                                      <p:cBhvr>
                                        <p:cTn id="7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animBg="1"/>
      <p:bldP spid="9" grpId="0" animBg="1"/>
      <p:bldP spid="10" grpId="0"/>
      <p:bldP spid="13" grpId="0"/>
      <p:bldP spid="14" grpId="0" animBg="1"/>
      <p:bldP spid="15" grpId="0"/>
      <p:bldP spid="16" grpId="0"/>
      <p:bldP spid="17" grpId="0"/>
      <p:bldP spid="18" grpId="0" animBg="1"/>
      <p:bldP spid="19" grpId="0" animBg="1"/>
      <p:bldP spid="2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sp>
        <p:nvSpPr>
          <p:cNvPr id="2" name="文本框 32">
            <a:extLst>
              <a:ext uri="{FF2B5EF4-FFF2-40B4-BE49-F238E27FC236}">
                <a16:creationId xmlns:a16="http://schemas.microsoft.com/office/drawing/2014/main" id="{39E145FA-BACB-116E-221B-2E2F69E25420}"/>
              </a:ext>
            </a:extLst>
          </p:cNvPr>
          <p:cNvSpPr txBox="1"/>
          <p:nvPr/>
        </p:nvSpPr>
        <p:spPr>
          <a:xfrm>
            <a:off x="609702" y="900670"/>
            <a:ext cx="4618355" cy="581057"/>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marL="342900" indent="-342900" algn="l">
              <a:lnSpc>
                <a:spcPct val="150000"/>
              </a:lnSpc>
              <a:buFont typeface="Wingdings" pitchFamily="2" charset="2"/>
              <a:buChar char="Ø"/>
            </a:pPr>
            <a:r>
              <a:rPr lang="en-US" altLang="zh-CN" sz="2400" b="0" dirty="0">
                <a:solidFill>
                  <a:schemeClr val="tx1"/>
                </a:solidFill>
              </a:rPr>
              <a:t>RMSprop</a:t>
            </a:r>
          </a:p>
        </p:txBody>
      </p:sp>
      <p:sp>
        <p:nvSpPr>
          <p:cNvPr id="4" name="文本框 3">
            <a:extLst>
              <a:ext uri="{FF2B5EF4-FFF2-40B4-BE49-F238E27FC236}">
                <a16:creationId xmlns:a16="http://schemas.microsoft.com/office/drawing/2014/main" id="{44CF449C-3D25-EE98-07BD-8AC15E88A2DE}"/>
              </a:ext>
            </a:extLst>
          </p:cNvPr>
          <p:cNvSpPr txBox="1"/>
          <p:nvPr/>
        </p:nvSpPr>
        <p:spPr>
          <a:xfrm>
            <a:off x="1303338" y="1575369"/>
            <a:ext cx="9826625" cy="1689052"/>
          </a:xfrm>
          <a:prstGeom prst="rect">
            <a:avLst/>
          </a:prstGeom>
          <a:noFill/>
        </p:spPr>
        <p:txBody>
          <a:bodyPr wrap="square" rtlCol="0">
            <a:spAutoFit/>
          </a:bodyPr>
          <a:lstStyle/>
          <a:p>
            <a:pPr marL="285750" indent="-285750" fontAlgn="auto">
              <a:lnSpc>
                <a:spcPct val="150000"/>
              </a:lnSpc>
              <a:buFont typeface="Wingdings" pitchFamily="2" charset="2"/>
              <a:buChar char="q"/>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AdaGrad中，学习率的分母（梯度的平方和）随着迭代次数的增加，数值一定越来越大，所以这种累加的方法可能会导致学习率变得非常之小，从而参数更新停滞。</a:t>
            </a:r>
          </a:p>
        </p:txBody>
      </p:sp>
      <mc:AlternateContent xmlns:mc="http://schemas.openxmlformats.org/markup-compatibility/2006" xmlns:a14="http://schemas.microsoft.com/office/drawing/2010/main">
        <mc:Choice Requires="a14">
          <p:sp>
            <p:nvSpPr>
              <p:cNvPr id="5" name="文字方塊 27">
                <a:extLst>
                  <a:ext uri="{FF2B5EF4-FFF2-40B4-BE49-F238E27FC236}">
                    <a16:creationId xmlns:a16="http://schemas.microsoft.com/office/drawing/2014/main" id="{AF9A1502-B7DA-8D89-3008-673E455D23E5}"/>
                  </a:ext>
                </a:extLst>
              </p:cNvPr>
              <p:cNvSpPr txBox="1"/>
              <p:nvPr/>
            </p:nvSpPr>
            <p:spPr>
              <a:xfrm>
                <a:off x="1286993" y="3525519"/>
                <a:ext cx="3257876" cy="127368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bPr>
                        <m:e>
                          <m:r>
                            <m:rPr>
                              <m:nor/>
                            </m:rPr>
                            <a:rPr kumimoji="0" lang="zh-TW" altLang="en-US" sz="2800" b="0" i="0" u="none" strike="noStrike" kern="1200" cap="none" spc="0" normalizeH="0" baseline="0" noProof="0">
                              <a:ln>
                                <a:noFill/>
                              </a:ln>
                              <a:solidFill>
                                <a:prstClr val="black"/>
                              </a:solidFill>
                              <a:effectLst/>
                              <a:uLnTx/>
                              <a:uFillTx/>
                              <a:latin typeface="Cambria Math" panose="02040503050406030204" pitchFamily="18" charset="0"/>
                              <a:ea typeface="新細明體" panose="02020500000000000000" pitchFamily="18" charset="-120"/>
                              <a:cs typeface="+mn-cs"/>
                            </a:rPr>
                            <m:t>𝜂</m:t>
                          </m:r>
                        </m:e>
                        <m:sub>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𝑤</m:t>
                          </m:r>
                        </m:sub>
                      </m:sSub>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f>
                        <m:fPr>
                          <m:ctrlP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fPr>
                        <m:num>
                          <m:r>
                            <a:rPr kumimoji="0" lang="zh-TW" altLang="en-US" sz="2800" b="0" i="1" u="none" strike="noStrike" kern="1200" cap="none" spc="0" normalizeH="0" baseline="0" noProof="0">
                              <a:ln>
                                <a:noFill/>
                              </a:ln>
                              <a:solidFill>
                                <a:prstClr val="black"/>
                              </a:solidFill>
                              <a:effectLst/>
                              <a:uLnTx/>
                              <a:uFillTx/>
                              <a:latin typeface="Cambria Math" panose="02040503050406030204" pitchFamily="18" charset="0"/>
                              <a:cs typeface="+mn-cs"/>
                            </a:rPr>
                            <m:t>𝜂</m:t>
                          </m:r>
                        </m:num>
                        <m:den>
                          <m:rad>
                            <m:radPr>
                              <m:degHide m:val="on"/>
                              <m:ctrlP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radPr>
                            <m:deg/>
                            <m:e>
                              <m:nary>
                                <m:naryPr>
                                  <m:chr m:val="∑"/>
                                  <m:ctrlP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naryPr>
                                <m:sub>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𝑖</m:t>
                                  </m:r>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=0</m:t>
                                  </m:r>
                                </m:sub>
                                <m:sup>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𝑡</m:t>
                                  </m:r>
                                </m:sup>
                                <m:e>
                                  <m:sSup>
                                    <m:sSupPr>
                                      <m:ctrlP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d>
                                        <m:dPr>
                                          <m:ctrlP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sSup>
                                            <m:sSupPr>
                                              <m:ctrlP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𝑔</m:t>
                                              </m:r>
                                            </m:e>
                                            <m:sup>
                                              <m:r>
                                                <a:rPr kumimoji="0" lang="en-US" altLang="zh-TW" sz="28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𝑖</m:t>
                                              </m:r>
                                            </m:sup>
                                          </m:sSup>
                                        </m:e>
                                      </m:d>
                                    </m:e>
                                    <m:sup>
                                      <m:r>
                                        <a:rPr kumimoji="0" lang="en-US" altLang="zh-TW" sz="2800" b="0" i="1" u="none" strike="noStrike" kern="1200" cap="none" spc="0" normalizeH="0" baseline="0" noProof="0">
                                          <a:ln>
                                            <a:noFill/>
                                          </a:ln>
                                          <a:solidFill>
                                            <a:prstClr val="black"/>
                                          </a:solidFill>
                                          <a:effectLst/>
                                          <a:uLnTx/>
                                          <a:uFillTx/>
                                          <a:latin typeface="Cambria Math" panose="02040503050406030204" pitchFamily="18" charset="0"/>
                                          <a:cs typeface="+mn-cs"/>
                                        </a:rPr>
                                        <m:t>2</m:t>
                                      </m:r>
                                    </m:sup>
                                  </m:sSup>
                                </m:e>
                              </m:nary>
                            </m:e>
                          </m:rad>
                        </m:den>
                      </m:f>
                    </m:oMath>
                  </m:oMathPara>
                </a14:m>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 name="文字方塊 27">
                <a:extLst>
                  <a:ext uri="{FF2B5EF4-FFF2-40B4-BE49-F238E27FC236}">
                    <a16:creationId xmlns:a16="http://schemas.microsoft.com/office/drawing/2014/main" id="{AF9A1502-B7DA-8D89-3008-673E455D23E5}"/>
                  </a:ext>
                </a:extLst>
              </p:cNvPr>
              <p:cNvSpPr txBox="1">
                <a:spLocks noRot="1" noChangeAspect="1" noMove="1" noResize="1" noEditPoints="1" noAdjustHandles="1" noChangeArrowheads="1" noChangeShapeType="1" noTextEdit="1"/>
              </p:cNvSpPr>
              <p:nvPr/>
            </p:nvSpPr>
            <p:spPr>
              <a:xfrm>
                <a:off x="1286993" y="3525519"/>
                <a:ext cx="3257876" cy="1273682"/>
              </a:xfrm>
              <a:prstGeom prst="rect">
                <a:avLst/>
              </a:prstGeom>
              <a:blipFill>
                <a:blip r:embed="rId2"/>
                <a:stretch>
                  <a:fillRect/>
                </a:stretch>
              </a:blipFill>
            </p:spPr>
            <p:txBody>
              <a:bodyPr/>
              <a:lstStyle/>
              <a:p>
                <a:r>
                  <a:rPr lang="zh-CN" altLang="en-US">
                    <a:noFill/>
                  </a:rPr>
                  <a:t> </a:t>
                </a:r>
              </a:p>
            </p:txBody>
          </p:sp>
        </mc:Fallback>
      </mc:AlternateContent>
      <p:sp>
        <p:nvSpPr>
          <p:cNvPr id="6" name="文本框 6">
            <a:extLst>
              <a:ext uri="{FF2B5EF4-FFF2-40B4-BE49-F238E27FC236}">
                <a16:creationId xmlns:a16="http://schemas.microsoft.com/office/drawing/2014/main" id="{637A8753-6741-97AC-7EAD-A9DE85BFC97D}"/>
              </a:ext>
            </a:extLst>
          </p:cNvPr>
          <p:cNvSpPr txBox="1"/>
          <p:nvPr/>
        </p:nvSpPr>
        <p:spPr>
          <a:xfrm>
            <a:off x="1303338" y="5060299"/>
            <a:ext cx="9826625" cy="1135054"/>
          </a:xfrm>
          <a:prstGeom prst="rect">
            <a:avLst/>
          </a:prstGeom>
          <a:noFill/>
        </p:spPr>
        <p:txBody>
          <a:bodyPr wrap="square" rtlCol="0">
            <a:spAutoFit/>
          </a:bodyPr>
          <a:lstStyle/>
          <a:p>
            <a:pPr marL="285750" indent="-285750">
              <a:lnSpc>
                <a:spcPct val="150000"/>
              </a:lnSpc>
              <a:buFont typeface="Wingdings" pitchFamily="2" charset="2"/>
              <a:buChar char="q"/>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RMSprop</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中，通过指数衰减来丢弃很久以前的梯度信息</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nSpc>
                <a:spcPct val="150000"/>
              </a:lnSpc>
              <a:buFont typeface="Wingdings" pitchFamily="2" charset="2"/>
              <a:buChar char="q"/>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故</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RMSprop</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也叫改进的</a:t>
            </a:r>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sym typeface="+mn-ea"/>
              </a:rPr>
              <a:t>AdaGrad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advanced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sym typeface="+mn-ea"/>
              </a:rPr>
              <a:t>AdaGrad</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sp>
        <p:nvSpPr>
          <p:cNvPr id="7" name="灯片编号占位符 6"/>
          <p:cNvSpPr>
            <a:spLocks noGrp="1"/>
          </p:cNvSpPr>
          <p:nvPr>
            <p:ph type="sldNum" sz="quarter" idx="14"/>
          </p:nvPr>
        </p:nvSpPr>
        <p:spPr/>
        <p:txBody>
          <a:bodyPr/>
          <a:lstStyle/>
          <a:p>
            <a:fld id="{AF69888C-E133-43D9-A638-B5C95925B91C}" type="slidenum">
              <a:rPr lang="zh-CN" altLang="en-US" smtClean="0"/>
              <a:t>34</a:t>
            </a:fld>
            <a:endParaRPr lang="zh-CN" altLang="en-US" dirty="0"/>
          </a:p>
        </p:txBody>
      </p:sp>
      <p:sp>
        <p:nvSpPr>
          <p:cNvPr id="8" name="矩形 7"/>
          <p:cNvSpPr/>
          <p:nvPr/>
        </p:nvSpPr>
        <p:spPr>
          <a:xfrm>
            <a:off x="2680855" y="4162360"/>
            <a:ext cx="1610590" cy="54472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文本框 8"/>
              <p:cNvSpPr txBox="1"/>
              <p:nvPr/>
            </p:nvSpPr>
            <p:spPr>
              <a:xfrm>
                <a:off x="3507058" y="4719779"/>
                <a:ext cx="784387" cy="461665"/>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altLang="zh-CN" sz="2400" b="0" i="1" smtClean="0">
                          <a:solidFill>
                            <a:srgbClr val="FF0000"/>
                          </a:solidFill>
                          <a:latin typeface="Cambria Math" panose="02040503050406030204" pitchFamily="18" charset="0"/>
                        </a:rPr>
                        <m:t>𝑟</m:t>
                      </m:r>
                    </m:oMath>
                  </m:oMathPara>
                </a14:m>
                <a:endParaRPr lang="zh-CN" altLang="en-US" sz="2400" dirty="0">
                  <a:solidFill>
                    <a:srgbClr val="FF0000"/>
                  </a:solidFill>
                  <a:latin typeface="+mn-ea"/>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3507058" y="4719779"/>
                <a:ext cx="784387" cy="46166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5227331" y="3425418"/>
                <a:ext cx="4414278" cy="461665"/>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altLang="zh-CN" sz="2400" b="0" i="1" smtClean="0">
                          <a:solidFill>
                            <a:srgbClr val="FF0000"/>
                          </a:solidFill>
                          <a:latin typeface="Cambria Math" panose="02040503050406030204" pitchFamily="18" charset="0"/>
                        </a:rPr>
                        <m:t>𝑟</m:t>
                      </m:r>
                      <m:r>
                        <a:rPr lang="en-US" altLang="zh-CN" sz="2400" b="0" i="1" smtClean="0">
                          <a:solidFill>
                            <a:srgbClr val="FF0000"/>
                          </a:solidFill>
                          <a:latin typeface="Cambria Math" panose="02040503050406030204" pitchFamily="18" charset="0"/>
                          <a:ea typeface="Cambria Math" panose="02040503050406030204" pitchFamily="18" charset="0"/>
                        </a:rPr>
                        <m:t>←</m:t>
                      </m:r>
                      <m:r>
                        <a:rPr lang="en-US" altLang="zh-CN" sz="2400" b="0" i="1" smtClean="0">
                          <a:solidFill>
                            <a:srgbClr val="FF0000"/>
                          </a:solidFill>
                          <a:latin typeface="Cambria Math" panose="02040503050406030204" pitchFamily="18" charset="0"/>
                          <a:ea typeface="Cambria Math" panose="02040503050406030204" pitchFamily="18" charset="0"/>
                        </a:rPr>
                        <m:t>𝑟</m:t>
                      </m:r>
                      <m:r>
                        <a:rPr lang="en-US" altLang="zh-CN" sz="2400" b="0" i="1" smtClean="0">
                          <a:solidFill>
                            <a:srgbClr val="FF0000"/>
                          </a:solidFill>
                          <a:latin typeface="Cambria Math" panose="02040503050406030204" pitchFamily="18" charset="0"/>
                          <a:ea typeface="Cambria Math" panose="02040503050406030204" pitchFamily="18" charset="0"/>
                        </a:rPr>
                        <m:t>+</m:t>
                      </m:r>
                      <m:r>
                        <a:rPr lang="en-US" altLang="zh-CN" sz="2400" b="0" i="1" smtClean="0">
                          <a:solidFill>
                            <a:srgbClr val="FF0000"/>
                          </a:solidFill>
                          <a:latin typeface="Cambria Math" panose="02040503050406030204" pitchFamily="18" charset="0"/>
                          <a:ea typeface="Cambria Math" panose="02040503050406030204" pitchFamily="18" charset="0"/>
                        </a:rPr>
                        <m:t>𝑔</m:t>
                      </m:r>
                      <m:r>
                        <a:rPr lang="en-US" altLang="zh-CN" sz="2400" b="0" i="1" smtClean="0">
                          <a:solidFill>
                            <a:srgbClr val="FF0000"/>
                          </a:solidFill>
                          <a:latin typeface="Cambria Math" panose="02040503050406030204" pitchFamily="18" charset="0"/>
                          <a:ea typeface="Cambria Math" panose="02040503050406030204" pitchFamily="18" charset="0"/>
                        </a:rPr>
                        <m:t>∙</m:t>
                      </m:r>
                      <m:r>
                        <a:rPr lang="en-US" altLang="zh-CN" sz="2400" b="0" i="1" smtClean="0">
                          <a:solidFill>
                            <a:srgbClr val="FF0000"/>
                          </a:solidFill>
                          <a:latin typeface="Cambria Math" panose="02040503050406030204" pitchFamily="18" charset="0"/>
                          <a:ea typeface="Cambria Math" panose="02040503050406030204" pitchFamily="18" charset="0"/>
                        </a:rPr>
                        <m:t>𝑔</m:t>
                      </m:r>
                    </m:oMath>
                  </m:oMathPara>
                </a14:m>
                <a:endParaRPr lang="zh-CN" altLang="en-US" sz="2400" dirty="0">
                  <a:solidFill>
                    <a:srgbClr val="FF0000"/>
                  </a:solidFill>
                  <a:latin typeface="+mn-ea"/>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5227331" y="3425418"/>
                <a:ext cx="4414278" cy="461665"/>
              </a:xfrm>
              <a:prstGeom prst="rect">
                <a:avLst/>
              </a:prstGeom>
              <a:blipFill>
                <a:blip r:embed="rId4"/>
                <a:stretch>
                  <a:fillRect b="-10526"/>
                </a:stretch>
              </a:blipFill>
            </p:spPr>
            <p:txBody>
              <a:bodyPr/>
              <a:lstStyle/>
              <a:p>
                <a:r>
                  <a:rPr lang="zh-CN" altLang="en-US">
                    <a:noFill/>
                  </a:rPr>
                  <a:t> </a:t>
                </a:r>
              </a:p>
            </p:txBody>
          </p:sp>
        </mc:Fallback>
      </mc:AlternateContent>
      <p:sp>
        <p:nvSpPr>
          <p:cNvPr id="10" name="矩形 9"/>
          <p:cNvSpPr/>
          <p:nvPr/>
        </p:nvSpPr>
        <p:spPr>
          <a:xfrm>
            <a:off x="4886763" y="3371862"/>
            <a:ext cx="1425390" cy="456215"/>
          </a:xfrm>
          <a:prstGeom prst="rect">
            <a:avLst/>
          </a:prstGeom>
        </p:spPr>
        <p:txBody>
          <a:bodyPr wrap="none">
            <a:spAutoFit/>
          </a:bodyPr>
          <a:lstStyle/>
          <a:p>
            <a:pPr marL="342900" indent="-342900">
              <a:lnSpc>
                <a:spcPct val="150000"/>
              </a:lnSpc>
              <a:buFont typeface="Arial" panose="020B0604020202020204" pitchFamily="34" charset="0"/>
              <a:buChar char="•"/>
            </a:pPr>
            <a:r>
              <a:rPr lang="en-US" altLang="zh-CN" dirty="0" err="1"/>
              <a:t>AdaGrad</a:t>
            </a:r>
            <a:endParaRPr lang="en-US" altLang="zh-CN" dirty="0"/>
          </a:p>
        </p:txBody>
      </p:sp>
      <p:sp>
        <p:nvSpPr>
          <p:cNvPr id="13" name="矩形 12"/>
          <p:cNvSpPr/>
          <p:nvPr/>
        </p:nvSpPr>
        <p:spPr>
          <a:xfrm>
            <a:off x="4886763" y="4057097"/>
            <a:ext cx="1483291" cy="507831"/>
          </a:xfrm>
          <a:prstGeom prst="rect">
            <a:avLst/>
          </a:prstGeom>
        </p:spPr>
        <p:txBody>
          <a:bodyPr wrap="none">
            <a:spAutoFit/>
          </a:bodyPr>
          <a:lstStyle/>
          <a:p>
            <a:pPr marL="342900" indent="-342900">
              <a:lnSpc>
                <a:spcPct val="150000"/>
              </a:lnSpc>
              <a:buFont typeface="Arial" panose="020B0604020202020204" pitchFamily="34" charset="0"/>
              <a:buChar char="•"/>
            </a:pPr>
            <a:r>
              <a:rPr lang="en-US" altLang="zh-CN" dirty="0"/>
              <a:t>RMSprop</a:t>
            </a:r>
          </a:p>
        </p:txBody>
      </p:sp>
      <mc:AlternateContent xmlns:mc="http://schemas.openxmlformats.org/markup-compatibility/2006" xmlns:a14="http://schemas.microsoft.com/office/drawing/2010/main">
        <mc:Choice Requires="a14">
          <p:sp>
            <p:nvSpPr>
              <p:cNvPr id="14" name="文本框 13"/>
              <p:cNvSpPr txBox="1"/>
              <p:nvPr/>
            </p:nvSpPr>
            <p:spPr>
              <a:xfrm>
                <a:off x="5826540" y="4110355"/>
                <a:ext cx="4414278" cy="461665"/>
              </a:xfrm>
              <a:prstGeom prst="rect">
                <a:avLst/>
              </a:prstGeom>
              <a:noFill/>
            </p:spPr>
            <p:txBody>
              <a:bodyPr wrap="square" rtlCol="0">
                <a:spAutoFit/>
              </a:bodyPr>
              <a:lstStyle/>
              <a:p>
                <a:pPr algn="l"/>
                <a14:m>
                  <m:oMathPara xmlns:m="http://schemas.openxmlformats.org/officeDocument/2006/math">
                    <m:oMathParaPr>
                      <m:jc m:val="centerGroup"/>
                    </m:oMathParaPr>
                    <m:oMath xmlns:m="http://schemas.openxmlformats.org/officeDocument/2006/math">
                      <m:r>
                        <a:rPr lang="en-US" altLang="zh-CN" sz="2400" b="0" i="1" smtClean="0">
                          <a:solidFill>
                            <a:srgbClr val="FF0000"/>
                          </a:solidFill>
                          <a:latin typeface="Cambria Math" panose="02040503050406030204" pitchFamily="18" charset="0"/>
                        </a:rPr>
                        <m:t>𝑟</m:t>
                      </m:r>
                      <m:r>
                        <a:rPr lang="en-US" altLang="zh-CN" sz="2400" b="0" i="1" smtClean="0">
                          <a:solidFill>
                            <a:srgbClr val="FF0000"/>
                          </a:solidFill>
                          <a:latin typeface="Cambria Math" panose="02040503050406030204" pitchFamily="18" charset="0"/>
                          <a:ea typeface="Cambria Math" panose="02040503050406030204" pitchFamily="18" charset="0"/>
                        </a:rPr>
                        <m:t>←</m:t>
                      </m:r>
                      <m:r>
                        <a:rPr lang="zh-CN" altLang="en-US" sz="2400" b="0" i="1" smtClean="0">
                          <a:solidFill>
                            <a:srgbClr val="FF0000"/>
                          </a:solidFill>
                          <a:latin typeface="Cambria Math" panose="02040503050406030204" pitchFamily="18" charset="0"/>
                          <a:ea typeface="Cambria Math" panose="02040503050406030204" pitchFamily="18" charset="0"/>
                        </a:rPr>
                        <m:t>𝜌</m:t>
                      </m:r>
                      <m:r>
                        <a:rPr lang="en-US" altLang="zh-CN" sz="2400" b="0" i="1" smtClean="0">
                          <a:solidFill>
                            <a:srgbClr val="FF0000"/>
                          </a:solidFill>
                          <a:latin typeface="Cambria Math" panose="02040503050406030204" pitchFamily="18" charset="0"/>
                          <a:ea typeface="Cambria Math" panose="02040503050406030204" pitchFamily="18" charset="0"/>
                        </a:rPr>
                        <m:t>𝑟</m:t>
                      </m:r>
                      <m:r>
                        <a:rPr lang="en-US" altLang="zh-CN" sz="2400" b="0" i="1" smtClean="0">
                          <a:solidFill>
                            <a:srgbClr val="FF0000"/>
                          </a:solidFill>
                          <a:latin typeface="Cambria Math" panose="02040503050406030204" pitchFamily="18" charset="0"/>
                          <a:ea typeface="Cambria Math" panose="02040503050406030204" pitchFamily="18" charset="0"/>
                        </a:rPr>
                        <m:t>+（1−</m:t>
                      </m:r>
                      <m:r>
                        <a:rPr lang="zh-CN" altLang="en-US" sz="2400" i="1" smtClean="0">
                          <a:solidFill>
                            <a:srgbClr val="FF0000"/>
                          </a:solidFill>
                          <a:latin typeface="Cambria Math" panose="02040503050406030204" pitchFamily="18" charset="0"/>
                          <a:ea typeface="Cambria Math" panose="02040503050406030204" pitchFamily="18" charset="0"/>
                        </a:rPr>
                        <m:t>𝜌</m:t>
                      </m:r>
                      <m:r>
                        <a:rPr lang="zh-CN" altLang="en-US" sz="2400" i="1">
                          <a:solidFill>
                            <a:srgbClr val="FF0000"/>
                          </a:solidFill>
                          <a:latin typeface="Cambria Math" panose="02040503050406030204" pitchFamily="18" charset="0"/>
                          <a:ea typeface="Cambria Math" panose="02040503050406030204" pitchFamily="18" charset="0"/>
                        </a:rPr>
                        <m:t>）</m:t>
                      </m:r>
                      <m:r>
                        <a:rPr lang="en-US" altLang="zh-CN" sz="2400" b="0" i="1" smtClean="0">
                          <a:solidFill>
                            <a:srgbClr val="FF0000"/>
                          </a:solidFill>
                          <a:latin typeface="Cambria Math" panose="02040503050406030204" pitchFamily="18" charset="0"/>
                          <a:ea typeface="Cambria Math" panose="02040503050406030204" pitchFamily="18" charset="0"/>
                        </a:rPr>
                        <m:t>𝑔</m:t>
                      </m:r>
                      <m:r>
                        <a:rPr lang="en-US" altLang="zh-CN" sz="2400" b="0" i="1" smtClean="0">
                          <a:solidFill>
                            <a:srgbClr val="FF0000"/>
                          </a:solidFill>
                          <a:latin typeface="Cambria Math" panose="02040503050406030204" pitchFamily="18" charset="0"/>
                          <a:ea typeface="Cambria Math" panose="02040503050406030204" pitchFamily="18" charset="0"/>
                        </a:rPr>
                        <m:t>∙</m:t>
                      </m:r>
                      <m:r>
                        <a:rPr lang="en-US" altLang="zh-CN" sz="2400" b="0" i="1" smtClean="0">
                          <a:solidFill>
                            <a:srgbClr val="FF0000"/>
                          </a:solidFill>
                          <a:latin typeface="Cambria Math" panose="02040503050406030204" pitchFamily="18" charset="0"/>
                          <a:ea typeface="Cambria Math" panose="02040503050406030204" pitchFamily="18" charset="0"/>
                        </a:rPr>
                        <m:t>𝑔</m:t>
                      </m:r>
                    </m:oMath>
                  </m:oMathPara>
                </a14:m>
                <a:endParaRPr lang="zh-CN" altLang="en-US" sz="2400" dirty="0">
                  <a:solidFill>
                    <a:srgbClr val="FF0000"/>
                  </a:solidFill>
                  <a:latin typeface="+mn-ea"/>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5826540" y="4110355"/>
                <a:ext cx="4414278" cy="461665"/>
              </a:xfrm>
              <a:prstGeom prst="rect">
                <a:avLst/>
              </a:prstGeom>
              <a:blipFill>
                <a:blip r:embed="rId5"/>
                <a:stretch>
                  <a:fillRect b="-118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38901994"/>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cxnSp>
        <p:nvCxnSpPr>
          <p:cNvPr id="2" name="直線接點 42">
            <a:extLst>
              <a:ext uri="{FF2B5EF4-FFF2-40B4-BE49-F238E27FC236}">
                <a16:creationId xmlns:a16="http://schemas.microsoft.com/office/drawing/2014/main" id="{BDB0B789-AE16-9D55-E082-6363A89A5F9E}"/>
              </a:ext>
            </a:extLst>
          </p:cNvPr>
          <p:cNvCxnSpPr/>
          <p:nvPr/>
        </p:nvCxnSpPr>
        <p:spPr>
          <a:xfrm>
            <a:off x="8506288" y="4761404"/>
            <a:ext cx="0" cy="727092"/>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4" name="橢圓 23">
            <a:extLst>
              <a:ext uri="{FF2B5EF4-FFF2-40B4-BE49-F238E27FC236}">
                <a16:creationId xmlns:a16="http://schemas.microsoft.com/office/drawing/2014/main" id="{8D722A2C-8B35-7405-F7CD-13665F4071BD}"/>
              </a:ext>
            </a:extLst>
          </p:cNvPr>
          <p:cNvSpPr/>
          <p:nvPr/>
        </p:nvSpPr>
        <p:spPr>
          <a:xfrm>
            <a:off x="8175251" y="4444881"/>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5" name="直線接點 41">
            <a:extLst>
              <a:ext uri="{FF2B5EF4-FFF2-40B4-BE49-F238E27FC236}">
                <a16:creationId xmlns:a16="http://schemas.microsoft.com/office/drawing/2014/main" id="{71E992C7-9770-56DD-5057-54FBCDB7BC7A}"/>
              </a:ext>
            </a:extLst>
          </p:cNvPr>
          <p:cNvCxnSpPr/>
          <p:nvPr/>
        </p:nvCxnSpPr>
        <p:spPr>
          <a:xfrm>
            <a:off x="6571036" y="3737587"/>
            <a:ext cx="0" cy="1762613"/>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 name="直線接點 40">
            <a:extLst>
              <a:ext uri="{FF2B5EF4-FFF2-40B4-BE49-F238E27FC236}">
                <a16:creationId xmlns:a16="http://schemas.microsoft.com/office/drawing/2014/main" id="{5591E105-8D94-74EC-08EB-745C04A21E07}"/>
              </a:ext>
            </a:extLst>
          </p:cNvPr>
          <p:cNvCxnSpPr/>
          <p:nvPr/>
        </p:nvCxnSpPr>
        <p:spPr>
          <a:xfrm>
            <a:off x="4836168" y="3725885"/>
            <a:ext cx="0" cy="1762613"/>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 name="直線接點 6">
            <a:extLst>
              <a:ext uri="{FF2B5EF4-FFF2-40B4-BE49-F238E27FC236}">
                <a16:creationId xmlns:a16="http://schemas.microsoft.com/office/drawing/2014/main" id="{DB48E63D-480D-8939-C7BD-F32A422E3091}"/>
              </a:ext>
            </a:extLst>
          </p:cNvPr>
          <p:cNvCxnSpPr/>
          <p:nvPr/>
        </p:nvCxnSpPr>
        <p:spPr>
          <a:xfrm>
            <a:off x="3330642" y="2639664"/>
            <a:ext cx="0" cy="2880060"/>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 name="直線單箭頭接點 26">
            <a:extLst>
              <a:ext uri="{FF2B5EF4-FFF2-40B4-BE49-F238E27FC236}">
                <a16:creationId xmlns:a16="http://schemas.microsoft.com/office/drawing/2014/main" id="{028FF861-B31C-8607-7291-D921FECE4FCF}"/>
              </a:ext>
            </a:extLst>
          </p:cNvPr>
          <p:cNvCxnSpPr/>
          <p:nvPr/>
        </p:nvCxnSpPr>
        <p:spPr>
          <a:xfrm>
            <a:off x="3438702" y="5488497"/>
            <a:ext cx="676977"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手繪多邊形 5">
            <a:extLst>
              <a:ext uri="{FF2B5EF4-FFF2-40B4-BE49-F238E27FC236}">
                <a16:creationId xmlns:a16="http://schemas.microsoft.com/office/drawing/2014/main" id="{A2BE3A99-2021-2B87-0E03-2A006CC70C61}"/>
              </a:ext>
            </a:extLst>
          </p:cNvPr>
          <p:cNvSpPr/>
          <p:nvPr/>
        </p:nvSpPr>
        <p:spPr>
          <a:xfrm>
            <a:off x="2629183" y="1584714"/>
            <a:ext cx="7914542"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941312 w 7754816"/>
              <a:gd name="connsiteY2" fmla="*/ 2760785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767202 w 7754816"/>
              <a:gd name="connsiteY2" fmla="*/ 271724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314558 w 7754816"/>
              <a:gd name="connsiteY1" fmla="*/ 2225710 h 4208267"/>
              <a:gd name="connsiteX2" fmla="*/ 3823199 w 7754816"/>
              <a:gd name="connsiteY2" fmla="*/ 2698193 h 4208267"/>
              <a:gd name="connsiteX3" fmla="*/ 5732254 w 7754816"/>
              <a:gd name="connsiteY3" fmla="*/ 3511062 h 4208267"/>
              <a:gd name="connsiteX4" fmla="*/ 6289268 w 7754816"/>
              <a:gd name="connsiteY4" fmla="*/ 27549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677358" y="1776011"/>
                  <a:pt x="1314558" y="2225710"/>
                </a:cubicBezTo>
                <a:cubicBezTo>
                  <a:pt x="1951758" y="2675409"/>
                  <a:pt x="3073523" y="2701682"/>
                  <a:pt x="3823199" y="2698193"/>
                </a:cubicBezTo>
                <a:cubicBezTo>
                  <a:pt x="4572875" y="2694704"/>
                  <a:pt x="5321243" y="3501607"/>
                  <a:pt x="5732254" y="3511062"/>
                </a:cubicBezTo>
                <a:cubicBezTo>
                  <a:pt x="6143265" y="3520517"/>
                  <a:pt x="6133882" y="2941515"/>
                  <a:pt x="6289268" y="2754923"/>
                </a:cubicBezTo>
                <a:cubicBezTo>
                  <a:pt x="6444654" y="2568331"/>
                  <a:pt x="6452551" y="2185377"/>
                  <a:pt x="6664570" y="2391508"/>
                </a:cubicBezTo>
                <a:cubicBezTo>
                  <a:pt x="6876589" y="25976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10" name="橢圓 8">
            <a:extLst>
              <a:ext uri="{FF2B5EF4-FFF2-40B4-BE49-F238E27FC236}">
                <a16:creationId xmlns:a16="http://schemas.microsoft.com/office/drawing/2014/main" id="{5ABF5511-0CDC-24B0-BA4A-9EEC3D75039E}"/>
              </a:ext>
            </a:extLst>
          </p:cNvPr>
          <p:cNvSpPr/>
          <p:nvPr/>
        </p:nvSpPr>
        <p:spPr>
          <a:xfrm>
            <a:off x="6254514" y="3647688"/>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11" name="直線單箭頭接點 4">
            <a:extLst>
              <a:ext uri="{FF2B5EF4-FFF2-40B4-BE49-F238E27FC236}">
                <a16:creationId xmlns:a16="http://schemas.microsoft.com/office/drawing/2014/main" id="{478D32E3-5062-2B42-FD75-72F332A66FBB}"/>
              </a:ext>
            </a:extLst>
          </p:cNvPr>
          <p:cNvCxnSpPr/>
          <p:nvPr/>
        </p:nvCxnSpPr>
        <p:spPr>
          <a:xfrm>
            <a:off x="2439550" y="5630209"/>
            <a:ext cx="842802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3">
            <a:extLst>
              <a:ext uri="{FF2B5EF4-FFF2-40B4-BE49-F238E27FC236}">
                <a16:creationId xmlns:a16="http://schemas.microsoft.com/office/drawing/2014/main" id="{C153DE3B-46DD-4DEC-AA32-988EBA0E5116}"/>
              </a:ext>
            </a:extLst>
          </p:cNvPr>
          <p:cNvCxnSpPr/>
          <p:nvPr/>
        </p:nvCxnSpPr>
        <p:spPr>
          <a:xfrm flipV="1">
            <a:off x="2857782" y="1476568"/>
            <a:ext cx="0" cy="436280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字方塊 9">
            <a:extLst>
              <a:ext uri="{FF2B5EF4-FFF2-40B4-BE49-F238E27FC236}">
                <a16:creationId xmlns:a16="http://schemas.microsoft.com/office/drawing/2014/main" id="{03A926F3-50C6-72CE-F544-20EA6FFA5E21}"/>
              </a:ext>
            </a:extLst>
          </p:cNvPr>
          <p:cNvSpPr txBox="1"/>
          <p:nvPr/>
        </p:nvSpPr>
        <p:spPr>
          <a:xfrm>
            <a:off x="2949642" y="1578653"/>
            <a:ext cx="968272" cy="830997"/>
          </a:xfrm>
          <a:prstGeom prst="rect">
            <a:avLst/>
          </a:prstGeom>
          <a:noFill/>
        </p:spPr>
        <p:txBody>
          <a:bodyPr wrap="square" rtlCol="0">
            <a:spAutoFit/>
          </a:bodyPr>
          <a:lstStyle/>
          <a:p>
            <a:pPr algn="ctr">
              <a:defRPr/>
            </a:pPr>
            <a:r>
              <a:rPr lang="en-US" altLang="zh-TW" sz="2400" dirty="0">
                <a:solidFill>
                  <a:prstClr val="black"/>
                </a:solidFill>
                <a:latin typeface="Calibri" panose="020F0502020204030204"/>
                <a:ea typeface="新細明體" panose="02020500000000000000" pitchFamily="18" charset="-120"/>
              </a:rPr>
              <a:t>Total</a:t>
            </a:r>
          </a:p>
          <a:p>
            <a:pPr algn="ctr">
              <a:defRPr/>
            </a:pPr>
            <a:r>
              <a:rPr lang="en-US" altLang="zh-TW" sz="2400" dirty="0">
                <a:solidFill>
                  <a:prstClr val="black"/>
                </a:solidFill>
                <a:latin typeface="Calibri" panose="020F0502020204030204"/>
                <a:ea typeface="新細明體" panose="02020500000000000000" pitchFamily="18" charset="-120"/>
              </a:rPr>
              <a:t>Loss</a:t>
            </a:r>
            <a:endParaRPr lang="zh-TW" altLang="en-US" sz="2400" dirty="0">
              <a:solidFill>
                <a:prstClr val="black"/>
              </a:solidFill>
              <a:latin typeface="Calibri" panose="020F0502020204030204"/>
              <a:ea typeface="新細明體" panose="02020500000000000000" pitchFamily="18" charset="-120"/>
            </a:endParaRPr>
          </a:p>
        </p:txBody>
      </p:sp>
      <p:sp>
        <p:nvSpPr>
          <p:cNvPr id="15" name="文字方塊 16">
            <a:extLst>
              <a:ext uri="{FF2B5EF4-FFF2-40B4-BE49-F238E27FC236}">
                <a16:creationId xmlns:a16="http://schemas.microsoft.com/office/drawing/2014/main" id="{B478E0AD-D08F-8FA2-1DF0-A4FEB7422883}"/>
              </a:ext>
            </a:extLst>
          </p:cNvPr>
          <p:cNvSpPr txBox="1"/>
          <p:nvPr/>
        </p:nvSpPr>
        <p:spPr>
          <a:xfrm>
            <a:off x="4226905" y="5802831"/>
            <a:ext cx="5195774" cy="461665"/>
          </a:xfrm>
          <a:prstGeom prst="rect">
            <a:avLst/>
          </a:prstGeom>
          <a:noFill/>
        </p:spPr>
        <p:txBody>
          <a:bodyPr wrap="square" rtlCol="0">
            <a:spAutoFit/>
          </a:bodyPr>
          <a:lstStyle/>
          <a:p>
            <a:pPr algn="ctr">
              <a:defRPr/>
            </a:pPr>
            <a:r>
              <a:rPr lang="en-US" altLang="zh-TW" sz="2400" dirty="0">
                <a:solidFill>
                  <a:prstClr val="black"/>
                </a:solidFill>
                <a:latin typeface="Calibri" panose="020F0502020204030204"/>
                <a:ea typeface="新細明體" panose="02020500000000000000" pitchFamily="18" charset="-120"/>
              </a:rPr>
              <a:t>The value of a network parameter w</a:t>
            </a:r>
            <a:endParaRPr lang="zh-TW" altLang="en-US" sz="2400" dirty="0">
              <a:solidFill>
                <a:prstClr val="black"/>
              </a:solidFill>
              <a:latin typeface="Calibri" panose="020F0502020204030204"/>
              <a:ea typeface="新細明體" panose="02020500000000000000" pitchFamily="18" charset="-120"/>
            </a:endParaRPr>
          </a:p>
        </p:txBody>
      </p:sp>
      <p:sp>
        <p:nvSpPr>
          <p:cNvPr id="16" name="文字方塊 10">
            <a:extLst>
              <a:ext uri="{FF2B5EF4-FFF2-40B4-BE49-F238E27FC236}">
                <a16:creationId xmlns:a16="http://schemas.microsoft.com/office/drawing/2014/main" id="{5F250D99-EBB3-BD23-C5AA-B437766F8E11}"/>
              </a:ext>
            </a:extLst>
          </p:cNvPr>
          <p:cNvSpPr txBox="1"/>
          <p:nvPr/>
        </p:nvSpPr>
        <p:spPr>
          <a:xfrm>
            <a:off x="4241763" y="1620422"/>
            <a:ext cx="3206689" cy="523220"/>
          </a:xfrm>
          <a:prstGeom prst="rect">
            <a:avLst/>
          </a:prstGeom>
          <a:gradFill>
            <a:gsLst>
              <a:gs pos="0">
                <a:schemeClr val="bg2">
                  <a:lumMod val="10000"/>
                </a:schemeClr>
              </a:gs>
              <a:gs pos="50000">
                <a:schemeClr val="accent6">
                  <a:satMod val="110000"/>
                  <a:lumMod val="100000"/>
                  <a:shade val="100000"/>
                </a:schemeClr>
              </a:gs>
              <a:gs pos="100000">
                <a:schemeClr val="accent6">
                  <a:lumMod val="99000"/>
                  <a:satMod val="120000"/>
                  <a:shade val="78000"/>
                </a:schemeClr>
              </a:gs>
            </a:gsLst>
          </a:gradFill>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defRPr/>
            </a:pPr>
            <a:r>
              <a:rPr lang="zh-TW" altLang="en-US" sz="2800" dirty="0">
                <a:solidFill>
                  <a:prstClr val="white"/>
                </a:solidFill>
                <a:latin typeface="+mn-ea"/>
              </a:rPr>
              <a:t>在平坦的地方很慢</a:t>
            </a:r>
          </a:p>
        </p:txBody>
      </p:sp>
      <p:sp>
        <p:nvSpPr>
          <p:cNvPr id="17" name="文字方塊 21">
            <a:extLst>
              <a:ext uri="{FF2B5EF4-FFF2-40B4-BE49-F238E27FC236}">
                <a16:creationId xmlns:a16="http://schemas.microsoft.com/office/drawing/2014/main" id="{74A31F26-F822-9252-AD6F-AC14B13D274E}"/>
              </a:ext>
            </a:extLst>
          </p:cNvPr>
          <p:cNvSpPr txBox="1"/>
          <p:nvPr/>
        </p:nvSpPr>
        <p:spPr>
          <a:xfrm>
            <a:off x="8103295" y="3283271"/>
            <a:ext cx="2994504" cy="52322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defRPr/>
            </a:pPr>
            <a:r>
              <a:rPr lang="zh-TW" altLang="en-US" sz="2800" dirty="0">
                <a:solidFill>
                  <a:prstClr val="white"/>
                </a:solidFill>
                <a:latin typeface="+mn-ea"/>
              </a:rPr>
              <a:t>卡在局部极小值</a:t>
            </a:r>
          </a:p>
        </p:txBody>
      </p:sp>
      <p:sp>
        <p:nvSpPr>
          <p:cNvPr id="18" name="橢圓 20">
            <a:extLst>
              <a:ext uri="{FF2B5EF4-FFF2-40B4-BE49-F238E27FC236}">
                <a16:creationId xmlns:a16="http://schemas.microsoft.com/office/drawing/2014/main" id="{3C1F5CD3-F1D6-A493-BC5B-CC676C14D88B}"/>
              </a:ext>
            </a:extLst>
          </p:cNvPr>
          <p:cNvSpPr/>
          <p:nvPr/>
        </p:nvSpPr>
        <p:spPr>
          <a:xfrm>
            <a:off x="3037845" y="2323141"/>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mc:AlternateContent xmlns:mc="http://schemas.openxmlformats.org/markup-compatibility/2006" xmlns:a14="http://schemas.microsoft.com/office/drawing/2010/main">
        <mc:Choice Requires="a14">
          <p:sp>
            <p:nvSpPr>
              <p:cNvPr id="19" name="文字方塊 27">
                <a:extLst>
                  <a:ext uri="{FF2B5EF4-FFF2-40B4-BE49-F238E27FC236}">
                    <a16:creationId xmlns:a16="http://schemas.microsoft.com/office/drawing/2014/main" id="{BD838EB6-CC92-4C4C-8C9B-6EA7DD704B57}"/>
                  </a:ext>
                </a:extLst>
              </p:cNvPr>
              <p:cNvSpPr txBox="1"/>
              <p:nvPr/>
            </p:nvSpPr>
            <p:spPr>
              <a:xfrm>
                <a:off x="8623885" y="4685467"/>
                <a:ext cx="1288691" cy="82246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defRPr/>
                </a:pPr>
                <a14:m>
                  <m:oMathPara xmlns:m="http://schemas.openxmlformats.org/officeDocument/2006/math">
                    <m:oMathParaPr>
                      <m:jc m:val="center"/>
                    </m:oMathParaPr>
                    <m:oMath xmlns:m="http://schemas.openxmlformats.org/officeDocument/2006/math">
                      <m:r>
                        <a:rPr lang="zh-TW" altLang="en-US" sz="2400" i="1">
                          <a:solidFill>
                            <a:prstClr val="black"/>
                          </a:solidFill>
                          <a:latin typeface="Cambria Math" panose="02040503050406030204" pitchFamily="18" charset="0"/>
                          <a:ea typeface="Cambria Math" panose="02040503050406030204" pitchFamily="18" charset="0"/>
                        </a:rPr>
                        <m:t>𝜕</m:t>
                      </m:r>
                      <m:r>
                        <a:rPr lang="en-US" altLang="zh-TW" sz="2400" i="1">
                          <a:solidFill>
                            <a:prstClr val="black"/>
                          </a:solidFill>
                          <a:latin typeface="Cambria Math" panose="02040503050406030204" pitchFamily="18" charset="0"/>
                          <a:ea typeface="Cambria Math" panose="02040503050406030204" pitchFamily="18" charset="0"/>
                        </a:rPr>
                        <m:t>𝐿</m:t>
                      </m:r>
                      <m:r>
                        <a:rPr lang="zh-TW" altLang="en-US" sz="2400" i="1">
                          <a:solidFill>
                            <a:prstClr val="black"/>
                          </a:solidFill>
                          <a:latin typeface="Cambria Math" panose="02040503050406030204" pitchFamily="18" charset="0"/>
                          <a:ea typeface="Cambria Math" panose="02040503050406030204" pitchFamily="18" charset="0"/>
                        </a:rPr>
                        <m:t>∕</m:t>
                      </m:r>
                      <m:r>
                        <a:rPr lang="zh-TW" altLang="en-US" sz="2400" i="1">
                          <a:solidFill>
                            <a:prstClr val="black"/>
                          </a:solidFill>
                          <a:latin typeface="Cambria Math" panose="02040503050406030204" pitchFamily="18" charset="0"/>
                          <a:ea typeface="Cambria Math" panose="02040503050406030204" pitchFamily="18" charset="0"/>
                        </a:rPr>
                        <m:t>𝜕</m:t>
                      </m:r>
                      <m:r>
                        <a:rPr lang="en-US" altLang="zh-TW" sz="2400" i="1">
                          <a:solidFill>
                            <a:prstClr val="black"/>
                          </a:solidFill>
                          <a:latin typeface="Cambria Math" panose="02040503050406030204" pitchFamily="18" charset="0"/>
                          <a:ea typeface="Cambria Math" panose="02040503050406030204" pitchFamily="18" charset="0"/>
                        </a:rPr>
                        <m:t>𝑤</m:t>
                      </m:r>
                    </m:oMath>
                  </m:oMathPara>
                </a14:m>
                <a:endParaRPr lang="zh-TW" altLang="en-US" sz="2400" dirty="0">
                  <a:solidFill>
                    <a:prstClr val="black"/>
                  </a:solidFill>
                  <a:latin typeface="Calibri" panose="020F0502020204030204"/>
                  <a:ea typeface="新細明體" panose="02020500000000000000" pitchFamily="18" charset="-120"/>
                </a:endParaRPr>
              </a:p>
              <a:p>
                <a:pPr>
                  <a:defRPr/>
                </a:pPr>
                <a14:m>
                  <m:oMathPara xmlns:m="http://schemas.openxmlformats.org/officeDocument/2006/math">
                    <m:oMathParaPr>
                      <m:jc m:val="center"/>
                    </m:oMathParaPr>
                    <m:oMath xmlns:m="http://schemas.openxmlformats.org/officeDocument/2006/math">
                      <m:r>
                        <a:rPr lang="en-US" altLang="zh-TW" sz="2400" i="1">
                          <a:solidFill>
                            <a:prstClr val="black"/>
                          </a:solidFill>
                          <a:latin typeface="Cambria Math" panose="02040503050406030204" pitchFamily="18" charset="0"/>
                          <a:ea typeface="Cambria Math" panose="02040503050406030204" pitchFamily="18" charset="0"/>
                        </a:rPr>
                        <m:t>=0</m:t>
                      </m:r>
                    </m:oMath>
                  </m:oMathPara>
                </a14:m>
                <a:endParaRPr lang="zh-TW" altLang="en-US" sz="2400" baseline="-25000" dirty="0">
                  <a:solidFill>
                    <a:prstClr val="black"/>
                  </a:solidFill>
                  <a:latin typeface="Calibri" panose="020F0502020204030204"/>
                  <a:ea typeface="新細明體" panose="02020500000000000000" pitchFamily="18" charset="-120"/>
                </a:endParaRPr>
              </a:p>
            </p:txBody>
          </p:sp>
        </mc:Choice>
        <mc:Fallback xmlns="">
          <p:sp>
            <p:nvSpPr>
              <p:cNvPr id="19" name="文字方塊 27">
                <a:extLst>
                  <a:ext uri="{FF2B5EF4-FFF2-40B4-BE49-F238E27FC236}">
                    <a16:creationId xmlns:a16="http://schemas.microsoft.com/office/drawing/2014/main" id="{BD838EB6-CC92-4C4C-8C9B-6EA7DD704B57}"/>
                  </a:ext>
                </a:extLst>
              </p:cNvPr>
              <p:cNvSpPr txBox="1">
                <a:spLocks noRot="1" noChangeAspect="1" noMove="1" noResize="1" noEditPoints="1" noAdjustHandles="1" noChangeArrowheads="1" noChangeShapeType="1" noTextEdit="1"/>
              </p:cNvSpPr>
              <p:nvPr/>
            </p:nvSpPr>
            <p:spPr>
              <a:xfrm>
                <a:off x="8623885" y="4685467"/>
                <a:ext cx="1288691" cy="822469"/>
              </a:xfrm>
              <a:prstGeom prst="rect">
                <a:avLst/>
              </a:prstGeom>
              <a:blipFill>
                <a:blip r:embed="rId3"/>
                <a:stretch>
                  <a:fillRect/>
                </a:stretch>
              </a:blipFill>
            </p:spPr>
            <p:txBody>
              <a:bodyPr/>
              <a:lstStyle/>
              <a:p>
                <a:r>
                  <a:rPr lang="zh-CN" altLang="en-US">
                    <a:noFill/>
                  </a:rPr>
                  <a:t> </a:t>
                </a:r>
              </a:p>
            </p:txBody>
          </p:sp>
        </mc:Fallback>
      </mc:AlternateContent>
      <p:sp>
        <p:nvSpPr>
          <p:cNvPr id="20" name="橢圓 29">
            <a:extLst>
              <a:ext uri="{FF2B5EF4-FFF2-40B4-BE49-F238E27FC236}">
                <a16:creationId xmlns:a16="http://schemas.microsoft.com/office/drawing/2014/main" id="{290A1053-B634-620B-0D56-89F00529CB1A}"/>
              </a:ext>
            </a:extLst>
          </p:cNvPr>
          <p:cNvSpPr/>
          <p:nvPr/>
        </p:nvSpPr>
        <p:spPr>
          <a:xfrm>
            <a:off x="4519645" y="3522491"/>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21" name="文字方塊 32">
            <a:extLst>
              <a:ext uri="{FF2B5EF4-FFF2-40B4-BE49-F238E27FC236}">
                <a16:creationId xmlns:a16="http://schemas.microsoft.com/office/drawing/2014/main" id="{144E8625-3EFE-9F23-4F30-CF4D7F9BB10F}"/>
              </a:ext>
            </a:extLst>
          </p:cNvPr>
          <p:cNvSpPr txBox="1"/>
          <p:nvPr/>
        </p:nvSpPr>
        <p:spPr>
          <a:xfrm>
            <a:off x="6674666" y="2494191"/>
            <a:ext cx="2748013" cy="523220"/>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defRPr/>
            </a:pPr>
            <a:r>
              <a:rPr lang="zh-TW" altLang="en-US" sz="2800" dirty="0">
                <a:solidFill>
                  <a:prstClr val="white"/>
                </a:solidFill>
                <a:latin typeface="+mn-ea"/>
              </a:rPr>
              <a:t>卡在鞍点</a:t>
            </a:r>
          </a:p>
        </p:txBody>
      </p:sp>
      <p:cxnSp>
        <p:nvCxnSpPr>
          <p:cNvPr id="22" name="直線單箭頭接點 33">
            <a:extLst>
              <a:ext uri="{FF2B5EF4-FFF2-40B4-BE49-F238E27FC236}">
                <a16:creationId xmlns:a16="http://schemas.microsoft.com/office/drawing/2014/main" id="{8F8391E8-B508-8075-AA8B-CC358C570479}"/>
              </a:ext>
            </a:extLst>
          </p:cNvPr>
          <p:cNvCxnSpPr>
            <a:stCxn id="4" idx="7"/>
          </p:cNvCxnSpPr>
          <p:nvPr/>
        </p:nvCxnSpPr>
        <p:spPr>
          <a:xfrm flipV="1">
            <a:off x="8715590" y="3806492"/>
            <a:ext cx="342234" cy="731096"/>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35">
            <a:extLst>
              <a:ext uri="{FF2B5EF4-FFF2-40B4-BE49-F238E27FC236}">
                <a16:creationId xmlns:a16="http://schemas.microsoft.com/office/drawing/2014/main" id="{263D6274-4BA6-9AC7-E6AE-81F8C9905212}"/>
              </a:ext>
            </a:extLst>
          </p:cNvPr>
          <p:cNvCxnSpPr/>
          <p:nvPr/>
        </p:nvCxnSpPr>
        <p:spPr>
          <a:xfrm flipV="1">
            <a:off x="6732253" y="2956188"/>
            <a:ext cx="344940" cy="769697"/>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36">
            <a:extLst>
              <a:ext uri="{FF2B5EF4-FFF2-40B4-BE49-F238E27FC236}">
                <a16:creationId xmlns:a16="http://schemas.microsoft.com/office/drawing/2014/main" id="{19566926-48C4-0BF8-A506-CBDAB1EC0AED}"/>
              </a:ext>
            </a:extLst>
          </p:cNvPr>
          <p:cNvCxnSpPr>
            <a:cxnSpLocks/>
            <a:stCxn id="20" idx="7"/>
            <a:endCxn id="16" idx="2"/>
          </p:cNvCxnSpPr>
          <p:nvPr/>
        </p:nvCxnSpPr>
        <p:spPr>
          <a:xfrm flipV="1">
            <a:off x="5059984" y="2143642"/>
            <a:ext cx="785124" cy="1471556"/>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字方塊 25">
                <a:extLst>
                  <a:ext uri="{FF2B5EF4-FFF2-40B4-BE49-F238E27FC236}">
                    <a16:creationId xmlns:a16="http://schemas.microsoft.com/office/drawing/2014/main" id="{252E2403-D10D-0D2A-6694-5F2AAD0ABF9E}"/>
                  </a:ext>
                </a:extLst>
              </p:cNvPr>
              <p:cNvSpPr txBox="1"/>
              <p:nvPr/>
            </p:nvSpPr>
            <p:spPr>
              <a:xfrm>
                <a:off x="6674666" y="4677731"/>
                <a:ext cx="1292685" cy="82246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defRPr/>
                </a:pPr>
                <a14:m>
                  <m:oMathPara xmlns:m="http://schemas.openxmlformats.org/officeDocument/2006/math">
                    <m:oMathParaPr>
                      <m:jc m:val="center"/>
                    </m:oMathParaPr>
                    <m:oMath xmlns:m="http://schemas.openxmlformats.org/officeDocument/2006/math">
                      <m:r>
                        <a:rPr lang="zh-TW" altLang="en-US" sz="2400" i="1">
                          <a:solidFill>
                            <a:prstClr val="black"/>
                          </a:solidFill>
                          <a:latin typeface="Cambria Math" panose="02040503050406030204" pitchFamily="18" charset="0"/>
                          <a:ea typeface="Cambria Math" panose="02040503050406030204" pitchFamily="18" charset="0"/>
                        </a:rPr>
                        <m:t>𝜕</m:t>
                      </m:r>
                      <m:r>
                        <a:rPr lang="en-US" altLang="zh-TW" sz="2400" i="1">
                          <a:solidFill>
                            <a:prstClr val="black"/>
                          </a:solidFill>
                          <a:latin typeface="Cambria Math" panose="02040503050406030204" pitchFamily="18" charset="0"/>
                          <a:ea typeface="Cambria Math" panose="02040503050406030204" pitchFamily="18" charset="0"/>
                        </a:rPr>
                        <m:t>𝐿</m:t>
                      </m:r>
                      <m:r>
                        <a:rPr lang="zh-TW" altLang="en-US" sz="2400" i="1">
                          <a:solidFill>
                            <a:prstClr val="black"/>
                          </a:solidFill>
                          <a:latin typeface="Cambria Math" panose="02040503050406030204" pitchFamily="18" charset="0"/>
                          <a:ea typeface="Cambria Math" panose="02040503050406030204" pitchFamily="18" charset="0"/>
                        </a:rPr>
                        <m:t>∕</m:t>
                      </m:r>
                      <m:r>
                        <a:rPr lang="zh-TW" altLang="en-US" sz="2400" i="1">
                          <a:solidFill>
                            <a:prstClr val="black"/>
                          </a:solidFill>
                          <a:latin typeface="Cambria Math" panose="02040503050406030204" pitchFamily="18" charset="0"/>
                          <a:ea typeface="Cambria Math" panose="02040503050406030204" pitchFamily="18" charset="0"/>
                        </a:rPr>
                        <m:t>𝜕</m:t>
                      </m:r>
                      <m:r>
                        <a:rPr lang="en-US" altLang="zh-TW" sz="2400" i="1">
                          <a:solidFill>
                            <a:prstClr val="black"/>
                          </a:solidFill>
                          <a:latin typeface="Cambria Math" panose="02040503050406030204" pitchFamily="18" charset="0"/>
                          <a:ea typeface="Cambria Math" panose="02040503050406030204" pitchFamily="18" charset="0"/>
                        </a:rPr>
                        <m:t>𝑤</m:t>
                      </m:r>
                    </m:oMath>
                  </m:oMathPara>
                </a14:m>
                <a:endParaRPr lang="zh-TW" altLang="en-US" sz="2400" dirty="0">
                  <a:solidFill>
                    <a:prstClr val="black"/>
                  </a:solidFill>
                  <a:latin typeface="Calibri" panose="020F0502020204030204"/>
                  <a:ea typeface="新細明體" panose="02020500000000000000" pitchFamily="18" charset="-120"/>
                </a:endParaRPr>
              </a:p>
              <a:p>
                <a:pPr>
                  <a:defRPr/>
                </a:pPr>
                <a14:m>
                  <m:oMathPara xmlns:m="http://schemas.openxmlformats.org/officeDocument/2006/math">
                    <m:oMathParaPr>
                      <m:jc m:val="center"/>
                    </m:oMathParaPr>
                    <m:oMath xmlns:m="http://schemas.openxmlformats.org/officeDocument/2006/math">
                      <m:r>
                        <a:rPr lang="en-US" altLang="zh-TW" sz="2400" i="1">
                          <a:solidFill>
                            <a:prstClr val="black"/>
                          </a:solidFill>
                          <a:latin typeface="Cambria Math" panose="02040503050406030204" pitchFamily="18" charset="0"/>
                          <a:ea typeface="Cambria Math" panose="02040503050406030204" pitchFamily="18" charset="0"/>
                        </a:rPr>
                        <m:t>=0</m:t>
                      </m:r>
                    </m:oMath>
                  </m:oMathPara>
                </a14:m>
                <a:endParaRPr lang="zh-TW" altLang="en-US" sz="2400" baseline="-25000" dirty="0">
                  <a:solidFill>
                    <a:prstClr val="black"/>
                  </a:solidFill>
                  <a:latin typeface="Calibri" panose="020F0502020204030204"/>
                  <a:ea typeface="新細明體" panose="02020500000000000000" pitchFamily="18" charset="-120"/>
                </a:endParaRPr>
              </a:p>
            </p:txBody>
          </p:sp>
        </mc:Choice>
        <mc:Fallback xmlns="">
          <p:sp>
            <p:nvSpPr>
              <p:cNvPr id="25" name="文字方塊 25">
                <a:extLst>
                  <a:ext uri="{FF2B5EF4-FFF2-40B4-BE49-F238E27FC236}">
                    <a16:creationId xmlns:a16="http://schemas.microsoft.com/office/drawing/2014/main" id="{252E2403-D10D-0D2A-6694-5F2AAD0ABF9E}"/>
                  </a:ext>
                </a:extLst>
              </p:cNvPr>
              <p:cNvSpPr txBox="1">
                <a:spLocks noRot="1" noChangeAspect="1" noMove="1" noResize="1" noEditPoints="1" noAdjustHandles="1" noChangeArrowheads="1" noChangeShapeType="1" noTextEdit="1"/>
              </p:cNvSpPr>
              <p:nvPr/>
            </p:nvSpPr>
            <p:spPr>
              <a:xfrm>
                <a:off x="6674666" y="4677731"/>
                <a:ext cx="1292685" cy="82246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字方塊 28">
                <a:extLst>
                  <a:ext uri="{FF2B5EF4-FFF2-40B4-BE49-F238E27FC236}">
                    <a16:creationId xmlns:a16="http://schemas.microsoft.com/office/drawing/2014/main" id="{D6CA3803-D8E6-74B4-E3D5-E6ACEF37178F}"/>
                  </a:ext>
                </a:extLst>
              </p:cNvPr>
              <p:cNvSpPr txBox="1"/>
              <p:nvPr/>
            </p:nvSpPr>
            <p:spPr>
              <a:xfrm>
                <a:off x="4901879" y="4685342"/>
                <a:ext cx="1303192" cy="82246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defRPr/>
                </a:pPr>
                <a14:m>
                  <m:oMathPara xmlns:m="http://schemas.openxmlformats.org/officeDocument/2006/math">
                    <m:oMathParaPr>
                      <m:jc m:val="center"/>
                    </m:oMathParaPr>
                    <m:oMath xmlns:m="http://schemas.openxmlformats.org/officeDocument/2006/math">
                      <m:r>
                        <a:rPr lang="zh-TW" altLang="en-US" sz="2400" i="1">
                          <a:solidFill>
                            <a:prstClr val="black"/>
                          </a:solidFill>
                          <a:latin typeface="Cambria Math" panose="02040503050406030204" pitchFamily="18" charset="0"/>
                          <a:ea typeface="Cambria Math" panose="02040503050406030204" pitchFamily="18" charset="0"/>
                        </a:rPr>
                        <m:t>𝜕</m:t>
                      </m:r>
                      <m:r>
                        <a:rPr lang="en-US" altLang="zh-TW" sz="2400" i="1">
                          <a:solidFill>
                            <a:prstClr val="black"/>
                          </a:solidFill>
                          <a:latin typeface="Cambria Math" panose="02040503050406030204" pitchFamily="18" charset="0"/>
                          <a:ea typeface="Cambria Math" panose="02040503050406030204" pitchFamily="18" charset="0"/>
                        </a:rPr>
                        <m:t>𝐿</m:t>
                      </m:r>
                      <m:r>
                        <a:rPr lang="zh-TW" altLang="en-US" sz="2400" i="1">
                          <a:solidFill>
                            <a:prstClr val="black"/>
                          </a:solidFill>
                          <a:latin typeface="Cambria Math" panose="02040503050406030204" pitchFamily="18" charset="0"/>
                          <a:ea typeface="Cambria Math" panose="02040503050406030204" pitchFamily="18" charset="0"/>
                        </a:rPr>
                        <m:t>∕</m:t>
                      </m:r>
                      <m:r>
                        <a:rPr lang="zh-TW" altLang="en-US" sz="2400" i="1">
                          <a:solidFill>
                            <a:prstClr val="black"/>
                          </a:solidFill>
                          <a:latin typeface="Cambria Math" panose="02040503050406030204" pitchFamily="18" charset="0"/>
                          <a:ea typeface="Cambria Math" panose="02040503050406030204" pitchFamily="18" charset="0"/>
                        </a:rPr>
                        <m:t>𝜕</m:t>
                      </m:r>
                      <m:r>
                        <a:rPr lang="en-US" altLang="zh-TW" sz="2400" i="1">
                          <a:solidFill>
                            <a:prstClr val="black"/>
                          </a:solidFill>
                          <a:latin typeface="Cambria Math" panose="02040503050406030204" pitchFamily="18" charset="0"/>
                          <a:ea typeface="Cambria Math" panose="02040503050406030204" pitchFamily="18" charset="0"/>
                        </a:rPr>
                        <m:t>𝑤</m:t>
                      </m:r>
                    </m:oMath>
                  </m:oMathPara>
                </a14:m>
                <a:endParaRPr lang="zh-TW" altLang="en-US" sz="2400" dirty="0">
                  <a:solidFill>
                    <a:prstClr val="black"/>
                  </a:solidFill>
                  <a:latin typeface="Calibri" panose="020F0502020204030204"/>
                  <a:ea typeface="新細明體" panose="02020500000000000000" pitchFamily="18" charset="-120"/>
                </a:endParaRPr>
              </a:p>
              <a:p>
                <a:pPr>
                  <a:defRPr/>
                </a:pPr>
                <a14:m>
                  <m:oMathPara xmlns:m="http://schemas.openxmlformats.org/officeDocument/2006/math">
                    <m:oMathParaPr>
                      <m:jc m:val="center"/>
                    </m:oMathParaPr>
                    <m:oMath xmlns:m="http://schemas.openxmlformats.org/officeDocument/2006/math">
                      <m:r>
                        <a:rPr lang="en-US" altLang="zh-TW" sz="2400" i="1">
                          <a:solidFill>
                            <a:prstClr val="black"/>
                          </a:solidFill>
                          <a:latin typeface="Cambria Math" panose="02040503050406030204" pitchFamily="18" charset="0"/>
                          <a:ea typeface="Cambria Math" panose="02040503050406030204" pitchFamily="18" charset="0"/>
                        </a:rPr>
                        <m:t>≈0</m:t>
                      </m:r>
                    </m:oMath>
                  </m:oMathPara>
                </a14:m>
                <a:endParaRPr lang="zh-TW" altLang="en-US" sz="2400" baseline="-25000" dirty="0">
                  <a:solidFill>
                    <a:prstClr val="black"/>
                  </a:solidFill>
                  <a:latin typeface="Calibri" panose="020F0502020204030204"/>
                  <a:ea typeface="新細明體" panose="02020500000000000000" pitchFamily="18" charset="-120"/>
                </a:endParaRPr>
              </a:p>
            </p:txBody>
          </p:sp>
        </mc:Choice>
        <mc:Fallback xmlns="">
          <p:sp>
            <p:nvSpPr>
              <p:cNvPr id="26" name="文字方塊 28">
                <a:extLst>
                  <a:ext uri="{FF2B5EF4-FFF2-40B4-BE49-F238E27FC236}">
                    <a16:creationId xmlns:a16="http://schemas.microsoft.com/office/drawing/2014/main" id="{D6CA3803-D8E6-74B4-E3D5-E6ACEF37178F}"/>
                  </a:ext>
                </a:extLst>
              </p:cNvPr>
              <p:cNvSpPr txBox="1">
                <a:spLocks noRot="1" noChangeAspect="1" noMove="1" noResize="1" noEditPoints="1" noAdjustHandles="1" noChangeArrowheads="1" noChangeShapeType="1" noTextEdit="1"/>
              </p:cNvSpPr>
              <p:nvPr/>
            </p:nvSpPr>
            <p:spPr>
              <a:xfrm>
                <a:off x="4901879" y="4685342"/>
                <a:ext cx="1303192" cy="822469"/>
              </a:xfrm>
              <a:prstGeom prst="rect">
                <a:avLst/>
              </a:prstGeom>
              <a:blipFill>
                <a:blip r:embed="rId5"/>
                <a:stretch>
                  <a:fillRect/>
                </a:stretch>
              </a:blipFill>
            </p:spPr>
            <p:txBody>
              <a:bodyPr/>
              <a:lstStyle/>
              <a:p>
                <a:r>
                  <a:rPr lang="zh-CN" altLang="en-US">
                    <a:noFill/>
                  </a:rPr>
                  <a:t> </a:t>
                </a:r>
              </a:p>
            </p:txBody>
          </p:sp>
        </mc:Fallback>
      </mc:AlternateContent>
      <p:sp>
        <p:nvSpPr>
          <p:cNvPr id="27" name="橢圓 34">
            <a:extLst>
              <a:ext uri="{FF2B5EF4-FFF2-40B4-BE49-F238E27FC236}">
                <a16:creationId xmlns:a16="http://schemas.microsoft.com/office/drawing/2014/main" id="{9CDFDE28-620A-0B52-775C-D6E2305BF6F0}"/>
              </a:ext>
            </a:extLst>
          </p:cNvPr>
          <p:cNvSpPr/>
          <p:nvPr/>
        </p:nvSpPr>
        <p:spPr>
          <a:xfrm>
            <a:off x="3222585" y="5522151"/>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28" name="橢圓 37">
            <a:extLst>
              <a:ext uri="{FF2B5EF4-FFF2-40B4-BE49-F238E27FC236}">
                <a16:creationId xmlns:a16="http://schemas.microsoft.com/office/drawing/2014/main" id="{73996878-6F3A-2580-8854-9B955156F596}"/>
              </a:ext>
            </a:extLst>
          </p:cNvPr>
          <p:cNvSpPr/>
          <p:nvPr/>
        </p:nvSpPr>
        <p:spPr>
          <a:xfrm>
            <a:off x="4734513" y="5516452"/>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29" name="橢圓 38">
            <a:extLst>
              <a:ext uri="{FF2B5EF4-FFF2-40B4-BE49-F238E27FC236}">
                <a16:creationId xmlns:a16="http://schemas.microsoft.com/office/drawing/2014/main" id="{FF3116EA-F0B2-0825-6081-12E486AD5524}"/>
              </a:ext>
            </a:extLst>
          </p:cNvPr>
          <p:cNvSpPr/>
          <p:nvPr/>
        </p:nvSpPr>
        <p:spPr>
          <a:xfrm>
            <a:off x="6462979" y="5492004"/>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30" name="橢圓 39">
            <a:extLst>
              <a:ext uri="{FF2B5EF4-FFF2-40B4-BE49-F238E27FC236}">
                <a16:creationId xmlns:a16="http://schemas.microsoft.com/office/drawing/2014/main" id="{B492FCFC-660E-D6D6-CCE5-A268813AEC4D}"/>
              </a:ext>
            </a:extLst>
          </p:cNvPr>
          <p:cNvSpPr/>
          <p:nvPr/>
        </p:nvSpPr>
        <p:spPr>
          <a:xfrm>
            <a:off x="8404224" y="5500200"/>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31" name="文本框 6">
            <a:extLst>
              <a:ext uri="{FF2B5EF4-FFF2-40B4-BE49-F238E27FC236}">
                <a16:creationId xmlns:a16="http://schemas.microsoft.com/office/drawing/2014/main" id="{05B18BC9-3CFF-472E-22CC-42C8D32D9F94}"/>
              </a:ext>
            </a:extLst>
          </p:cNvPr>
          <p:cNvSpPr txBox="1"/>
          <p:nvPr/>
        </p:nvSpPr>
        <p:spPr>
          <a:xfrm>
            <a:off x="604531" y="922376"/>
            <a:ext cx="11419205" cy="581057"/>
          </a:xfrm>
          <a:prstGeom prst="rect">
            <a:avLst/>
          </a:prstGeom>
          <a:noFill/>
        </p:spPr>
        <p:txBody>
          <a:bodyPr wrap="square" rtlCol="0">
            <a:spAutoFit/>
          </a:bodyPr>
          <a:lstStyle/>
          <a:p>
            <a:pPr marL="285750" indent="-285750" fontAlgn="auto">
              <a:lnSpc>
                <a:spcPct val="150000"/>
              </a:lnSpc>
              <a:buFont typeface="Wingdings" pitchFamily="2" charset="2"/>
              <a:buChar char="q"/>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 使用原始的梯度下降法，可能会出现如下问题：</a:t>
            </a:r>
          </a:p>
        </p:txBody>
      </p:sp>
      <p:sp>
        <p:nvSpPr>
          <p:cNvPr id="32" name="灯片编号占位符 31"/>
          <p:cNvSpPr>
            <a:spLocks noGrp="1"/>
          </p:cNvSpPr>
          <p:nvPr>
            <p:ph type="sldNum" sz="quarter" idx="14"/>
          </p:nvPr>
        </p:nvSpPr>
        <p:spPr/>
        <p:txBody>
          <a:bodyPr/>
          <a:lstStyle/>
          <a:p>
            <a:fld id="{AF69888C-E133-43D9-A638-B5C95925B91C}" type="slidenum">
              <a:rPr lang="zh-CN" altLang="en-US" smtClean="0"/>
              <a:t>35</a:t>
            </a:fld>
            <a:endParaRPr lang="zh-CN" altLang="en-US" dirty="0"/>
          </a:p>
        </p:txBody>
      </p:sp>
    </p:spTree>
    <p:extLst>
      <p:ext uri="{BB962C8B-B14F-4D97-AF65-F5344CB8AC3E}">
        <p14:creationId xmlns:p14="http://schemas.microsoft.com/office/powerpoint/2010/main" val="2080731086"/>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6" grpId="0" animBg="1"/>
      <p:bldP spid="17" grpId="0" animBg="1"/>
      <p:bldP spid="19" grpId="0" animBg="1"/>
      <p:bldP spid="20" grpId="0" animBg="1"/>
      <p:bldP spid="21" grpId="0" animBg="1"/>
      <p:bldP spid="25" grpId="0" animBg="1"/>
      <p:bldP spid="26" grpId="0" animBg="1"/>
      <p:bldP spid="28" grpId="0" animBg="1"/>
      <p:bldP spid="29" grpId="0" animBg="1"/>
      <p:bldP spid="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sp>
        <p:nvSpPr>
          <p:cNvPr id="2" name="文本框 32">
            <a:extLst>
              <a:ext uri="{FF2B5EF4-FFF2-40B4-BE49-F238E27FC236}">
                <a16:creationId xmlns:a16="http://schemas.microsoft.com/office/drawing/2014/main" id="{0A431337-FAC4-B3FB-7D59-59BADA645284}"/>
              </a:ext>
            </a:extLst>
          </p:cNvPr>
          <p:cNvSpPr txBox="1"/>
          <p:nvPr/>
        </p:nvSpPr>
        <p:spPr>
          <a:xfrm>
            <a:off x="1135287" y="1076372"/>
            <a:ext cx="4618355" cy="581057"/>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marL="342900" indent="-342900" algn="l">
              <a:lnSpc>
                <a:spcPct val="150000"/>
              </a:lnSpc>
              <a:buFont typeface="Wingdings" pitchFamily="2" charset="2"/>
              <a:buChar char="q"/>
            </a:pPr>
            <a:r>
              <a:rPr lang="en-US" altLang="zh-CN" sz="2400" b="0" dirty="0">
                <a:solidFill>
                  <a:schemeClr val="tx1"/>
                </a:solidFill>
              </a:rPr>
              <a:t>Momentum</a:t>
            </a:r>
            <a:r>
              <a:rPr lang="zh-CN" altLang="en-US" sz="2400" b="0" dirty="0">
                <a:solidFill>
                  <a:schemeClr val="tx1"/>
                </a:solidFill>
              </a:rPr>
              <a:t> （动量）</a:t>
            </a:r>
            <a:endParaRPr lang="en-US" altLang="zh-CN" sz="2400" b="0" dirty="0">
              <a:solidFill>
                <a:schemeClr val="tx1"/>
              </a:solidFill>
            </a:endParaRPr>
          </a:p>
        </p:txBody>
      </p:sp>
      <p:sp>
        <p:nvSpPr>
          <p:cNvPr id="4" name="內容版面配置區 2">
            <a:extLst>
              <a:ext uri="{FF2B5EF4-FFF2-40B4-BE49-F238E27FC236}">
                <a16:creationId xmlns:a16="http://schemas.microsoft.com/office/drawing/2014/main" id="{B5345141-2900-C621-AFAD-907638DB2CCB}"/>
              </a:ext>
            </a:extLst>
          </p:cNvPr>
          <p:cNvSpPr txBox="1">
            <a:spLocks/>
          </p:cNvSpPr>
          <p:nvPr/>
        </p:nvSpPr>
        <p:spPr>
          <a:xfrm>
            <a:off x="838200" y="924283"/>
            <a:ext cx="10515600" cy="5012096"/>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TW" altLang="en-US" dirty="0"/>
          </a:p>
        </p:txBody>
      </p:sp>
      <p:sp>
        <p:nvSpPr>
          <p:cNvPr id="5" name="手繪多邊形 5">
            <a:extLst>
              <a:ext uri="{FF2B5EF4-FFF2-40B4-BE49-F238E27FC236}">
                <a16:creationId xmlns:a16="http://schemas.microsoft.com/office/drawing/2014/main" id="{9A38EC9D-8E13-74EE-55FD-61492F388682}"/>
              </a:ext>
            </a:extLst>
          </p:cNvPr>
          <p:cNvSpPr/>
          <p:nvPr/>
        </p:nvSpPr>
        <p:spPr>
          <a:xfrm>
            <a:off x="2420815" y="2003420"/>
            <a:ext cx="7754816"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436685" y="1896208"/>
                  <a:pt x="1019908" y="2356339"/>
                </a:cubicBezTo>
                <a:cubicBezTo>
                  <a:pt x="1603131" y="2816470"/>
                  <a:pt x="2872154" y="2631831"/>
                  <a:pt x="3499339" y="2760785"/>
                </a:cubicBezTo>
                <a:cubicBezTo>
                  <a:pt x="4126524" y="2889739"/>
                  <a:pt x="4396154" y="3156439"/>
                  <a:pt x="4783016" y="3130062"/>
                </a:cubicBezTo>
                <a:cubicBezTo>
                  <a:pt x="5169878" y="3103685"/>
                  <a:pt x="5506916" y="2725615"/>
                  <a:pt x="5820508" y="2602523"/>
                </a:cubicBezTo>
                <a:cubicBezTo>
                  <a:pt x="6134100" y="2479431"/>
                  <a:pt x="6374424" y="2159977"/>
                  <a:pt x="6664570" y="2391508"/>
                </a:cubicBezTo>
                <a:cubicBezTo>
                  <a:pt x="6954716" y="26230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6" name="橢圓 6">
            <a:extLst>
              <a:ext uri="{FF2B5EF4-FFF2-40B4-BE49-F238E27FC236}">
                <a16:creationId xmlns:a16="http://schemas.microsoft.com/office/drawing/2014/main" id="{46244F9A-F6F7-7B79-B9A6-39A86278212E}"/>
              </a:ext>
            </a:extLst>
          </p:cNvPr>
          <p:cNvSpPr/>
          <p:nvPr/>
        </p:nvSpPr>
        <p:spPr>
          <a:xfrm>
            <a:off x="2579076" y="1868483"/>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7" name="橢圓 7">
            <a:extLst>
              <a:ext uri="{FF2B5EF4-FFF2-40B4-BE49-F238E27FC236}">
                <a16:creationId xmlns:a16="http://schemas.microsoft.com/office/drawing/2014/main" id="{98D1FC59-3B4D-661F-38F1-CABB3CF60CEC}"/>
              </a:ext>
            </a:extLst>
          </p:cNvPr>
          <p:cNvSpPr/>
          <p:nvPr/>
        </p:nvSpPr>
        <p:spPr>
          <a:xfrm>
            <a:off x="4120661" y="3955191"/>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8" name="橢圓 8">
            <a:extLst>
              <a:ext uri="{FF2B5EF4-FFF2-40B4-BE49-F238E27FC236}">
                <a16:creationId xmlns:a16="http://schemas.microsoft.com/office/drawing/2014/main" id="{149EF85B-7552-9800-0C79-5437D64178D4}"/>
              </a:ext>
            </a:extLst>
          </p:cNvPr>
          <p:cNvSpPr/>
          <p:nvPr/>
        </p:nvSpPr>
        <p:spPr>
          <a:xfrm>
            <a:off x="7179650" y="4107552"/>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9" name="直線單箭頭接點 14">
            <a:extLst>
              <a:ext uri="{FF2B5EF4-FFF2-40B4-BE49-F238E27FC236}">
                <a16:creationId xmlns:a16="http://schemas.microsoft.com/office/drawing/2014/main" id="{3A2EB0FE-E60C-6863-ED00-F0234EC7565F}"/>
              </a:ext>
            </a:extLst>
          </p:cNvPr>
          <p:cNvCxnSpPr/>
          <p:nvPr/>
        </p:nvCxnSpPr>
        <p:spPr>
          <a:xfrm>
            <a:off x="3053861" y="2636466"/>
            <a:ext cx="316523" cy="1107831"/>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15">
            <a:extLst>
              <a:ext uri="{FF2B5EF4-FFF2-40B4-BE49-F238E27FC236}">
                <a16:creationId xmlns:a16="http://schemas.microsoft.com/office/drawing/2014/main" id="{1D9B4460-0C5D-E613-BD23-C4CF718730AD}"/>
              </a:ext>
            </a:extLst>
          </p:cNvPr>
          <p:cNvCxnSpPr/>
          <p:nvPr/>
        </p:nvCxnSpPr>
        <p:spPr>
          <a:xfrm>
            <a:off x="4952996" y="4376711"/>
            <a:ext cx="800646" cy="64828"/>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8">
            <a:extLst>
              <a:ext uri="{FF2B5EF4-FFF2-40B4-BE49-F238E27FC236}">
                <a16:creationId xmlns:a16="http://schemas.microsoft.com/office/drawing/2014/main" id="{DB7E2B25-572F-1F99-2E06-1BF508B68DD8}"/>
              </a:ext>
            </a:extLst>
          </p:cNvPr>
          <p:cNvCxnSpPr/>
          <p:nvPr/>
        </p:nvCxnSpPr>
        <p:spPr>
          <a:xfrm flipV="1">
            <a:off x="7905011" y="4177893"/>
            <a:ext cx="495842" cy="146067"/>
          </a:xfrm>
          <a:prstGeom prst="straightConnector1">
            <a:avLst/>
          </a:prstGeom>
          <a:ln w="635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字方塊 20">
            <a:extLst>
              <a:ext uri="{FF2B5EF4-FFF2-40B4-BE49-F238E27FC236}">
                <a16:creationId xmlns:a16="http://schemas.microsoft.com/office/drawing/2014/main" id="{0E908FD8-CA72-6ACD-382F-E8F03008C195}"/>
              </a:ext>
            </a:extLst>
          </p:cNvPr>
          <p:cNvSpPr txBox="1"/>
          <p:nvPr/>
        </p:nvSpPr>
        <p:spPr>
          <a:xfrm>
            <a:off x="4952996" y="2296738"/>
            <a:ext cx="5086354" cy="461665"/>
          </a:xfrm>
          <a:prstGeom prst="rect">
            <a:avLst/>
          </a:prstGeom>
          <a:noFill/>
        </p:spPr>
        <p:txBody>
          <a:bodyPr wrap="square" rtlCol="0">
            <a:spAutoFit/>
          </a:bodyPr>
          <a:lstStyle/>
          <a:p>
            <a:pPr>
              <a:defRPr/>
            </a:pPr>
            <a:r>
              <a:rPr lang="zh-TW" altLang="en-US" sz="2400" dirty="0">
                <a:solidFill>
                  <a:prstClr val="black"/>
                </a:solidFill>
                <a:latin typeface="+mn-ea"/>
              </a:rPr>
              <a:t>将动量考虑到梯度下降过程</a:t>
            </a:r>
          </a:p>
        </p:txBody>
      </p:sp>
      <p:sp>
        <p:nvSpPr>
          <p:cNvPr id="14" name="灯片编号占位符 13"/>
          <p:cNvSpPr>
            <a:spLocks noGrp="1"/>
          </p:cNvSpPr>
          <p:nvPr>
            <p:ph type="sldNum" sz="quarter" idx="14"/>
          </p:nvPr>
        </p:nvSpPr>
        <p:spPr/>
        <p:txBody>
          <a:bodyPr/>
          <a:lstStyle/>
          <a:p>
            <a:fld id="{AF69888C-E133-43D9-A638-B5C95925B91C}" type="slidenum">
              <a:rPr lang="zh-CN" altLang="en-US" smtClean="0"/>
              <a:t>36</a:t>
            </a:fld>
            <a:endParaRPr lang="zh-CN" altLang="en-US" dirty="0"/>
          </a:p>
        </p:txBody>
      </p:sp>
    </p:spTree>
    <p:extLst>
      <p:ext uri="{BB962C8B-B14F-4D97-AF65-F5344CB8AC3E}">
        <p14:creationId xmlns:p14="http://schemas.microsoft.com/office/powerpoint/2010/main" val="3908538959"/>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6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7" grpId="0" animBg="1"/>
      <p:bldP spid="8" grpId="0" animBg="1"/>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sp>
        <p:nvSpPr>
          <p:cNvPr id="2" name="文本框 32">
            <a:extLst>
              <a:ext uri="{FF2B5EF4-FFF2-40B4-BE49-F238E27FC236}">
                <a16:creationId xmlns:a16="http://schemas.microsoft.com/office/drawing/2014/main" id="{0A431337-FAC4-B3FB-7D59-59BADA645284}"/>
              </a:ext>
            </a:extLst>
          </p:cNvPr>
          <p:cNvSpPr txBox="1"/>
          <p:nvPr/>
        </p:nvSpPr>
        <p:spPr>
          <a:xfrm>
            <a:off x="1135287" y="1076372"/>
            <a:ext cx="4618355" cy="581057"/>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marL="342900" indent="-342900" algn="l">
              <a:lnSpc>
                <a:spcPct val="150000"/>
              </a:lnSpc>
              <a:buFont typeface="Wingdings" pitchFamily="2" charset="2"/>
              <a:buChar char="q"/>
            </a:pPr>
            <a:r>
              <a:rPr lang="zh-CN" altLang="en-US" sz="2400" b="0" dirty="0">
                <a:solidFill>
                  <a:schemeClr val="tx1"/>
                </a:solidFill>
              </a:rPr>
              <a:t>梯度下降过程</a:t>
            </a:r>
            <a:endParaRPr lang="en-US" altLang="zh-CN" sz="2400" b="0" dirty="0">
              <a:solidFill>
                <a:schemeClr val="tx1"/>
              </a:solidFill>
            </a:endParaRPr>
          </a:p>
        </p:txBody>
      </p:sp>
      <p:sp>
        <p:nvSpPr>
          <p:cNvPr id="4" name="內容版面配置區 2">
            <a:extLst>
              <a:ext uri="{FF2B5EF4-FFF2-40B4-BE49-F238E27FC236}">
                <a16:creationId xmlns:a16="http://schemas.microsoft.com/office/drawing/2014/main" id="{B5345141-2900-C621-AFAD-907638DB2CCB}"/>
              </a:ext>
            </a:extLst>
          </p:cNvPr>
          <p:cNvSpPr txBox="1">
            <a:spLocks/>
          </p:cNvSpPr>
          <p:nvPr/>
        </p:nvSpPr>
        <p:spPr>
          <a:xfrm>
            <a:off x="838200" y="924283"/>
            <a:ext cx="10515600" cy="5012096"/>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TW" altLang="en-US" dirty="0"/>
          </a:p>
        </p:txBody>
      </p:sp>
      <p:cxnSp>
        <p:nvCxnSpPr>
          <p:cNvPr id="5" name="直線單箭頭接點 20">
            <a:extLst>
              <a:ext uri="{FF2B5EF4-FFF2-40B4-BE49-F238E27FC236}">
                <a16:creationId xmlns:a16="http://schemas.microsoft.com/office/drawing/2014/main" id="{0FE59E56-51C4-7649-DC99-EBAE90D972D3}"/>
              </a:ext>
            </a:extLst>
          </p:cNvPr>
          <p:cNvCxnSpPr/>
          <p:nvPr/>
        </p:nvCxnSpPr>
        <p:spPr>
          <a:xfrm>
            <a:off x="2918466" y="2828067"/>
            <a:ext cx="1709005" cy="623248"/>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21">
            <a:extLst>
              <a:ext uri="{FF2B5EF4-FFF2-40B4-BE49-F238E27FC236}">
                <a16:creationId xmlns:a16="http://schemas.microsoft.com/office/drawing/2014/main" id="{5B236076-6CE7-5D48-6B01-AFE86C5301D7}"/>
              </a:ext>
            </a:extLst>
          </p:cNvPr>
          <p:cNvCxnSpPr/>
          <p:nvPr/>
        </p:nvCxnSpPr>
        <p:spPr>
          <a:xfrm>
            <a:off x="4616149" y="3448331"/>
            <a:ext cx="908500" cy="683399"/>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23">
            <a:extLst>
              <a:ext uri="{FF2B5EF4-FFF2-40B4-BE49-F238E27FC236}">
                <a16:creationId xmlns:a16="http://schemas.microsoft.com/office/drawing/2014/main" id="{09BA7D01-2E46-3B04-BAFB-F88987A86B0B}"/>
              </a:ext>
            </a:extLst>
          </p:cNvPr>
          <p:cNvCxnSpPr/>
          <p:nvPr/>
        </p:nvCxnSpPr>
        <p:spPr>
          <a:xfrm flipH="1">
            <a:off x="5456874" y="4103130"/>
            <a:ext cx="49277" cy="1096034"/>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26">
            <a:extLst>
              <a:ext uri="{FF2B5EF4-FFF2-40B4-BE49-F238E27FC236}">
                <a16:creationId xmlns:a16="http://schemas.microsoft.com/office/drawing/2014/main" id="{83E5A74E-F84D-BD9F-4589-DE013FD9F704}"/>
              </a:ext>
            </a:extLst>
          </p:cNvPr>
          <p:cNvCxnSpPr/>
          <p:nvPr/>
        </p:nvCxnSpPr>
        <p:spPr>
          <a:xfrm flipH="1">
            <a:off x="4692072" y="5089994"/>
            <a:ext cx="780335" cy="974134"/>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5">
            <a:extLst>
              <a:ext uri="{FF2B5EF4-FFF2-40B4-BE49-F238E27FC236}">
                <a16:creationId xmlns:a16="http://schemas.microsoft.com/office/drawing/2014/main" id="{32A593FA-5A16-CC6F-6DC2-E5FD62B3BE06}"/>
              </a:ext>
            </a:extLst>
          </p:cNvPr>
          <p:cNvCxnSpPr/>
          <p:nvPr/>
        </p:nvCxnSpPr>
        <p:spPr>
          <a:xfrm>
            <a:off x="2358503" y="4928803"/>
            <a:ext cx="690196"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15">
            <a:extLst>
              <a:ext uri="{FF2B5EF4-FFF2-40B4-BE49-F238E27FC236}">
                <a16:creationId xmlns:a16="http://schemas.microsoft.com/office/drawing/2014/main" id="{8D2F89FF-7F8D-E9E9-06CF-310EAB2E4B9C}"/>
              </a:ext>
            </a:extLst>
          </p:cNvPr>
          <p:cNvCxnSpPr/>
          <p:nvPr/>
        </p:nvCxnSpPr>
        <p:spPr>
          <a:xfrm>
            <a:off x="2367486" y="4430644"/>
            <a:ext cx="690196"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6">
            <a:extLst>
              <a:ext uri="{FF2B5EF4-FFF2-40B4-BE49-F238E27FC236}">
                <a16:creationId xmlns:a16="http://schemas.microsoft.com/office/drawing/2014/main" id="{DBC1C867-4821-EB19-DDE7-B5A90278B891}"/>
              </a:ext>
            </a:extLst>
          </p:cNvPr>
          <p:cNvCxnSpPr/>
          <p:nvPr/>
        </p:nvCxnSpPr>
        <p:spPr>
          <a:xfrm flipH="1" flipV="1">
            <a:off x="1970360" y="2445833"/>
            <a:ext cx="948106" cy="382234"/>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字方塊 18">
                <a:extLst>
                  <a:ext uri="{FF2B5EF4-FFF2-40B4-BE49-F238E27FC236}">
                    <a16:creationId xmlns:a16="http://schemas.microsoft.com/office/drawing/2014/main" id="{571FF1EE-AD4E-51E5-7756-30497DFC9FBE}"/>
                  </a:ext>
                </a:extLst>
              </p:cNvPr>
              <p:cNvSpPr txBox="1"/>
              <p:nvPr/>
            </p:nvSpPr>
            <p:spPr>
              <a:xfrm>
                <a:off x="6664569" y="2143184"/>
                <a:ext cx="3055326"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Starting at </a:t>
                </a:r>
                <a14:m>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3" name="文字方塊 18">
                <a:extLst>
                  <a:ext uri="{FF2B5EF4-FFF2-40B4-BE49-F238E27FC236}">
                    <a16:creationId xmlns:a16="http://schemas.microsoft.com/office/drawing/2014/main" id="{571FF1EE-AD4E-51E5-7756-30497DFC9FBE}"/>
                  </a:ext>
                </a:extLst>
              </p:cNvPr>
              <p:cNvSpPr txBox="1">
                <a:spLocks noRot="1" noChangeAspect="1" noMove="1" noResize="1" noEditPoints="1" noAdjustHandles="1" noChangeArrowheads="1" noChangeShapeType="1" noTextEdit="1"/>
              </p:cNvSpPr>
              <p:nvPr/>
            </p:nvSpPr>
            <p:spPr>
              <a:xfrm>
                <a:off x="6664569" y="2143184"/>
                <a:ext cx="3055326" cy="470000"/>
              </a:xfrm>
              <a:prstGeom prst="rect">
                <a:avLst/>
              </a:prstGeom>
              <a:blipFill>
                <a:blip r:embed="rId2"/>
                <a:stretch>
                  <a:fillRect l="-2893" t="-5263" b="-289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4" name="文字方塊 27">
                <a:extLst>
                  <a:ext uri="{FF2B5EF4-FFF2-40B4-BE49-F238E27FC236}">
                    <a16:creationId xmlns:a16="http://schemas.microsoft.com/office/drawing/2014/main" id="{30845E3F-21D9-8F47-1C55-D5A09A5E376F}"/>
                  </a:ext>
                </a:extLst>
              </p:cNvPr>
              <p:cNvSpPr txBox="1"/>
              <p:nvPr/>
            </p:nvSpPr>
            <p:spPr>
              <a:xfrm>
                <a:off x="6666033" y="3331886"/>
                <a:ext cx="4169019"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 to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zh-TW"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𝜂</m:t>
                    </m:r>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4" name="文字方塊 27">
                <a:extLst>
                  <a:ext uri="{FF2B5EF4-FFF2-40B4-BE49-F238E27FC236}">
                    <a16:creationId xmlns:a16="http://schemas.microsoft.com/office/drawing/2014/main" id="{30845E3F-21D9-8F47-1C55-D5A09A5E376F}"/>
                  </a:ext>
                </a:extLst>
              </p:cNvPr>
              <p:cNvSpPr txBox="1">
                <a:spLocks noRot="1" noChangeAspect="1" noMove="1" noResize="1" noEditPoints="1" noAdjustHandles="1" noChangeArrowheads="1" noChangeShapeType="1" noTextEdit="1"/>
              </p:cNvSpPr>
              <p:nvPr/>
            </p:nvSpPr>
            <p:spPr>
              <a:xfrm>
                <a:off x="6666033" y="3331886"/>
                <a:ext cx="4169019" cy="470000"/>
              </a:xfrm>
              <a:prstGeom prst="rect">
                <a:avLst/>
              </a:prstGeom>
              <a:blipFill>
                <a:blip r:embed="rId3"/>
                <a:stretch>
                  <a:fillRect l="-2439" t="-7895" b="-263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文字方塊 28">
                <a:extLst>
                  <a:ext uri="{FF2B5EF4-FFF2-40B4-BE49-F238E27FC236}">
                    <a16:creationId xmlns:a16="http://schemas.microsoft.com/office/drawing/2014/main" id="{1817FA1C-1CFD-7978-E330-8BB7A77F7F2D}"/>
                  </a:ext>
                </a:extLst>
              </p:cNvPr>
              <p:cNvSpPr txBox="1"/>
              <p:nvPr/>
            </p:nvSpPr>
            <p:spPr>
              <a:xfrm>
                <a:off x="6681194" y="3889958"/>
                <a:ext cx="3993172"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Compute gradient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5" name="文字方塊 28">
                <a:extLst>
                  <a:ext uri="{FF2B5EF4-FFF2-40B4-BE49-F238E27FC236}">
                    <a16:creationId xmlns:a16="http://schemas.microsoft.com/office/drawing/2014/main" id="{1817FA1C-1CFD-7978-E330-8BB7A77F7F2D}"/>
                  </a:ext>
                </a:extLst>
              </p:cNvPr>
              <p:cNvSpPr txBox="1">
                <a:spLocks noRot="1" noChangeAspect="1" noMove="1" noResize="1" noEditPoints="1" noAdjustHandles="1" noChangeArrowheads="1" noChangeShapeType="1" noTextEdit="1"/>
              </p:cNvSpPr>
              <p:nvPr/>
            </p:nvSpPr>
            <p:spPr>
              <a:xfrm>
                <a:off x="6681194" y="3889958"/>
                <a:ext cx="3993172" cy="470000"/>
              </a:xfrm>
              <a:prstGeom prst="rect">
                <a:avLst/>
              </a:prstGeom>
              <a:blipFill>
                <a:blip r:embed="rId4"/>
                <a:stretch>
                  <a:fillRect l="-2540" t="-7895" b="-263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6" name="文字方塊 19">
                <a:extLst>
                  <a:ext uri="{FF2B5EF4-FFF2-40B4-BE49-F238E27FC236}">
                    <a16:creationId xmlns:a16="http://schemas.microsoft.com/office/drawing/2014/main" id="{6748503E-775A-103D-C854-9AF1D892E5F5}"/>
                  </a:ext>
                </a:extLst>
              </p:cNvPr>
              <p:cNvSpPr txBox="1"/>
              <p:nvPr/>
            </p:nvSpPr>
            <p:spPr>
              <a:xfrm>
                <a:off x="6682658" y="4466909"/>
                <a:ext cx="4169019"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 to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𝜂</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6" name="文字方塊 19">
                <a:extLst>
                  <a:ext uri="{FF2B5EF4-FFF2-40B4-BE49-F238E27FC236}">
                    <a16:creationId xmlns:a16="http://schemas.microsoft.com/office/drawing/2014/main" id="{6748503E-775A-103D-C854-9AF1D892E5F5}"/>
                  </a:ext>
                </a:extLst>
              </p:cNvPr>
              <p:cNvSpPr txBox="1">
                <a:spLocks noRot="1" noChangeAspect="1" noMove="1" noResize="1" noEditPoints="1" noAdjustHandles="1" noChangeArrowheads="1" noChangeShapeType="1" noTextEdit="1"/>
              </p:cNvSpPr>
              <p:nvPr/>
            </p:nvSpPr>
            <p:spPr>
              <a:xfrm>
                <a:off x="6682658" y="4466909"/>
                <a:ext cx="4169019" cy="470000"/>
              </a:xfrm>
              <a:prstGeom prst="rect">
                <a:avLst/>
              </a:prstGeom>
              <a:blipFill>
                <a:blip r:embed="rId5"/>
                <a:stretch>
                  <a:fillRect l="-2432" t="-7895" b="-26316"/>
                </a:stretch>
              </a:blipFill>
            </p:spPr>
            <p:txBody>
              <a:bodyPr/>
              <a:lstStyle/>
              <a:p>
                <a:r>
                  <a:rPr lang="en-CN">
                    <a:noFill/>
                  </a:rPr>
                  <a:t> </a:t>
                </a:r>
              </a:p>
            </p:txBody>
          </p:sp>
        </mc:Fallback>
      </mc:AlternateContent>
      <p:cxnSp>
        <p:nvCxnSpPr>
          <p:cNvPr id="17" name="直線單箭頭接點 33">
            <a:extLst>
              <a:ext uri="{FF2B5EF4-FFF2-40B4-BE49-F238E27FC236}">
                <a16:creationId xmlns:a16="http://schemas.microsoft.com/office/drawing/2014/main" id="{B8784EF1-5F2E-1599-71D0-FA741ECF7177}"/>
              </a:ext>
            </a:extLst>
          </p:cNvPr>
          <p:cNvCxnSpPr/>
          <p:nvPr/>
        </p:nvCxnSpPr>
        <p:spPr>
          <a:xfrm flipH="1" flipV="1">
            <a:off x="4148671" y="3085811"/>
            <a:ext cx="500337" cy="349676"/>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34">
            <a:extLst>
              <a:ext uri="{FF2B5EF4-FFF2-40B4-BE49-F238E27FC236}">
                <a16:creationId xmlns:a16="http://schemas.microsoft.com/office/drawing/2014/main" id="{19588674-5E29-3848-0109-32227E22CA23}"/>
              </a:ext>
            </a:extLst>
          </p:cNvPr>
          <p:cNvCxnSpPr/>
          <p:nvPr/>
        </p:nvCxnSpPr>
        <p:spPr>
          <a:xfrm flipV="1">
            <a:off x="5506151" y="3556411"/>
            <a:ext cx="18498" cy="536038"/>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35">
            <a:extLst>
              <a:ext uri="{FF2B5EF4-FFF2-40B4-BE49-F238E27FC236}">
                <a16:creationId xmlns:a16="http://schemas.microsoft.com/office/drawing/2014/main" id="{687A6461-B00C-E654-89EA-0AACB3F3A329}"/>
              </a:ext>
            </a:extLst>
          </p:cNvPr>
          <p:cNvCxnSpPr/>
          <p:nvPr/>
        </p:nvCxnSpPr>
        <p:spPr>
          <a:xfrm flipV="1">
            <a:off x="5483346" y="4524870"/>
            <a:ext cx="412353" cy="566214"/>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文字方塊 37">
            <a:extLst>
              <a:ext uri="{FF2B5EF4-FFF2-40B4-BE49-F238E27FC236}">
                <a16:creationId xmlns:a16="http://schemas.microsoft.com/office/drawing/2014/main" id="{6C091C96-FBE6-33DC-9A2B-275DBCA5A1D3}"/>
              </a:ext>
            </a:extLst>
          </p:cNvPr>
          <p:cNvSpPr txBox="1"/>
          <p:nvPr/>
        </p:nvSpPr>
        <p:spPr>
          <a:xfrm>
            <a:off x="3048699" y="4687308"/>
            <a:ext cx="192331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Movement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1" name="文字方塊 38">
            <a:extLst>
              <a:ext uri="{FF2B5EF4-FFF2-40B4-BE49-F238E27FC236}">
                <a16:creationId xmlns:a16="http://schemas.microsoft.com/office/drawing/2014/main" id="{E8C7908C-0841-1E10-1418-6E20C37CBDD8}"/>
              </a:ext>
            </a:extLst>
          </p:cNvPr>
          <p:cNvSpPr txBox="1"/>
          <p:nvPr/>
        </p:nvSpPr>
        <p:spPr>
          <a:xfrm>
            <a:off x="3057682" y="4220899"/>
            <a:ext cx="192331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Gradient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22" name="文字方塊 39">
            <a:extLst>
              <a:ext uri="{FF2B5EF4-FFF2-40B4-BE49-F238E27FC236}">
                <a16:creationId xmlns:a16="http://schemas.microsoft.com/office/drawing/2014/main" id="{880836FE-F2D0-C448-F6B4-F2D10E67C5F6}"/>
              </a:ext>
            </a:extLst>
          </p:cNvPr>
          <p:cNvSpPr txBox="1"/>
          <p:nvPr/>
        </p:nvSpPr>
        <p:spPr>
          <a:xfrm rot="5400000">
            <a:off x="7804291" y="5151312"/>
            <a:ext cx="775882"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8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23" name="文字方塊 40">
                <a:extLst>
                  <a:ext uri="{FF2B5EF4-FFF2-40B4-BE49-F238E27FC236}">
                    <a16:creationId xmlns:a16="http://schemas.microsoft.com/office/drawing/2014/main" id="{F643A9AC-8D87-0E6F-22B5-D4AA9BA4642D}"/>
                  </a:ext>
                </a:extLst>
              </p:cNvPr>
              <p:cNvSpPr txBox="1"/>
              <p:nvPr/>
            </p:nvSpPr>
            <p:spPr>
              <a:xfrm>
                <a:off x="2585811" y="2902995"/>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3" name="文字方塊 40">
                <a:extLst>
                  <a:ext uri="{FF2B5EF4-FFF2-40B4-BE49-F238E27FC236}">
                    <a16:creationId xmlns:a16="http://schemas.microsoft.com/office/drawing/2014/main" id="{F643A9AC-8D87-0E6F-22B5-D4AA9BA4642D}"/>
                  </a:ext>
                </a:extLst>
              </p:cNvPr>
              <p:cNvSpPr txBox="1">
                <a:spLocks noRot="1" noChangeAspect="1" noMove="1" noResize="1" noEditPoints="1" noAdjustHandles="1" noChangeArrowheads="1" noChangeShapeType="1" noTextEdit="1"/>
              </p:cNvSpPr>
              <p:nvPr/>
            </p:nvSpPr>
            <p:spPr>
              <a:xfrm>
                <a:off x="2585811" y="2902995"/>
                <a:ext cx="689088" cy="470000"/>
              </a:xfrm>
              <a:prstGeom prst="rect">
                <a:avLst/>
              </a:prstGeom>
              <a:blipFill>
                <a:blip r:embed="rId6"/>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4" name="文字方塊 41">
                <a:extLst>
                  <a:ext uri="{FF2B5EF4-FFF2-40B4-BE49-F238E27FC236}">
                    <a16:creationId xmlns:a16="http://schemas.microsoft.com/office/drawing/2014/main" id="{A527B8B2-EC6B-BEC4-EAC0-BB222CD4DC57}"/>
                  </a:ext>
                </a:extLst>
              </p:cNvPr>
              <p:cNvSpPr txBox="1"/>
              <p:nvPr/>
            </p:nvSpPr>
            <p:spPr>
              <a:xfrm>
                <a:off x="4127121" y="3444838"/>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4" name="文字方塊 41">
                <a:extLst>
                  <a:ext uri="{FF2B5EF4-FFF2-40B4-BE49-F238E27FC236}">
                    <a16:creationId xmlns:a16="http://schemas.microsoft.com/office/drawing/2014/main" id="{A527B8B2-EC6B-BEC4-EAC0-BB222CD4DC57}"/>
                  </a:ext>
                </a:extLst>
              </p:cNvPr>
              <p:cNvSpPr txBox="1">
                <a:spLocks noRot="1" noChangeAspect="1" noMove="1" noResize="1" noEditPoints="1" noAdjustHandles="1" noChangeArrowheads="1" noChangeShapeType="1" noTextEdit="1"/>
              </p:cNvSpPr>
              <p:nvPr/>
            </p:nvSpPr>
            <p:spPr>
              <a:xfrm>
                <a:off x="4127121" y="3444838"/>
                <a:ext cx="689088" cy="470000"/>
              </a:xfrm>
              <a:prstGeom prst="rect">
                <a:avLst/>
              </a:prstGeom>
              <a:blipFill>
                <a:blip r:embed="rId7"/>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5" name="文字方塊 42">
                <a:extLst>
                  <a:ext uri="{FF2B5EF4-FFF2-40B4-BE49-F238E27FC236}">
                    <a16:creationId xmlns:a16="http://schemas.microsoft.com/office/drawing/2014/main" id="{E26DAA1D-E45D-2632-CF7B-39D56F402CB6}"/>
                  </a:ext>
                </a:extLst>
              </p:cNvPr>
              <p:cNvSpPr txBox="1"/>
              <p:nvPr/>
            </p:nvSpPr>
            <p:spPr>
              <a:xfrm>
                <a:off x="4900939" y="4072705"/>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5" name="文字方塊 42">
                <a:extLst>
                  <a:ext uri="{FF2B5EF4-FFF2-40B4-BE49-F238E27FC236}">
                    <a16:creationId xmlns:a16="http://schemas.microsoft.com/office/drawing/2014/main" id="{E26DAA1D-E45D-2632-CF7B-39D56F402CB6}"/>
                  </a:ext>
                </a:extLst>
              </p:cNvPr>
              <p:cNvSpPr txBox="1">
                <a:spLocks noRot="1" noChangeAspect="1" noMove="1" noResize="1" noEditPoints="1" noAdjustHandles="1" noChangeArrowheads="1" noChangeShapeType="1" noTextEdit="1"/>
              </p:cNvSpPr>
              <p:nvPr/>
            </p:nvSpPr>
            <p:spPr>
              <a:xfrm>
                <a:off x="4900939" y="4072705"/>
                <a:ext cx="689088" cy="470000"/>
              </a:xfrm>
              <a:prstGeom prst="rect">
                <a:avLst/>
              </a:prstGeom>
              <a:blipFill>
                <a:blip r:embed="rId8"/>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6" name="文字方塊 43">
                <a:extLst>
                  <a:ext uri="{FF2B5EF4-FFF2-40B4-BE49-F238E27FC236}">
                    <a16:creationId xmlns:a16="http://schemas.microsoft.com/office/drawing/2014/main" id="{EA086EF1-8615-8638-3FB5-AAEBDE20C61B}"/>
                  </a:ext>
                </a:extLst>
              </p:cNvPr>
              <p:cNvSpPr txBox="1"/>
              <p:nvPr/>
            </p:nvSpPr>
            <p:spPr>
              <a:xfrm>
                <a:off x="4824978" y="4870991"/>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𝟑</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6" name="文字方塊 43">
                <a:extLst>
                  <a:ext uri="{FF2B5EF4-FFF2-40B4-BE49-F238E27FC236}">
                    <a16:creationId xmlns:a16="http://schemas.microsoft.com/office/drawing/2014/main" id="{EA086EF1-8615-8638-3FB5-AAEBDE20C61B}"/>
                  </a:ext>
                </a:extLst>
              </p:cNvPr>
              <p:cNvSpPr txBox="1">
                <a:spLocks noRot="1" noChangeAspect="1" noMove="1" noResize="1" noEditPoints="1" noAdjustHandles="1" noChangeArrowheads="1" noChangeShapeType="1" noTextEdit="1"/>
              </p:cNvSpPr>
              <p:nvPr/>
            </p:nvSpPr>
            <p:spPr>
              <a:xfrm>
                <a:off x="4824978" y="4870991"/>
                <a:ext cx="689088" cy="470000"/>
              </a:xfrm>
              <a:prstGeom prst="rect">
                <a:avLst/>
              </a:prstGeom>
              <a:blipFill>
                <a:blip r:embed="rId9"/>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7" name="文字方塊 47">
                <a:extLst>
                  <a:ext uri="{FF2B5EF4-FFF2-40B4-BE49-F238E27FC236}">
                    <a16:creationId xmlns:a16="http://schemas.microsoft.com/office/drawing/2014/main" id="{3CE162A3-7352-0862-893A-5017C29C4697}"/>
                  </a:ext>
                </a:extLst>
              </p:cNvPr>
              <p:cNvSpPr txBox="1"/>
              <p:nvPr/>
            </p:nvSpPr>
            <p:spPr>
              <a:xfrm>
                <a:off x="2124942" y="2134833"/>
                <a:ext cx="1078707"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7" name="文字方塊 47">
                <a:extLst>
                  <a:ext uri="{FF2B5EF4-FFF2-40B4-BE49-F238E27FC236}">
                    <a16:creationId xmlns:a16="http://schemas.microsoft.com/office/drawing/2014/main" id="{3CE162A3-7352-0862-893A-5017C29C4697}"/>
                  </a:ext>
                </a:extLst>
              </p:cNvPr>
              <p:cNvSpPr txBox="1">
                <a:spLocks noRot="1" noChangeAspect="1" noMove="1" noResize="1" noEditPoints="1" noAdjustHandles="1" noChangeArrowheads="1" noChangeShapeType="1" noTextEdit="1"/>
              </p:cNvSpPr>
              <p:nvPr/>
            </p:nvSpPr>
            <p:spPr>
              <a:xfrm>
                <a:off x="2124942" y="2134833"/>
                <a:ext cx="1078707" cy="470000"/>
              </a:xfrm>
              <a:prstGeom prst="rect">
                <a:avLst/>
              </a:prstGeom>
              <a:blipFill>
                <a:blip r:embed="rId10"/>
                <a:stretch>
                  <a:fillRect b="-13514"/>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8" name="文字方塊 48">
                <a:extLst>
                  <a:ext uri="{FF2B5EF4-FFF2-40B4-BE49-F238E27FC236}">
                    <a16:creationId xmlns:a16="http://schemas.microsoft.com/office/drawing/2014/main" id="{3B8939C0-E936-D135-2E3D-3AC9058AC50A}"/>
                  </a:ext>
                </a:extLst>
              </p:cNvPr>
              <p:cNvSpPr txBox="1"/>
              <p:nvPr/>
            </p:nvSpPr>
            <p:spPr>
              <a:xfrm>
                <a:off x="4245229" y="2696427"/>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8" name="文字方塊 48">
                <a:extLst>
                  <a:ext uri="{FF2B5EF4-FFF2-40B4-BE49-F238E27FC236}">
                    <a16:creationId xmlns:a16="http://schemas.microsoft.com/office/drawing/2014/main" id="{3B8939C0-E936-D135-2E3D-3AC9058AC50A}"/>
                  </a:ext>
                </a:extLst>
              </p:cNvPr>
              <p:cNvSpPr txBox="1">
                <a:spLocks noRot="1" noChangeAspect="1" noMove="1" noResize="1" noEditPoints="1" noAdjustHandles="1" noChangeArrowheads="1" noChangeShapeType="1" noTextEdit="1"/>
              </p:cNvSpPr>
              <p:nvPr/>
            </p:nvSpPr>
            <p:spPr>
              <a:xfrm>
                <a:off x="4245229" y="2696427"/>
                <a:ext cx="689088" cy="470000"/>
              </a:xfrm>
              <a:prstGeom prst="rect">
                <a:avLst/>
              </a:prstGeom>
              <a:blipFill>
                <a:blip r:embed="rId11"/>
                <a:stretch>
                  <a:fillRect b="-1052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9" name="文字方塊 49">
                <a:extLst>
                  <a:ext uri="{FF2B5EF4-FFF2-40B4-BE49-F238E27FC236}">
                    <a16:creationId xmlns:a16="http://schemas.microsoft.com/office/drawing/2014/main" id="{DE598436-E08F-673E-6BBB-E13DBF522251}"/>
                  </a:ext>
                </a:extLst>
              </p:cNvPr>
              <p:cNvSpPr txBox="1"/>
              <p:nvPr/>
            </p:nvSpPr>
            <p:spPr>
              <a:xfrm>
                <a:off x="5494764" y="3479702"/>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𝟐</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9" name="文字方塊 49">
                <a:extLst>
                  <a:ext uri="{FF2B5EF4-FFF2-40B4-BE49-F238E27FC236}">
                    <a16:creationId xmlns:a16="http://schemas.microsoft.com/office/drawing/2014/main" id="{DE598436-E08F-673E-6BBB-E13DBF522251}"/>
                  </a:ext>
                </a:extLst>
              </p:cNvPr>
              <p:cNvSpPr txBox="1">
                <a:spLocks noRot="1" noChangeAspect="1" noMove="1" noResize="1" noEditPoints="1" noAdjustHandles="1" noChangeArrowheads="1" noChangeShapeType="1" noTextEdit="1"/>
              </p:cNvSpPr>
              <p:nvPr/>
            </p:nvSpPr>
            <p:spPr>
              <a:xfrm>
                <a:off x="5494764" y="3479702"/>
                <a:ext cx="689088" cy="470000"/>
              </a:xfrm>
              <a:prstGeom prst="rect">
                <a:avLst/>
              </a:prstGeom>
              <a:blipFill>
                <a:blip r:embed="rId12"/>
                <a:stretch>
                  <a:fillRect b="-1052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0" name="文字方塊 50">
                <a:extLst>
                  <a:ext uri="{FF2B5EF4-FFF2-40B4-BE49-F238E27FC236}">
                    <a16:creationId xmlns:a16="http://schemas.microsoft.com/office/drawing/2014/main" id="{9CCEAC1D-D6C2-F406-F40C-4E2F18FC0532}"/>
                  </a:ext>
                </a:extLst>
              </p:cNvPr>
              <p:cNvSpPr txBox="1"/>
              <p:nvPr/>
            </p:nvSpPr>
            <p:spPr>
              <a:xfrm>
                <a:off x="5662386" y="4629419"/>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𝟑</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0" name="文字方塊 50">
                <a:extLst>
                  <a:ext uri="{FF2B5EF4-FFF2-40B4-BE49-F238E27FC236}">
                    <a16:creationId xmlns:a16="http://schemas.microsoft.com/office/drawing/2014/main" id="{9CCEAC1D-D6C2-F406-F40C-4E2F18FC0532}"/>
                  </a:ext>
                </a:extLst>
              </p:cNvPr>
              <p:cNvSpPr txBox="1">
                <a:spLocks noRot="1" noChangeAspect="1" noMove="1" noResize="1" noEditPoints="1" noAdjustHandles="1" noChangeArrowheads="1" noChangeShapeType="1" noTextEdit="1"/>
              </p:cNvSpPr>
              <p:nvPr/>
            </p:nvSpPr>
            <p:spPr>
              <a:xfrm>
                <a:off x="5662386" y="4629419"/>
                <a:ext cx="689088" cy="470000"/>
              </a:xfrm>
              <a:prstGeom prst="rect">
                <a:avLst/>
              </a:prstGeom>
              <a:blipFill>
                <a:blip r:embed="rId13"/>
                <a:stretch>
                  <a:fillRect b="-13158"/>
                </a:stretch>
              </a:blipFill>
            </p:spPr>
            <p:txBody>
              <a:bodyPr/>
              <a:lstStyle/>
              <a:p>
                <a:r>
                  <a:rPr lang="en-CN">
                    <a:noFill/>
                  </a:rPr>
                  <a:t> </a:t>
                </a:r>
              </a:p>
            </p:txBody>
          </p:sp>
        </mc:Fallback>
      </mc:AlternateContent>
      <p:sp>
        <p:nvSpPr>
          <p:cNvPr id="31" name="橢圓 51">
            <a:extLst>
              <a:ext uri="{FF2B5EF4-FFF2-40B4-BE49-F238E27FC236}">
                <a16:creationId xmlns:a16="http://schemas.microsoft.com/office/drawing/2014/main" id="{A4410122-FDE8-215B-F7EA-47D756AAAD9D}"/>
              </a:ext>
            </a:extLst>
          </p:cNvPr>
          <p:cNvSpPr/>
          <p:nvPr/>
        </p:nvSpPr>
        <p:spPr>
          <a:xfrm>
            <a:off x="2809681" y="2734543"/>
            <a:ext cx="180000"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32" name="灯片编号占位符 31"/>
          <p:cNvSpPr>
            <a:spLocks noGrp="1"/>
          </p:cNvSpPr>
          <p:nvPr>
            <p:ph type="sldNum" sz="quarter" idx="14"/>
          </p:nvPr>
        </p:nvSpPr>
        <p:spPr/>
        <p:txBody>
          <a:bodyPr/>
          <a:lstStyle/>
          <a:p>
            <a:fld id="{AF69888C-E133-43D9-A638-B5C95925B91C}" type="slidenum">
              <a:rPr lang="zh-CN" altLang="en-US" smtClean="0"/>
              <a:t>37</a:t>
            </a:fld>
            <a:endParaRPr lang="zh-CN" altLang="en-US" dirty="0"/>
          </a:p>
        </p:txBody>
      </p:sp>
    </p:spTree>
    <p:extLst>
      <p:ext uri="{BB962C8B-B14F-4D97-AF65-F5344CB8AC3E}">
        <p14:creationId xmlns:p14="http://schemas.microsoft.com/office/powerpoint/2010/main" val="602393230"/>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6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6"/>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8"/>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7"/>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19"/>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P spid="14" grpId="0"/>
      <p:bldP spid="15" grpId="0"/>
      <p:bldP spid="16" grpId="0"/>
      <p:bldP spid="20" grpId="0"/>
      <p:bldP spid="21" grpId="0"/>
      <p:bldP spid="22" grpId="0"/>
      <p:bldP spid="23" grpId="0"/>
      <p:bldP spid="24" grpId="0"/>
      <p:bldP spid="25" grpId="0"/>
      <p:bldP spid="26" grpId="0"/>
      <p:bldP spid="27" grpId="0"/>
      <p:bldP spid="28" grpId="0"/>
      <p:bldP spid="29" grpId="0"/>
      <p:bldP spid="30" grpId="0"/>
      <p:bldP spid="3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sp>
        <p:nvSpPr>
          <p:cNvPr id="2" name="文本框 32">
            <a:extLst>
              <a:ext uri="{FF2B5EF4-FFF2-40B4-BE49-F238E27FC236}">
                <a16:creationId xmlns:a16="http://schemas.microsoft.com/office/drawing/2014/main" id="{0A431337-FAC4-B3FB-7D59-59BADA645284}"/>
              </a:ext>
            </a:extLst>
          </p:cNvPr>
          <p:cNvSpPr txBox="1"/>
          <p:nvPr/>
        </p:nvSpPr>
        <p:spPr>
          <a:xfrm>
            <a:off x="470053" y="715102"/>
            <a:ext cx="5625947" cy="581057"/>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marL="342900" indent="-342900" algn="l">
              <a:lnSpc>
                <a:spcPct val="150000"/>
              </a:lnSpc>
              <a:buFont typeface="Wingdings" pitchFamily="2" charset="2"/>
              <a:buChar char="q"/>
            </a:pPr>
            <a:r>
              <a:rPr lang="zh-CN" altLang="en-US" sz="2400" b="0" dirty="0">
                <a:solidFill>
                  <a:schemeClr val="tx1"/>
                </a:solidFill>
              </a:rPr>
              <a:t>梯度下降</a:t>
            </a:r>
            <a:r>
              <a:rPr lang="en-US" altLang="zh-CN" sz="2400" b="0" dirty="0">
                <a:solidFill>
                  <a:schemeClr val="tx1"/>
                </a:solidFill>
              </a:rPr>
              <a:t>+Momentum</a:t>
            </a:r>
            <a:r>
              <a:rPr lang="zh-CN" altLang="en-US" sz="2400" b="0" dirty="0">
                <a:solidFill>
                  <a:schemeClr val="tx1"/>
                </a:solidFill>
              </a:rPr>
              <a:t> （动量）</a:t>
            </a:r>
            <a:endParaRPr lang="en-US" altLang="zh-CN" sz="2400" b="0" dirty="0">
              <a:solidFill>
                <a:schemeClr val="tx1"/>
              </a:solidFill>
            </a:endParaRPr>
          </a:p>
        </p:txBody>
      </p:sp>
      <p:sp>
        <p:nvSpPr>
          <p:cNvPr id="4" name="內容版面配置區 2">
            <a:extLst>
              <a:ext uri="{FF2B5EF4-FFF2-40B4-BE49-F238E27FC236}">
                <a16:creationId xmlns:a16="http://schemas.microsoft.com/office/drawing/2014/main" id="{B5345141-2900-C621-AFAD-907638DB2CCB}"/>
              </a:ext>
            </a:extLst>
          </p:cNvPr>
          <p:cNvSpPr txBox="1">
            <a:spLocks/>
          </p:cNvSpPr>
          <p:nvPr/>
        </p:nvSpPr>
        <p:spPr>
          <a:xfrm>
            <a:off x="838200" y="924283"/>
            <a:ext cx="10515600" cy="5012096"/>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TW" altLang="en-US" dirty="0"/>
          </a:p>
        </p:txBody>
      </p:sp>
      <mc:AlternateContent xmlns:mc="http://schemas.openxmlformats.org/markup-compatibility/2006" xmlns:a14="http://schemas.microsoft.com/office/drawing/2010/main">
        <mc:Choice Requires="a14">
          <p:sp>
            <p:nvSpPr>
              <p:cNvPr id="14" name="文字方塊 18">
                <a:extLst>
                  <a:ext uri="{FF2B5EF4-FFF2-40B4-BE49-F238E27FC236}">
                    <a16:creationId xmlns:a16="http://schemas.microsoft.com/office/drawing/2014/main" id="{B756C5E9-4376-9402-2EF5-041F7A70B025}"/>
                  </a:ext>
                </a:extLst>
              </p:cNvPr>
              <p:cNvSpPr txBox="1"/>
              <p:nvPr/>
            </p:nvSpPr>
            <p:spPr>
              <a:xfrm>
                <a:off x="6587983" y="1288803"/>
                <a:ext cx="2580542"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Starting at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4" name="文字方塊 18">
                <a:extLst>
                  <a:ext uri="{FF2B5EF4-FFF2-40B4-BE49-F238E27FC236}">
                    <a16:creationId xmlns:a16="http://schemas.microsoft.com/office/drawing/2014/main" id="{B756C5E9-4376-9402-2EF5-041F7A70B025}"/>
                  </a:ext>
                </a:extLst>
              </p:cNvPr>
              <p:cNvSpPr txBox="1">
                <a:spLocks noRot="1" noChangeAspect="1" noMove="1" noResize="1" noEditPoints="1" noAdjustHandles="1" noChangeArrowheads="1" noChangeShapeType="1" noTextEdit="1"/>
              </p:cNvSpPr>
              <p:nvPr/>
            </p:nvSpPr>
            <p:spPr>
              <a:xfrm>
                <a:off x="6587983" y="1288803"/>
                <a:ext cx="2580542" cy="470000"/>
              </a:xfrm>
              <a:prstGeom prst="rect">
                <a:avLst/>
              </a:prstGeom>
              <a:blipFill>
                <a:blip r:embed="rId2"/>
                <a:stretch>
                  <a:fillRect l="-3431" t="-7895" b="-263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文字方塊 25">
                <a:extLst>
                  <a:ext uri="{FF2B5EF4-FFF2-40B4-BE49-F238E27FC236}">
                    <a16:creationId xmlns:a16="http://schemas.microsoft.com/office/drawing/2014/main" id="{E8F2754A-AF92-7272-89CB-B88CD6538F3F}"/>
                  </a:ext>
                </a:extLst>
              </p:cNvPr>
              <p:cNvSpPr txBox="1"/>
              <p:nvPr/>
            </p:nvSpPr>
            <p:spPr>
              <a:xfrm>
                <a:off x="6598238" y="2222173"/>
                <a:ext cx="3993172"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Compute gradient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5" name="文字方塊 25">
                <a:extLst>
                  <a:ext uri="{FF2B5EF4-FFF2-40B4-BE49-F238E27FC236}">
                    <a16:creationId xmlns:a16="http://schemas.microsoft.com/office/drawing/2014/main" id="{E8F2754A-AF92-7272-89CB-B88CD6538F3F}"/>
                  </a:ext>
                </a:extLst>
              </p:cNvPr>
              <p:cNvSpPr txBox="1">
                <a:spLocks noRot="1" noChangeAspect="1" noMove="1" noResize="1" noEditPoints="1" noAdjustHandles="1" noChangeArrowheads="1" noChangeShapeType="1" noTextEdit="1"/>
              </p:cNvSpPr>
              <p:nvPr/>
            </p:nvSpPr>
            <p:spPr>
              <a:xfrm>
                <a:off x="6598238" y="2222173"/>
                <a:ext cx="3993172" cy="470000"/>
              </a:xfrm>
              <a:prstGeom prst="rect">
                <a:avLst/>
              </a:prstGeom>
              <a:blipFill>
                <a:blip r:embed="rId3"/>
                <a:stretch>
                  <a:fillRect l="-2222" t="-7895" b="-263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6" name="文字方塊 27">
                <a:extLst>
                  <a:ext uri="{FF2B5EF4-FFF2-40B4-BE49-F238E27FC236}">
                    <a16:creationId xmlns:a16="http://schemas.microsoft.com/office/drawing/2014/main" id="{5B0A500C-5B66-1FF5-820F-ADF8819A0DC8}"/>
                  </a:ext>
                </a:extLst>
              </p:cNvPr>
              <p:cNvSpPr txBox="1"/>
              <p:nvPr/>
            </p:nvSpPr>
            <p:spPr>
              <a:xfrm>
                <a:off x="6583865" y="3262806"/>
                <a:ext cx="3360126"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 to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p>
                    </m:s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a14:m>
                <a:endParaRPr kumimoji="0" lang="zh-TW" altLang="en-US"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6" name="文字方塊 27">
                <a:extLst>
                  <a:ext uri="{FF2B5EF4-FFF2-40B4-BE49-F238E27FC236}">
                    <a16:creationId xmlns:a16="http://schemas.microsoft.com/office/drawing/2014/main" id="{5B0A500C-5B66-1FF5-820F-ADF8819A0DC8}"/>
                  </a:ext>
                </a:extLst>
              </p:cNvPr>
              <p:cNvSpPr txBox="1">
                <a:spLocks noRot="1" noChangeAspect="1" noMove="1" noResize="1" noEditPoints="1" noAdjustHandles="1" noChangeArrowheads="1" noChangeShapeType="1" noTextEdit="1"/>
              </p:cNvSpPr>
              <p:nvPr/>
            </p:nvSpPr>
            <p:spPr>
              <a:xfrm>
                <a:off x="6583865" y="3262806"/>
                <a:ext cx="3360126" cy="470000"/>
              </a:xfrm>
              <a:prstGeom prst="rect">
                <a:avLst/>
              </a:prstGeom>
              <a:blipFill>
                <a:blip r:embed="rId4"/>
                <a:stretch>
                  <a:fillRect l="-3019" t="-7895" b="-289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文字方塊 28">
                <a:extLst>
                  <a:ext uri="{FF2B5EF4-FFF2-40B4-BE49-F238E27FC236}">
                    <a16:creationId xmlns:a16="http://schemas.microsoft.com/office/drawing/2014/main" id="{D687D0D3-15B7-407D-B5EA-F2E984C19C16}"/>
                  </a:ext>
                </a:extLst>
              </p:cNvPr>
              <p:cNvSpPr txBox="1"/>
              <p:nvPr/>
            </p:nvSpPr>
            <p:spPr>
              <a:xfrm>
                <a:off x="6616913" y="3780444"/>
                <a:ext cx="3993172"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Compute gradient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7" name="文字方塊 28">
                <a:extLst>
                  <a:ext uri="{FF2B5EF4-FFF2-40B4-BE49-F238E27FC236}">
                    <a16:creationId xmlns:a16="http://schemas.microsoft.com/office/drawing/2014/main" id="{D687D0D3-15B7-407D-B5EA-F2E984C19C16}"/>
                  </a:ext>
                </a:extLst>
              </p:cNvPr>
              <p:cNvSpPr txBox="1">
                <a:spLocks noRot="1" noChangeAspect="1" noMove="1" noResize="1" noEditPoints="1" noAdjustHandles="1" noChangeArrowheads="1" noChangeShapeType="1" noTextEdit="1"/>
              </p:cNvSpPr>
              <p:nvPr/>
            </p:nvSpPr>
            <p:spPr>
              <a:xfrm>
                <a:off x="6616913" y="3780444"/>
                <a:ext cx="3993172" cy="470000"/>
              </a:xfrm>
              <a:prstGeom prst="rect">
                <a:avLst/>
              </a:prstGeom>
              <a:blipFill>
                <a:blip r:embed="rId5"/>
                <a:stretch>
                  <a:fillRect l="-2215" t="-7895" b="-289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8" name="文字方塊 29">
                <a:extLst>
                  <a:ext uri="{FF2B5EF4-FFF2-40B4-BE49-F238E27FC236}">
                    <a16:creationId xmlns:a16="http://schemas.microsoft.com/office/drawing/2014/main" id="{9ABBD297-782E-0E47-5BF8-1E423C127E5D}"/>
                  </a:ext>
                </a:extLst>
              </p:cNvPr>
              <p:cNvSpPr txBox="1"/>
              <p:nvPr/>
            </p:nvSpPr>
            <p:spPr>
              <a:xfrm>
                <a:off x="6598238" y="1750468"/>
                <a:ext cx="3360126"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Movement </a:t>
                </a:r>
                <a14:m>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8" name="文字方塊 29">
                <a:extLst>
                  <a:ext uri="{FF2B5EF4-FFF2-40B4-BE49-F238E27FC236}">
                    <a16:creationId xmlns:a16="http://schemas.microsoft.com/office/drawing/2014/main" id="{9ABBD297-782E-0E47-5BF8-1E423C127E5D}"/>
                  </a:ext>
                </a:extLst>
              </p:cNvPr>
              <p:cNvSpPr txBox="1">
                <a:spLocks noRot="1" noChangeAspect="1" noMove="1" noResize="1" noEditPoints="1" noAdjustHandles="1" noChangeArrowheads="1" noChangeShapeType="1" noTextEdit="1"/>
              </p:cNvSpPr>
              <p:nvPr/>
            </p:nvSpPr>
            <p:spPr>
              <a:xfrm>
                <a:off x="6598238" y="1750468"/>
                <a:ext cx="3360126" cy="470000"/>
              </a:xfrm>
              <a:prstGeom prst="rect">
                <a:avLst/>
              </a:prstGeom>
              <a:blipFill>
                <a:blip r:embed="rId6"/>
                <a:stretch>
                  <a:fillRect l="-2632" t="-7895" b="-289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9" name="文字方塊 30">
                <a:extLst>
                  <a:ext uri="{FF2B5EF4-FFF2-40B4-BE49-F238E27FC236}">
                    <a16:creationId xmlns:a16="http://schemas.microsoft.com/office/drawing/2014/main" id="{57DAF531-8E19-26C9-234C-2D1A1FF47105}"/>
                  </a:ext>
                </a:extLst>
              </p:cNvPr>
              <p:cNvSpPr txBox="1"/>
              <p:nvPr/>
            </p:nvSpPr>
            <p:spPr>
              <a:xfrm>
                <a:off x="6583864" y="2745532"/>
                <a:ext cx="4059271"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Movement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 </m:t>
                    </m:r>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14:m>
                  <m:oMath xmlns:m="http://schemas.openxmlformats.org/officeDocument/2006/math">
                    <m:r>
                      <m:rPr>
                        <m:sty m:val="p"/>
                      </m:rPr>
                      <a:rPr kumimoji="0" lang="el-GR"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λ</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zh-TW"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𝜂</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9" name="文字方塊 30">
                <a:extLst>
                  <a:ext uri="{FF2B5EF4-FFF2-40B4-BE49-F238E27FC236}">
                    <a16:creationId xmlns:a16="http://schemas.microsoft.com/office/drawing/2014/main" id="{57DAF531-8E19-26C9-234C-2D1A1FF47105}"/>
                  </a:ext>
                </a:extLst>
              </p:cNvPr>
              <p:cNvSpPr txBox="1">
                <a:spLocks noRot="1" noChangeAspect="1" noMove="1" noResize="1" noEditPoints="1" noAdjustHandles="1" noChangeArrowheads="1" noChangeShapeType="1" noTextEdit="1"/>
              </p:cNvSpPr>
              <p:nvPr/>
            </p:nvSpPr>
            <p:spPr>
              <a:xfrm>
                <a:off x="6583864" y="2745532"/>
                <a:ext cx="4059271" cy="470000"/>
              </a:xfrm>
              <a:prstGeom prst="rect">
                <a:avLst/>
              </a:prstGeom>
              <a:blipFill>
                <a:blip r:embed="rId7"/>
                <a:stretch>
                  <a:fillRect l="-2492" t="-8108" b="-2973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0" name="文字方塊 31">
                <a:extLst>
                  <a:ext uri="{FF2B5EF4-FFF2-40B4-BE49-F238E27FC236}">
                    <a16:creationId xmlns:a16="http://schemas.microsoft.com/office/drawing/2014/main" id="{A0EFF6F5-66D9-28F7-BFEF-52DB153B5A79}"/>
                  </a:ext>
                </a:extLst>
              </p:cNvPr>
              <p:cNvSpPr txBox="1"/>
              <p:nvPr/>
            </p:nvSpPr>
            <p:spPr>
              <a:xfrm>
                <a:off x="6591468" y="4312287"/>
                <a:ext cx="4044062"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Movement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 </m:t>
                    </m:r>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14:m>
                  <m:oMath xmlns:m="http://schemas.openxmlformats.org/officeDocument/2006/math">
                    <m:r>
                      <m:rPr>
                        <m:sty m:val="p"/>
                      </m:rPr>
                      <a:rPr kumimoji="0" lang="el-GR"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λ</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𝜂</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0" name="文字方塊 31">
                <a:extLst>
                  <a:ext uri="{FF2B5EF4-FFF2-40B4-BE49-F238E27FC236}">
                    <a16:creationId xmlns:a16="http://schemas.microsoft.com/office/drawing/2014/main" id="{A0EFF6F5-66D9-28F7-BFEF-52DB153B5A79}"/>
                  </a:ext>
                </a:extLst>
              </p:cNvPr>
              <p:cNvSpPr txBox="1">
                <a:spLocks noRot="1" noChangeAspect="1" noMove="1" noResize="1" noEditPoints="1" noAdjustHandles="1" noChangeArrowheads="1" noChangeShapeType="1" noTextEdit="1"/>
              </p:cNvSpPr>
              <p:nvPr/>
            </p:nvSpPr>
            <p:spPr>
              <a:xfrm>
                <a:off x="6591468" y="4312287"/>
                <a:ext cx="4044062" cy="470000"/>
              </a:xfrm>
              <a:prstGeom prst="rect">
                <a:avLst/>
              </a:prstGeom>
              <a:blipFill>
                <a:blip r:embed="rId8"/>
                <a:stretch>
                  <a:fillRect l="-2188" t="-7895" b="-263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1" name="文字方塊 32">
                <a:extLst>
                  <a:ext uri="{FF2B5EF4-FFF2-40B4-BE49-F238E27FC236}">
                    <a16:creationId xmlns:a16="http://schemas.microsoft.com/office/drawing/2014/main" id="{EE1CF353-3BC3-B18C-4E5B-911280055276}"/>
                  </a:ext>
                </a:extLst>
              </p:cNvPr>
              <p:cNvSpPr txBox="1"/>
              <p:nvPr/>
            </p:nvSpPr>
            <p:spPr>
              <a:xfrm>
                <a:off x="6598238" y="4774881"/>
                <a:ext cx="3360126"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 to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oMath>
                </a14:m>
                <a:endParaRPr kumimoji="0" lang="zh-TW" altLang="en-US"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1" name="文字方塊 32">
                <a:extLst>
                  <a:ext uri="{FF2B5EF4-FFF2-40B4-BE49-F238E27FC236}">
                    <a16:creationId xmlns:a16="http://schemas.microsoft.com/office/drawing/2014/main" id="{EE1CF353-3BC3-B18C-4E5B-911280055276}"/>
                  </a:ext>
                </a:extLst>
              </p:cNvPr>
              <p:cNvSpPr txBox="1">
                <a:spLocks noRot="1" noChangeAspect="1" noMove="1" noResize="1" noEditPoints="1" noAdjustHandles="1" noChangeArrowheads="1" noChangeShapeType="1" noTextEdit="1"/>
              </p:cNvSpPr>
              <p:nvPr/>
            </p:nvSpPr>
            <p:spPr>
              <a:xfrm>
                <a:off x="6598238" y="4774881"/>
                <a:ext cx="3360126" cy="470000"/>
              </a:xfrm>
              <a:prstGeom prst="rect">
                <a:avLst/>
              </a:prstGeom>
              <a:blipFill>
                <a:blip r:embed="rId9"/>
                <a:stretch>
                  <a:fillRect l="-2632" t="-7895" b="-28947"/>
                </a:stretch>
              </a:blipFill>
            </p:spPr>
            <p:txBody>
              <a:bodyPr/>
              <a:lstStyle/>
              <a:p>
                <a:r>
                  <a:rPr lang="en-CN">
                    <a:noFill/>
                  </a:rPr>
                  <a:t> </a:t>
                </a:r>
              </a:p>
            </p:txBody>
          </p:sp>
        </mc:Fallback>
      </mc:AlternateContent>
      <p:cxnSp>
        <p:nvCxnSpPr>
          <p:cNvPr id="22" name="直線單箭頭接點 33">
            <a:extLst>
              <a:ext uri="{FF2B5EF4-FFF2-40B4-BE49-F238E27FC236}">
                <a16:creationId xmlns:a16="http://schemas.microsoft.com/office/drawing/2014/main" id="{939F8F11-B976-6ADB-7AC9-19A915F0E8E8}"/>
              </a:ext>
            </a:extLst>
          </p:cNvPr>
          <p:cNvCxnSpPr/>
          <p:nvPr/>
        </p:nvCxnSpPr>
        <p:spPr>
          <a:xfrm>
            <a:off x="2978381" y="2864276"/>
            <a:ext cx="1286264" cy="46908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34">
            <a:extLst>
              <a:ext uri="{FF2B5EF4-FFF2-40B4-BE49-F238E27FC236}">
                <a16:creationId xmlns:a16="http://schemas.microsoft.com/office/drawing/2014/main" id="{60C5267D-E006-8DB4-CB07-41FEDAC82A1E}"/>
              </a:ext>
            </a:extLst>
          </p:cNvPr>
          <p:cNvCxnSpPr/>
          <p:nvPr/>
        </p:nvCxnSpPr>
        <p:spPr>
          <a:xfrm>
            <a:off x="4252730" y="3332454"/>
            <a:ext cx="879813" cy="991407"/>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35">
            <a:extLst>
              <a:ext uri="{FF2B5EF4-FFF2-40B4-BE49-F238E27FC236}">
                <a16:creationId xmlns:a16="http://schemas.microsoft.com/office/drawing/2014/main" id="{F373730D-B3D9-DAEA-2A6D-5FA302E2D9E6}"/>
              </a:ext>
            </a:extLst>
          </p:cNvPr>
          <p:cNvCxnSpPr/>
          <p:nvPr/>
        </p:nvCxnSpPr>
        <p:spPr>
          <a:xfrm>
            <a:off x="5129713" y="4280581"/>
            <a:ext cx="27722" cy="1246214"/>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36">
            <a:extLst>
              <a:ext uri="{FF2B5EF4-FFF2-40B4-BE49-F238E27FC236}">
                <a16:creationId xmlns:a16="http://schemas.microsoft.com/office/drawing/2014/main" id="{9E893EC9-5172-BDA1-8AED-08B8EB895C8A}"/>
              </a:ext>
            </a:extLst>
          </p:cNvPr>
          <p:cNvCxnSpPr/>
          <p:nvPr/>
        </p:nvCxnSpPr>
        <p:spPr>
          <a:xfrm flipH="1">
            <a:off x="4724639" y="5526795"/>
            <a:ext cx="389211" cy="1048509"/>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37">
            <a:extLst>
              <a:ext uri="{FF2B5EF4-FFF2-40B4-BE49-F238E27FC236}">
                <a16:creationId xmlns:a16="http://schemas.microsoft.com/office/drawing/2014/main" id="{0FE27637-B092-116E-BBBF-590BFD0DDB92}"/>
              </a:ext>
            </a:extLst>
          </p:cNvPr>
          <p:cNvCxnSpPr/>
          <p:nvPr/>
        </p:nvCxnSpPr>
        <p:spPr>
          <a:xfrm>
            <a:off x="1948762" y="5097693"/>
            <a:ext cx="690196"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38">
            <a:extLst>
              <a:ext uri="{FF2B5EF4-FFF2-40B4-BE49-F238E27FC236}">
                <a16:creationId xmlns:a16="http://schemas.microsoft.com/office/drawing/2014/main" id="{25EDF8E3-B4DA-CC57-64FF-EAAF42D81FDB}"/>
              </a:ext>
            </a:extLst>
          </p:cNvPr>
          <p:cNvCxnSpPr/>
          <p:nvPr/>
        </p:nvCxnSpPr>
        <p:spPr>
          <a:xfrm>
            <a:off x="1948762" y="4566652"/>
            <a:ext cx="690196"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39">
            <a:extLst>
              <a:ext uri="{FF2B5EF4-FFF2-40B4-BE49-F238E27FC236}">
                <a16:creationId xmlns:a16="http://schemas.microsoft.com/office/drawing/2014/main" id="{31F1FB8C-8DA3-E50A-29CA-2BE8801C745C}"/>
              </a:ext>
            </a:extLst>
          </p:cNvPr>
          <p:cNvCxnSpPr/>
          <p:nvPr/>
        </p:nvCxnSpPr>
        <p:spPr>
          <a:xfrm flipH="1" flipV="1">
            <a:off x="1939910" y="2427120"/>
            <a:ext cx="948106" cy="382234"/>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40">
            <a:extLst>
              <a:ext uri="{FF2B5EF4-FFF2-40B4-BE49-F238E27FC236}">
                <a16:creationId xmlns:a16="http://schemas.microsoft.com/office/drawing/2014/main" id="{C791C1D7-245C-9B14-7B17-C07BBB01AB7C}"/>
              </a:ext>
            </a:extLst>
          </p:cNvPr>
          <p:cNvCxnSpPr/>
          <p:nvPr/>
        </p:nvCxnSpPr>
        <p:spPr>
          <a:xfrm flipH="1" flipV="1">
            <a:off x="4201207" y="2857922"/>
            <a:ext cx="32860" cy="443268"/>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41">
            <a:extLst>
              <a:ext uri="{FF2B5EF4-FFF2-40B4-BE49-F238E27FC236}">
                <a16:creationId xmlns:a16="http://schemas.microsoft.com/office/drawing/2014/main" id="{270B77BE-865F-EFD7-C534-C693C8795B7A}"/>
              </a:ext>
            </a:extLst>
          </p:cNvPr>
          <p:cNvCxnSpPr/>
          <p:nvPr/>
        </p:nvCxnSpPr>
        <p:spPr>
          <a:xfrm flipV="1">
            <a:off x="5129713" y="3879305"/>
            <a:ext cx="450017" cy="39363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42">
            <a:extLst>
              <a:ext uri="{FF2B5EF4-FFF2-40B4-BE49-F238E27FC236}">
                <a16:creationId xmlns:a16="http://schemas.microsoft.com/office/drawing/2014/main" id="{FF952A6E-9C4B-D5A7-5E0F-9527ACF0FA31}"/>
              </a:ext>
            </a:extLst>
          </p:cNvPr>
          <p:cNvCxnSpPr/>
          <p:nvPr/>
        </p:nvCxnSpPr>
        <p:spPr>
          <a:xfrm>
            <a:off x="5199561" y="5461427"/>
            <a:ext cx="323690" cy="34266"/>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文字方塊 43">
            <a:extLst>
              <a:ext uri="{FF2B5EF4-FFF2-40B4-BE49-F238E27FC236}">
                <a16:creationId xmlns:a16="http://schemas.microsoft.com/office/drawing/2014/main" id="{3C7BAA20-78BF-6397-C08E-2BD6C618F59E}"/>
              </a:ext>
            </a:extLst>
          </p:cNvPr>
          <p:cNvSpPr txBox="1"/>
          <p:nvPr/>
        </p:nvSpPr>
        <p:spPr>
          <a:xfrm>
            <a:off x="2638958" y="4856198"/>
            <a:ext cx="192331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Movement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33" name="文字方塊 44">
            <a:extLst>
              <a:ext uri="{FF2B5EF4-FFF2-40B4-BE49-F238E27FC236}">
                <a16:creationId xmlns:a16="http://schemas.microsoft.com/office/drawing/2014/main" id="{9E77E708-EE48-0239-F0A1-B37E6A7360DB}"/>
              </a:ext>
            </a:extLst>
          </p:cNvPr>
          <p:cNvSpPr txBox="1"/>
          <p:nvPr/>
        </p:nvSpPr>
        <p:spPr>
          <a:xfrm>
            <a:off x="2638958" y="4356907"/>
            <a:ext cx="192331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Gradient</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34" name="文字方塊 45">
                <a:extLst>
                  <a:ext uri="{FF2B5EF4-FFF2-40B4-BE49-F238E27FC236}">
                    <a16:creationId xmlns:a16="http://schemas.microsoft.com/office/drawing/2014/main" id="{ECBC78B2-5212-3D34-D1EA-2FF711F4A272}"/>
                  </a:ext>
                </a:extLst>
              </p:cNvPr>
              <p:cNvSpPr txBox="1"/>
              <p:nvPr/>
            </p:nvSpPr>
            <p:spPr>
              <a:xfrm>
                <a:off x="2524687" y="2865542"/>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4" name="文字方塊 45">
                <a:extLst>
                  <a:ext uri="{FF2B5EF4-FFF2-40B4-BE49-F238E27FC236}">
                    <a16:creationId xmlns:a16="http://schemas.microsoft.com/office/drawing/2014/main" id="{ECBC78B2-5212-3D34-D1EA-2FF711F4A272}"/>
                  </a:ext>
                </a:extLst>
              </p:cNvPr>
              <p:cNvSpPr txBox="1">
                <a:spLocks noRot="1" noChangeAspect="1" noMove="1" noResize="1" noEditPoints="1" noAdjustHandles="1" noChangeArrowheads="1" noChangeShapeType="1" noTextEdit="1"/>
              </p:cNvSpPr>
              <p:nvPr/>
            </p:nvSpPr>
            <p:spPr>
              <a:xfrm>
                <a:off x="2524687" y="2865542"/>
                <a:ext cx="689088" cy="470000"/>
              </a:xfrm>
              <a:prstGeom prst="rect">
                <a:avLst/>
              </a:prstGeom>
              <a:blipFill>
                <a:blip r:embed="rId10"/>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5" name="文字方塊 46">
                <a:extLst>
                  <a:ext uri="{FF2B5EF4-FFF2-40B4-BE49-F238E27FC236}">
                    <a16:creationId xmlns:a16="http://schemas.microsoft.com/office/drawing/2014/main" id="{170D3479-2591-76F2-3612-433A869E9D6B}"/>
                  </a:ext>
                </a:extLst>
              </p:cNvPr>
              <p:cNvSpPr txBox="1"/>
              <p:nvPr/>
            </p:nvSpPr>
            <p:spPr>
              <a:xfrm>
                <a:off x="3640315" y="3356751"/>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5" name="文字方塊 46">
                <a:extLst>
                  <a:ext uri="{FF2B5EF4-FFF2-40B4-BE49-F238E27FC236}">
                    <a16:creationId xmlns:a16="http://schemas.microsoft.com/office/drawing/2014/main" id="{170D3479-2591-76F2-3612-433A869E9D6B}"/>
                  </a:ext>
                </a:extLst>
              </p:cNvPr>
              <p:cNvSpPr txBox="1">
                <a:spLocks noRot="1" noChangeAspect="1" noMove="1" noResize="1" noEditPoints="1" noAdjustHandles="1" noChangeArrowheads="1" noChangeShapeType="1" noTextEdit="1"/>
              </p:cNvSpPr>
              <p:nvPr/>
            </p:nvSpPr>
            <p:spPr>
              <a:xfrm>
                <a:off x="3640315" y="3356751"/>
                <a:ext cx="689088" cy="470000"/>
              </a:xfrm>
              <a:prstGeom prst="rect">
                <a:avLst/>
              </a:prstGeom>
              <a:blipFill>
                <a:blip r:embed="rId11"/>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6" name="文字方塊 47">
                <a:extLst>
                  <a:ext uri="{FF2B5EF4-FFF2-40B4-BE49-F238E27FC236}">
                    <a16:creationId xmlns:a16="http://schemas.microsoft.com/office/drawing/2014/main" id="{593DC888-FC0A-683A-5968-9E16184E89A3}"/>
                  </a:ext>
                </a:extLst>
              </p:cNvPr>
              <p:cNvSpPr txBox="1"/>
              <p:nvPr/>
            </p:nvSpPr>
            <p:spPr>
              <a:xfrm>
                <a:off x="4403534" y="4011822"/>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6" name="文字方塊 47">
                <a:extLst>
                  <a:ext uri="{FF2B5EF4-FFF2-40B4-BE49-F238E27FC236}">
                    <a16:creationId xmlns:a16="http://schemas.microsoft.com/office/drawing/2014/main" id="{593DC888-FC0A-683A-5968-9E16184E89A3}"/>
                  </a:ext>
                </a:extLst>
              </p:cNvPr>
              <p:cNvSpPr txBox="1">
                <a:spLocks noRot="1" noChangeAspect="1" noMove="1" noResize="1" noEditPoints="1" noAdjustHandles="1" noChangeArrowheads="1" noChangeShapeType="1" noTextEdit="1"/>
              </p:cNvSpPr>
              <p:nvPr/>
            </p:nvSpPr>
            <p:spPr>
              <a:xfrm>
                <a:off x="4403534" y="4011822"/>
                <a:ext cx="689088" cy="470000"/>
              </a:xfrm>
              <a:prstGeom prst="rect">
                <a:avLst/>
              </a:prstGeom>
              <a:blipFill>
                <a:blip r:embed="rId12"/>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7" name="文字方塊 48">
                <a:extLst>
                  <a:ext uri="{FF2B5EF4-FFF2-40B4-BE49-F238E27FC236}">
                    <a16:creationId xmlns:a16="http://schemas.microsoft.com/office/drawing/2014/main" id="{924DA71F-EDA4-ABEF-E51C-59DFB0861D84}"/>
                  </a:ext>
                </a:extLst>
              </p:cNvPr>
              <p:cNvSpPr txBox="1"/>
              <p:nvPr/>
            </p:nvSpPr>
            <p:spPr>
              <a:xfrm>
                <a:off x="4543047" y="5005714"/>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𝟑</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7" name="文字方塊 48">
                <a:extLst>
                  <a:ext uri="{FF2B5EF4-FFF2-40B4-BE49-F238E27FC236}">
                    <a16:creationId xmlns:a16="http://schemas.microsoft.com/office/drawing/2014/main" id="{924DA71F-EDA4-ABEF-E51C-59DFB0861D84}"/>
                  </a:ext>
                </a:extLst>
              </p:cNvPr>
              <p:cNvSpPr txBox="1">
                <a:spLocks noRot="1" noChangeAspect="1" noMove="1" noResize="1" noEditPoints="1" noAdjustHandles="1" noChangeArrowheads="1" noChangeShapeType="1" noTextEdit="1"/>
              </p:cNvSpPr>
              <p:nvPr/>
            </p:nvSpPr>
            <p:spPr>
              <a:xfrm>
                <a:off x="4543047" y="5005714"/>
                <a:ext cx="689088" cy="470000"/>
              </a:xfrm>
              <a:prstGeom prst="rect">
                <a:avLst/>
              </a:prstGeom>
              <a:blipFill>
                <a:blip r:embed="rId1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8" name="文字方塊 49">
                <a:extLst>
                  <a:ext uri="{FF2B5EF4-FFF2-40B4-BE49-F238E27FC236}">
                    <a16:creationId xmlns:a16="http://schemas.microsoft.com/office/drawing/2014/main" id="{AB1C89EC-FA91-4DDD-302F-28302DD54484}"/>
                  </a:ext>
                </a:extLst>
              </p:cNvPr>
              <p:cNvSpPr txBox="1"/>
              <p:nvPr/>
            </p:nvSpPr>
            <p:spPr>
              <a:xfrm>
                <a:off x="2439545" y="2220186"/>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8" name="文字方塊 49">
                <a:extLst>
                  <a:ext uri="{FF2B5EF4-FFF2-40B4-BE49-F238E27FC236}">
                    <a16:creationId xmlns:a16="http://schemas.microsoft.com/office/drawing/2014/main" id="{AB1C89EC-FA91-4DDD-302F-28302DD54484}"/>
                  </a:ext>
                </a:extLst>
              </p:cNvPr>
              <p:cNvSpPr txBox="1">
                <a:spLocks noRot="1" noChangeAspect="1" noMove="1" noResize="1" noEditPoints="1" noAdjustHandles="1" noChangeArrowheads="1" noChangeShapeType="1" noTextEdit="1"/>
              </p:cNvSpPr>
              <p:nvPr/>
            </p:nvSpPr>
            <p:spPr>
              <a:xfrm>
                <a:off x="2439545" y="2220186"/>
                <a:ext cx="689088" cy="470000"/>
              </a:xfrm>
              <a:prstGeom prst="rect">
                <a:avLst/>
              </a:prstGeom>
              <a:blipFill>
                <a:blip r:embed="rId14"/>
                <a:stretch>
                  <a:fillRect b="-1315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9" name="文字方塊 50">
                <a:extLst>
                  <a:ext uri="{FF2B5EF4-FFF2-40B4-BE49-F238E27FC236}">
                    <a16:creationId xmlns:a16="http://schemas.microsoft.com/office/drawing/2014/main" id="{885CC3CD-D97D-F6E0-48FE-C9D8233A2713}"/>
                  </a:ext>
                </a:extLst>
              </p:cNvPr>
              <p:cNvSpPr txBox="1"/>
              <p:nvPr/>
            </p:nvSpPr>
            <p:spPr>
              <a:xfrm>
                <a:off x="4000676" y="2392424"/>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39" name="文字方塊 50">
                <a:extLst>
                  <a:ext uri="{FF2B5EF4-FFF2-40B4-BE49-F238E27FC236}">
                    <a16:creationId xmlns:a16="http://schemas.microsoft.com/office/drawing/2014/main" id="{885CC3CD-D97D-F6E0-48FE-C9D8233A2713}"/>
                  </a:ext>
                </a:extLst>
              </p:cNvPr>
              <p:cNvSpPr txBox="1">
                <a:spLocks noRot="1" noChangeAspect="1" noMove="1" noResize="1" noEditPoints="1" noAdjustHandles="1" noChangeArrowheads="1" noChangeShapeType="1" noTextEdit="1"/>
              </p:cNvSpPr>
              <p:nvPr/>
            </p:nvSpPr>
            <p:spPr>
              <a:xfrm>
                <a:off x="4000676" y="2392424"/>
                <a:ext cx="689088" cy="470000"/>
              </a:xfrm>
              <a:prstGeom prst="rect">
                <a:avLst/>
              </a:prstGeom>
              <a:blipFill>
                <a:blip r:embed="rId15"/>
                <a:stretch>
                  <a:fillRect b="-1052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0" name="文字方塊 51">
                <a:extLst>
                  <a:ext uri="{FF2B5EF4-FFF2-40B4-BE49-F238E27FC236}">
                    <a16:creationId xmlns:a16="http://schemas.microsoft.com/office/drawing/2014/main" id="{D5423C84-DE18-5A02-72B8-FB6FA0EE6BB2}"/>
                  </a:ext>
                </a:extLst>
              </p:cNvPr>
              <p:cNvSpPr txBox="1"/>
              <p:nvPr/>
            </p:nvSpPr>
            <p:spPr>
              <a:xfrm>
                <a:off x="5485306" y="3459685"/>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0" name="文字方塊 51">
                <a:extLst>
                  <a:ext uri="{FF2B5EF4-FFF2-40B4-BE49-F238E27FC236}">
                    <a16:creationId xmlns:a16="http://schemas.microsoft.com/office/drawing/2014/main" id="{D5423C84-DE18-5A02-72B8-FB6FA0EE6BB2}"/>
                  </a:ext>
                </a:extLst>
              </p:cNvPr>
              <p:cNvSpPr txBox="1">
                <a:spLocks noRot="1" noChangeAspect="1" noMove="1" noResize="1" noEditPoints="1" noAdjustHandles="1" noChangeArrowheads="1" noChangeShapeType="1" noTextEdit="1"/>
              </p:cNvSpPr>
              <p:nvPr/>
            </p:nvSpPr>
            <p:spPr>
              <a:xfrm>
                <a:off x="5485306" y="3459685"/>
                <a:ext cx="689088" cy="470000"/>
              </a:xfrm>
              <a:prstGeom prst="rect">
                <a:avLst/>
              </a:prstGeom>
              <a:blipFill>
                <a:blip r:embed="rId16"/>
                <a:stretch>
                  <a:fillRect b="-1052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1" name="文字方塊 52">
                <a:extLst>
                  <a:ext uri="{FF2B5EF4-FFF2-40B4-BE49-F238E27FC236}">
                    <a16:creationId xmlns:a16="http://schemas.microsoft.com/office/drawing/2014/main" id="{DEFCF2D9-635F-FB08-2BF2-C575FD8DDD6A}"/>
                  </a:ext>
                </a:extLst>
              </p:cNvPr>
              <p:cNvSpPr txBox="1"/>
              <p:nvPr/>
            </p:nvSpPr>
            <p:spPr>
              <a:xfrm>
                <a:off x="5436066" y="5243560"/>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𝟑</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41" name="文字方塊 52">
                <a:extLst>
                  <a:ext uri="{FF2B5EF4-FFF2-40B4-BE49-F238E27FC236}">
                    <a16:creationId xmlns:a16="http://schemas.microsoft.com/office/drawing/2014/main" id="{DEFCF2D9-635F-FB08-2BF2-C575FD8DDD6A}"/>
                  </a:ext>
                </a:extLst>
              </p:cNvPr>
              <p:cNvSpPr txBox="1">
                <a:spLocks noRot="1" noChangeAspect="1" noMove="1" noResize="1" noEditPoints="1" noAdjustHandles="1" noChangeArrowheads="1" noChangeShapeType="1" noTextEdit="1"/>
              </p:cNvSpPr>
              <p:nvPr/>
            </p:nvSpPr>
            <p:spPr>
              <a:xfrm>
                <a:off x="5436066" y="5243560"/>
                <a:ext cx="689088" cy="470000"/>
              </a:xfrm>
              <a:prstGeom prst="rect">
                <a:avLst/>
              </a:prstGeom>
              <a:blipFill>
                <a:blip r:embed="rId17"/>
                <a:stretch>
                  <a:fillRect b="-13158"/>
                </a:stretch>
              </a:blipFill>
            </p:spPr>
            <p:txBody>
              <a:bodyPr/>
              <a:lstStyle/>
              <a:p>
                <a:r>
                  <a:rPr lang="en-CN">
                    <a:noFill/>
                  </a:rPr>
                  <a:t> </a:t>
                </a:r>
              </a:p>
            </p:txBody>
          </p:sp>
        </mc:Fallback>
      </mc:AlternateContent>
      <p:sp>
        <p:nvSpPr>
          <p:cNvPr id="42" name="橢圓 53">
            <a:extLst>
              <a:ext uri="{FF2B5EF4-FFF2-40B4-BE49-F238E27FC236}">
                <a16:creationId xmlns:a16="http://schemas.microsoft.com/office/drawing/2014/main" id="{8B7575AE-1F40-8E2D-9DBA-F2AC3BACBFAD}"/>
              </a:ext>
            </a:extLst>
          </p:cNvPr>
          <p:cNvSpPr/>
          <p:nvPr/>
        </p:nvSpPr>
        <p:spPr>
          <a:xfrm>
            <a:off x="2779231" y="2715830"/>
            <a:ext cx="180000" cy="18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43" name="直線單箭頭接點 58">
            <a:extLst>
              <a:ext uri="{FF2B5EF4-FFF2-40B4-BE49-F238E27FC236}">
                <a16:creationId xmlns:a16="http://schemas.microsoft.com/office/drawing/2014/main" id="{4042DEAF-6970-DE85-8F09-21B1B0BD7E75}"/>
              </a:ext>
            </a:extLst>
          </p:cNvPr>
          <p:cNvCxnSpPr/>
          <p:nvPr/>
        </p:nvCxnSpPr>
        <p:spPr>
          <a:xfrm>
            <a:off x="4265452" y="3315751"/>
            <a:ext cx="1008308" cy="390738"/>
          </a:xfrm>
          <a:prstGeom prst="straightConnector1">
            <a:avLst/>
          </a:prstGeom>
          <a:ln w="63500">
            <a:solidFill>
              <a:schemeClr val="accent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4" name="直線單箭頭接點 60">
            <a:extLst>
              <a:ext uri="{FF2B5EF4-FFF2-40B4-BE49-F238E27FC236}">
                <a16:creationId xmlns:a16="http://schemas.microsoft.com/office/drawing/2014/main" id="{18F83509-46B8-9592-D8BA-602CEDCDF6B9}"/>
              </a:ext>
            </a:extLst>
          </p:cNvPr>
          <p:cNvCxnSpPr/>
          <p:nvPr/>
        </p:nvCxnSpPr>
        <p:spPr>
          <a:xfrm>
            <a:off x="4225257" y="3332574"/>
            <a:ext cx="78777" cy="747717"/>
          </a:xfrm>
          <a:prstGeom prst="straightConnector1">
            <a:avLst/>
          </a:prstGeom>
          <a:ln w="63500">
            <a:solidFill>
              <a:srgbClr val="FF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5" name="直線單箭頭接點 66">
            <a:extLst>
              <a:ext uri="{FF2B5EF4-FFF2-40B4-BE49-F238E27FC236}">
                <a16:creationId xmlns:a16="http://schemas.microsoft.com/office/drawing/2014/main" id="{F7270E17-9418-4100-A7DE-51C713D202BC}"/>
              </a:ext>
            </a:extLst>
          </p:cNvPr>
          <p:cNvCxnSpPr/>
          <p:nvPr/>
        </p:nvCxnSpPr>
        <p:spPr>
          <a:xfrm>
            <a:off x="5142732" y="4323861"/>
            <a:ext cx="761038" cy="865748"/>
          </a:xfrm>
          <a:prstGeom prst="straightConnector1">
            <a:avLst/>
          </a:prstGeom>
          <a:ln w="63500">
            <a:solidFill>
              <a:schemeClr val="accent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6" name="直線單箭頭接點 69">
            <a:extLst>
              <a:ext uri="{FF2B5EF4-FFF2-40B4-BE49-F238E27FC236}">
                <a16:creationId xmlns:a16="http://schemas.microsoft.com/office/drawing/2014/main" id="{22277378-9B3B-5D97-0A20-95E1C57E49E6}"/>
              </a:ext>
            </a:extLst>
          </p:cNvPr>
          <p:cNvCxnSpPr/>
          <p:nvPr/>
        </p:nvCxnSpPr>
        <p:spPr>
          <a:xfrm flipH="1">
            <a:off x="4467943" y="4312287"/>
            <a:ext cx="623423" cy="440470"/>
          </a:xfrm>
          <a:prstGeom prst="straightConnector1">
            <a:avLst/>
          </a:prstGeom>
          <a:ln w="63500">
            <a:solidFill>
              <a:srgbClr val="FF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直線單箭頭接點 78">
            <a:extLst>
              <a:ext uri="{FF2B5EF4-FFF2-40B4-BE49-F238E27FC236}">
                <a16:creationId xmlns:a16="http://schemas.microsoft.com/office/drawing/2014/main" id="{F8C7FE02-477E-48E9-B55A-7B648FF26094}"/>
              </a:ext>
            </a:extLst>
          </p:cNvPr>
          <p:cNvCxnSpPr/>
          <p:nvPr/>
        </p:nvCxnSpPr>
        <p:spPr>
          <a:xfrm flipH="1" flipV="1">
            <a:off x="4779654" y="5437920"/>
            <a:ext cx="311713" cy="23507"/>
          </a:xfrm>
          <a:prstGeom prst="straightConnector1">
            <a:avLst/>
          </a:prstGeom>
          <a:ln w="63500">
            <a:solidFill>
              <a:srgbClr val="FF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8" name="直線單箭頭接點 79">
            <a:extLst>
              <a:ext uri="{FF2B5EF4-FFF2-40B4-BE49-F238E27FC236}">
                <a16:creationId xmlns:a16="http://schemas.microsoft.com/office/drawing/2014/main" id="{C9754412-75D5-C233-6C06-7AC24F5E1D8E}"/>
              </a:ext>
            </a:extLst>
          </p:cNvPr>
          <p:cNvCxnSpPr/>
          <p:nvPr/>
        </p:nvCxnSpPr>
        <p:spPr>
          <a:xfrm>
            <a:off x="5163586" y="5526795"/>
            <a:ext cx="30800" cy="1044483"/>
          </a:xfrm>
          <a:prstGeom prst="straightConnector1">
            <a:avLst/>
          </a:prstGeom>
          <a:ln w="63500">
            <a:solidFill>
              <a:schemeClr val="accent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49" name="文字方塊 84">
            <a:extLst>
              <a:ext uri="{FF2B5EF4-FFF2-40B4-BE49-F238E27FC236}">
                <a16:creationId xmlns:a16="http://schemas.microsoft.com/office/drawing/2014/main" id="{2D2B5F65-300A-2A31-89B0-BCB6DB81AD1E}"/>
              </a:ext>
            </a:extLst>
          </p:cNvPr>
          <p:cNvSpPr txBox="1"/>
          <p:nvPr/>
        </p:nvSpPr>
        <p:spPr>
          <a:xfrm>
            <a:off x="6680082" y="5387838"/>
            <a:ext cx="4606144" cy="83099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Movement not just based on gradient, but previous movement.</a:t>
            </a:r>
            <a:endParaRPr kumimoji="0" lang="zh-TW" altLang="en-US"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cxnSp>
        <p:nvCxnSpPr>
          <p:cNvPr id="50" name="直線單箭頭接點 54">
            <a:extLst>
              <a:ext uri="{FF2B5EF4-FFF2-40B4-BE49-F238E27FC236}">
                <a16:creationId xmlns:a16="http://schemas.microsoft.com/office/drawing/2014/main" id="{E0620198-453C-9404-8116-969BF2CB971D}"/>
              </a:ext>
            </a:extLst>
          </p:cNvPr>
          <p:cNvCxnSpPr/>
          <p:nvPr/>
        </p:nvCxnSpPr>
        <p:spPr>
          <a:xfrm>
            <a:off x="1935210" y="5596373"/>
            <a:ext cx="690196" cy="0"/>
          </a:xfrm>
          <a:prstGeom prst="straightConnector1">
            <a:avLst/>
          </a:prstGeom>
          <a:ln w="63500">
            <a:solidFill>
              <a:schemeClr val="accent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文字方塊 56">
            <a:extLst>
              <a:ext uri="{FF2B5EF4-FFF2-40B4-BE49-F238E27FC236}">
                <a16:creationId xmlns:a16="http://schemas.microsoft.com/office/drawing/2014/main" id="{8F438FC5-34F5-394F-5A26-BD5423B1C390}"/>
              </a:ext>
            </a:extLst>
          </p:cNvPr>
          <p:cNvSpPr txBox="1"/>
          <p:nvPr/>
        </p:nvSpPr>
        <p:spPr>
          <a:xfrm>
            <a:off x="2638958" y="5355489"/>
            <a:ext cx="303103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Movement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of the last step</a:t>
            </a:r>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52" name="文字方塊 57">
            <a:extLst>
              <a:ext uri="{FF2B5EF4-FFF2-40B4-BE49-F238E27FC236}">
                <a16:creationId xmlns:a16="http://schemas.microsoft.com/office/drawing/2014/main" id="{A9DC88BD-DF04-3F23-549B-583721A34013}"/>
              </a:ext>
            </a:extLst>
          </p:cNvPr>
          <p:cNvSpPr txBox="1"/>
          <p:nvPr/>
        </p:nvSpPr>
        <p:spPr>
          <a:xfrm>
            <a:off x="925481" y="1390286"/>
            <a:ext cx="5248913" cy="83099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Movement: </a:t>
            </a:r>
            <a:r>
              <a:rPr kumimoji="0" lang="en-US" altLang="zh-TW" sz="24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movement of last step</a:t>
            </a: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 minus </a:t>
            </a:r>
            <a:r>
              <a:rPr kumimoji="0" lang="en-US" altLang="zh-TW" sz="24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gradient</a:t>
            </a: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 at present </a:t>
            </a:r>
            <a:endParaRPr kumimoji="0" lang="zh-TW" altLang="en-US"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53" name="文字方塊 55">
                <a:extLst>
                  <a:ext uri="{FF2B5EF4-FFF2-40B4-BE49-F238E27FC236}">
                    <a16:creationId xmlns:a16="http://schemas.microsoft.com/office/drawing/2014/main" id="{FFF35686-CC7C-7EAF-B4D3-16561C93C6DB}"/>
                  </a:ext>
                </a:extLst>
              </p:cNvPr>
              <p:cNvSpPr txBox="1"/>
              <p:nvPr/>
            </p:nvSpPr>
            <p:spPr>
              <a:xfrm>
                <a:off x="3322925" y="2638691"/>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3" name="文字方塊 55">
                <a:extLst>
                  <a:ext uri="{FF2B5EF4-FFF2-40B4-BE49-F238E27FC236}">
                    <a16:creationId xmlns:a16="http://schemas.microsoft.com/office/drawing/2014/main" id="{FFF35686-CC7C-7EAF-B4D3-16561C93C6DB}"/>
                  </a:ext>
                </a:extLst>
              </p:cNvPr>
              <p:cNvSpPr txBox="1">
                <a:spLocks noRot="1" noChangeAspect="1" noMove="1" noResize="1" noEditPoints="1" noAdjustHandles="1" noChangeArrowheads="1" noChangeShapeType="1" noTextEdit="1"/>
              </p:cNvSpPr>
              <p:nvPr/>
            </p:nvSpPr>
            <p:spPr>
              <a:xfrm>
                <a:off x="3322925" y="2638691"/>
                <a:ext cx="689088" cy="470000"/>
              </a:xfrm>
              <a:prstGeom prst="rect">
                <a:avLst/>
              </a:prstGeom>
              <a:blipFill>
                <a:blip r:embed="rId18"/>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4" name="文字方塊 59">
                <a:extLst>
                  <a:ext uri="{FF2B5EF4-FFF2-40B4-BE49-F238E27FC236}">
                    <a16:creationId xmlns:a16="http://schemas.microsoft.com/office/drawing/2014/main" id="{A354E489-9155-28A9-425C-C03753702B49}"/>
                  </a:ext>
                </a:extLst>
              </p:cNvPr>
              <p:cNvSpPr txBox="1"/>
              <p:nvPr/>
            </p:nvSpPr>
            <p:spPr>
              <a:xfrm>
                <a:off x="4622171" y="3531620"/>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4" name="文字方塊 59">
                <a:extLst>
                  <a:ext uri="{FF2B5EF4-FFF2-40B4-BE49-F238E27FC236}">
                    <a16:creationId xmlns:a16="http://schemas.microsoft.com/office/drawing/2014/main" id="{A354E489-9155-28A9-425C-C03753702B49}"/>
                  </a:ext>
                </a:extLst>
              </p:cNvPr>
              <p:cNvSpPr txBox="1">
                <a:spLocks noRot="1" noChangeAspect="1" noMove="1" noResize="1" noEditPoints="1" noAdjustHandles="1" noChangeArrowheads="1" noChangeShapeType="1" noTextEdit="1"/>
              </p:cNvSpPr>
              <p:nvPr/>
            </p:nvSpPr>
            <p:spPr>
              <a:xfrm>
                <a:off x="4622171" y="3531620"/>
                <a:ext cx="689088" cy="470000"/>
              </a:xfrm>
              <a:prstGeom prst="rect">
                <a:avLst/>
              </a:prstGeom>
              <a:blipFill>
                <a:blip r:embed="rId19"/>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55" name="文字方塊 61">
                <a:extLst>
                  <a:ext uri="{FF2B5EF4-FFF2-40B4-BE49-F238E27FC236}">
                    <a16:creationId xmlns:a16="http://schemas.microsoft.com/office/drawing/2014/main" id="{5D3E04CC-C8CA-60A7-B7F4-DF01CD71F60F}"/>
                  </a:ext>
                </a:extLst>
              </p:cNvPr>
              <p:cNvSpPr txBox="1"/>
              <p:nvPr/>
            </p:nvSpPr>
            <p:spPr>
              <a:xfrm>
                <a:off x="5089976" y="4671546"/>
                <a:ext cx="689088"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𝟑</m:t>
                          </m:r>
                        </m:sup>
                      </m:sSup>
                    </m:oMath>
                  </m:oMathPara>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5" name="文字方塊 61">
                <a:extLst>
                  <a:ext uri="{FF2B5EF4-FFF2-40B4-BE49-F238E27FC236}">
                    <a16:creationId xmlns:a16="http://schemas.microsoft.com/office/drawing/2014/main" id="{5D3E04CC-C8CA-60A7-B7F4-DF01CD71F60F}"/>
                  </a:ext>
                </a:extLst>
              </p:cNvPr>
              <p:cNvSpPr txBox="1">
                <a:spLocks noRot="1" noChangeAspect="1" noMove="1" noResize="1" noEditPoints="1" noAdjustHandles="1" noChangeArrowheads="1" noChangeShapeType="1" noTextEdit="1"/>
              </p:cNvSpPr>
              <p:nvPr/>
            </p:nvSpPr>
            <p:spPr>
              <a:xfrm>
                <a:off x="5089976" y="4671546"/>
                <a:ext cx="689088" cy="470000"/>
              </a:xfrm>
              <a:prstGeom prst="rect">
                <a:avLst/>
              </a:prstGeom>
              <a:blipFill>
                <a:blip r:embed="rId20"/>
                <a:stretch>
                  <a:fillRect/>
                </a:stretch>
              </a:blipFill>
            </p:spPr>
            <p:txBody>
              <a:bodyPr/>
              <a:lstStyle/>
              <a:p>
                <a:r>
                  <a:rPr lang="en-CN">
                    <a:noFill/>
                  </a:rPr>
                  <a:t> </a:t>
                </a:r>
              </a:p>
            </p:txBody>
          </p:sp>
        </mc:Fallback>
      </mc:AlternateContent>
      <p:sp>
        <p:nvSpPr>
          <p:cNvPr id="5" name="灯片编号占位符 4"/>
          <p:cNvSpPr>
            <a:spLocks noGrp="1"/>
          </p:cNvSpPr>
          <p:nvPr>
            <p:ph type="sldNum" sz="quarter" idx="14"/>
          </p:nvPr>
        </p:nvSpPr>
        <p:spPr/>
        <p:txBody>
          <a:bodyPr/>
          <a:lstStyle/>
          <a:p>
            <a:fld id="{AF69888C-E133-43D9-A638-B5C95925B91C}" type="slidenum">
              <a:rPr lang="zh-CN" altLang="en-US" smtClean="0"/>
              <a:t>38</a:t>
            </a:fld>
            <a:endParaRPr lang="zh-CN" altLang="en-US" dirty="0"/>
          </a:p>
        </p:txBody>
      </p:sp>
    </p:spTree>
    <p:extLst>
      <p:ext uri="{BB962C8B-B14F-4D97-AF65-F5344CB8AC3E}">
        <p14:creationId xmlns:p14="http://schemas.microsoft.com/office/powerpoint/2010/main" val="2640088001"/>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6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4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27"/>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8"/>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2"/>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5"/>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6"/>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5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9"/>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9"/>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20"/>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44"/>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43"/>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50"/>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21"/>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0"/>
                                          </p:stCondLst>
                                        </p:cTn>
                                        <p:tgtEl>
                                          <p:spTgt spid="23"/>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36"/>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54"/>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49"/>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clickEffect">
                                  <p:stCondLst>
                                    <p:cond delay="0"/>
                                  </p:stCondLst>
                                  <p:childTnLst>
                                    <p:set>
                                      <p:cBhvr>
                                        <p:cTn id="103" dur="1" fill="hold">
                                          <p:stCondLst>
                                            <p:cond delay="0"/>
                                          </p:stCondLst>
                                        </p:cTn>
                                        <p:tgtEl>
                                          <p:spTgt spid="30"/>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40"/>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45"/>
                                        </p:tgtEl>
                                        <p:attrNameLst>
                                          <p:attrName>style.visibility</p:attrName>
                                        </p:attrNameLst>
                                      </p:cBhvr>
                                      <p:to>
                                        <p:strVal val="visible"/>
                                      </p:to>
                                    </p:set>
                                  </p:childTnLst>
                                </p:cTn>
                              </p:par>
                              <p:par>
                                <p:cTn id="110" presetID="1" presetClass="entr" presetSubtype="0" fill="hold" nodeType="withEffect">
                                  <p:stCondLst>
                                    <p:cond delay="0"/>
                                  </p:stCondLst>
                                  <p:childTnLst>
                                    <p:set>
                                      <p:cBhvr>
                                        <p:cTn id="111" dur="1" fill="hold">
                                          <p:stCondLst>
                                            <p:cond delay="0"/>
                                          </p:stCondLst>
                                        </p:cTn>
                                        <p:tgtEl>
                                          <p:spTgt spid="46"/>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55"/>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nodeType="clickEffect">
                                  <p:stCondLst>
                                    <p:cond delay="0"/>
                                  </p:stCondLst>
                                  <p:childTnLst>
                                    <p:set>
                                      <p:cBhvr>
                                        <p:cTn id="117" dur="1" fill="hold">
                                          <p:stCondLst>
                                            <p:cond delay="0"/>
                                          </p:stCondLst>
                                        </p:cTn>
                                        <p:tgtEl>
                                          <p:spTgt spid="24"/>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37"/>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31"/>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41"/>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nodeType="clickEffect">
                                  <p:stCondLst>
                                    <p:cond delay="0"/>
                                  </p:stCondLst>
                                  <p:childTnLst>
                                    <p:set>
                                      <p:cBhvr>
                                        <p:cTn id="129" dur="1" fill="hold">
                                          <p:stCondLst>
                                            <p:cond delay="0"/>
                                          </p:stCondLst>
                                        </p:cTn>
                                        <p:tgtEl>
                                          <p:spTgt spid="48"/>
                                        </p:tgtEl>
                                        <p:attrNameLst>
                                          <p:attrName>style.visibility</p:attrName>
                                        </p:attrNameLst>
                                      </p:cBhvr>
                                      <p:to>
                                        <p:strVal val="visible"/>
                                      </p:to>
                                    </p:set>
                                  </p:childTnLst>
                                </p:cTn>
                              </p:par>
                              <p:par>
                                <p:cTn id="130" presetID="1" presetClass="entr" presetSubtype="0" fill="hold" nodeType="withEffect">
                                  <p:stCondLst>
                                    <p:cond delay="0"/>
                                  </p:stCondLst>
                                  <p:childTnLst>
                                    <p:set>
                                      <p:cBhvr>
                                        <p:cTn id="131" dur="1" fill="hold">
                                          <p:stCondLst>
                                            <p:cond delay="0"/>
                                          </p:stCondLst>
                                        </p:cTn>
                                        <p:tgtEl>
                                          <p:spTgt spid="47"/>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nodeType="clickEffect">
                                  <p:stCondLst>
                                    <p:cond delay="0"/>
                                  </p:stCondLst>
                                  <p:childTnLst>
                                    <p:set>
                                      <p:cBhvr>
                                        <p:cTn id="135"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P spid="15" grpId="0"/>
      <p:bldP spid="16" grpId="0"/>
      <p:bldP spid="17" grpId="0"/>
      <p:bldP spid="18" grpId="0"/>
      <p:bldP spid="19" grpId="0"/>
      <p:bldP spid="20" grpId="0"/>
      <p:bldP spid="21" grpId="0"/>
      <p:bldP spid="32" grpId="0"/>
      <p:bldP spid="33" grpId="0"/>
      <p:bldP spid="34" grpId="0"/>
      <p:bldP spid="35" grpId="0"/>
      <p:bldP spid="36" grpId="0"/>
      <p:bldP spid="37" grpId="0"/>
      <p:bldP spid="38" grpId="0"/>
      <p:bldP spid="39" grpId="0"/>
      <p:bldP spid="40" grpId="0"/>
      <p:bldP spid="41" grpId="0"/>
      <p:bldP spid="42" grpId="0" animBg="1"/>
      <p:bldP spid="49" grpId="0" animBg="1"/>
      <p:bldP spid="51" grpId="0"/>
      <p:bldP spid="52" grpId="0" animBg="1"/>
      <p:bldP spid="53" grpId="0"/>
      <p:bldP spid="54" grpId="0"/>
      <p:bldP spid="5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sp>
        <p:nvSpPr>
          <p:cNvPr id="2" name="文本框 32">
            <a:extLst>
              <a:ext uri="{FF2B5EF4-FFF2-40B4-BE49-F238E27FC236}">
                <a16:creationId xmlns:a16="http://schemas.microsoft.com/office/drawing/2014/main" id="{0A431337-FAC4-B3FB-7D59-59BADA645284}"/>
              </a:ext>
            </a:extLst>
          </p:cNvPr>
          <p:cNvSpPr txBox="1"/>
          <p:nvPr/>
        </p:nvSpPr>
        <p:spPr>
          <a:xfrm>
            <a:off x="470053" y="715102"/>
            <a:ext cx="5625947" cy="581057"/>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marL="342900" indent="-342900" algn="l">
              <a:lnSpc>
                <a:spcPct val="150000"/>
              </a:lnSpc>
              <a:buFont typeface="Wingdings" pitchFamily="2" charset="2"/>
              <a:buChar char="q"/>
            </a:pPr>
            <a:r>
              <a:rPr lang="zh-CN" altLang="en-US" sz="2400" b="0" dirty="0">
                <a:solidFill>
                  <a:schemeClr val="tx1"/>
                </a:solidFill>
              </a:rPr>
              <a:t>梯度下降</a:t>
            </a:r>
            <a:r>
              <a:rPr lang="en-US" altLang="zh-CN" sz="2400" b="0" dirty="0">
                <a:solidFill>
                  <a:schemeClr val="tx1"/>
                </a:solidFill>
              </a:rPr>
              <a:t>+Momentum</a:t>
            </a:r>
            <a:r>
              <a:rPr lang="zh-CN" altLang="en-US" sz="2400" b="0" dirty="0">
                <a:solidFill>
                  <a:schemeClr val="tx1"/>
                </a:solidFill>
              </a:rPr>
              <a:t> （动量）</a:t>
            </a:r>
            <a:endParaRPr lang="en-US" altLang="zh-CN" sz="2400" b="0" dirty="0">
              <a:solidFill>
                <a:schemeClr val="tx1"/>
              </a:solidFill>
            </a:endParaRPr>
          </a:p>
        </p:txBody>
      </p:sp>
      <p:sp>
        <p:nvSpPr>
          <p:cNvPr id="4" name="內容版面配置區 2">
            <a:extLst>
              <a:ext uri="{FF2B5EF4-FFF2-40B4-BE49-F238E27FC236}">
                <a16:creationId xmlns:a16="http://schemas.microsoft.com/office/drawing/2014/main" id="{B5345141-2900-C621-AFAD-907638DB2CCB}"/>
              </a:ext>
            </a:extLst>
          </p:cNvPr>
          <p:cNvSpPr txBox="1">
            <a:spLocks/>
          </p:cNvSpPr>
          <p:nvPr/>
        </p:nvSpPr>
        <p:spPr>
          <a:xfrm>
            <a:off x="838200" y="924283"/>
            <a:ext cx="10515600" cy="5012096"/>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TW" altLang="en-US" dirty="0"/>
          </a:p>
        </p:txBody>
      </p:sp>
      <mc:AlternateContent xmlns:mc="http://schemas.openxmlformats.org/markup-compatibility/2006" xmlns:a14="http://schemas.microsoft.com/office/drawing/2010/main">
        <mc:Choice Requires="a14">
          <p:sp>
            <p:nvSpPr>
              <p:cNvPr id="14" name="文字方塊 18">
                <a:extLst>
                  <a:ext uri="{FF2B5EF4-FFF2-40B4-BE49-F238E27FC236}">
                    <a16:creationId xmlns:a16="http://schemas.microsoft.com/office/drawing/2014/main" id="{B756C5E9-4376-9402-2EF5-041F7A70B025}"/>
                  </a:ext>
                </a:extLst>
              </p:cNvPr>
              <p:cNvSpPr txBox="1"/>
              <p:nvPr/>
            </p:nvSpPr>
            <p:spPr>
              <a:xfrm>
                <a:off x="6587983" y="1288803"/>
                <a:ext cx="2580542"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Starting at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4" name="文字方塊 18">
                <a:extLst>
                  <a:ext uri="{FF2B5EF4-FFF2-40B4-BE49-F238E27FC236}">
                    <a16:creationId xmlns:a16="http://schemas.microsoft.com/office/drawing/2014/main" id="{B756C5E9-4376-9402-2EF5-041F7A70B025}"/>
                  </a:ext>
                </a:extLst>
              </p:cNvPr>
              <p:cNvSpPr txBox="1">
                <a:spLocks noRot="1" noChangeAspect="1" noMove="1" noResize="1" noEditPoints="1" noAdjustHandles="1" noChangeArrowheads="1" noChangeShapeType="1" noTextEdit="1"/>
              </p:cNvSpPr>
              <p:nvPr/>
            </p:nvSpPr>
            <p:spPr>
              <a:xfrm>
                <a:off x="6587983" y="1288803"/>
                <a:ext cx="2580542" cy="470000"/>
              </a:xfrm>
              <a:prstGeom prst="rect">
                <a:avLst/>
              </a:prstGeom>
              <a:blipFill>
                <a:blip r:embed="rId3"/>
                <a:stretch>
                  <a:fillRect l="-3431" t="-7895" b="-263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5" name="文字方塊 25">
                <a:extLst>
                  <a:ext uri="{FF2B5EF4-FFF2-40B4-BE49-F238E27FC236}">
                    <a16:creationId xmlns:a16="http://schemas.microsoft.com/office/drawing/2014/main" id="{E8F2754A-AF92-7272-89CB-B88CD6538F3F}"/>
                  </a:ext>
                </a:extLst>
              </p:cNvPr>
              <p:cNvSpPr txBox="1"/>
              <p:nvPr/>
            </p:nvSpPr>
            <p:spPr>
              <a:xfrm>
                <a:off x="6598238" y="2222173"/>
                <a:ext cx="3993172"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Compute gradient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5" name="文字方塊 25">
                <a:extLst>
                  <a:ext uri="{FF2B5EF4-FFF2-40B4-BE49-F238E27FC236}">
                    <a16:creationId xmlns:a16="http://schemas.microsoft.com/office/drawing/2014/main" id="{E8F2754A-AF92-7272-89CB-B88CD6538F3F}"/>
                  </a:ext>
                </a:extLst>
              </p:cNvPr>
              <p:cNvSpPr txBox="1">
                <a:spLocks noRot="1" noChangeAspect="1" noMove="1" noResize="1" noEditPoints="1" noAdjustHandles="1" noChangeArrowheads="1" noChangeShapeType="1" noTextEdit="1"/>
              </p:cNvSpPr>
              <p:nvPr/>
            </p:nvSpPr>
            <p:spPr>
              <a:xfrm>
                <a:off x="6598238" y="2222173"/>
                <a:ext cx="3993172" cy="470000"/>
              </a:xfrm>
              <a:prstGeom prst="rect">
                <a:avLst/>
              </a:prstGeom>
              <a:blipFill>
                <a:blip r:embed="rId4"/>
                <a:stretch>
                  <a:fillRect l="-2222" t="-7895" b="-263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6" name="文字方塊 27">
                <a:extLst>
                  <a:ext uri="{FF2B5EF4-FFF2-40B4-BE49-F238E27FC236}">
                    <a16:creationId xmlns:a16="http://schemas.microsoft.com/office/drawing/2014/main" id="{5B0A500C-5B66-1FF5-820F-ADF8819A0DC8}"/>
                  </a:ext>
                </a:extLst>
              </p:cNvPr>
              <p:cNvSpPr txBox="1"/>
              <p:nvPr/>
            </p:nvSpPr>
            <p:spPr>
              <a:xfrm>
                <a:off x="6583865" y="3262806"/>
                <a:ext cx="3360126"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 to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p>
                    </m:s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a14:m>
                <a:endParaRPr kumimoji="0" lang="zh-TW" altLang="en-US"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6" name="文字方塊 27">
                <a:extLst>
                  <a:ext uri="{FF2B5EF4-FFF2-40B4-BE49-F238E27FC236}">
                    <a16:creationId xmlns:a16="http://schemas.microsoft.com/office/drawing/2014/main" id="{5B0A500C-5B66-1FF5-820F-ADF8819A0DC8}"/>
                  </a:ext>
                </a:extLst>
              </p:cNvPr>
              <p:cNvSpPr txBox="1">
                <a:spLocks noRot="1" noChangeAspect="1" noMove="1" noResize="1" noEditPoints="1" noAdjustHandles="1" noChangeArrowheads="1" noChangeShapeType="1" noTextEdit="1"/>
              </p:cNvSpPr>
              <p:nvPr/>
            </p:nvSpPr>
            <p:spPr>
              <a:xfrm>
                <a:off x="6583865" y="3262806"/>
                <a:ext cx="3360126" cy="470000"/>
              </a:xfrm>
              <a:prstGeom prst="rect">
                <a:avLst/>
              </a:prstGeom>
              <a:blipFill>
                <a:blip r:embed="rId5"/>
                <a:stretch>
                  <a:fillRect l="-3019" t="-7895" b="-289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7" name="文字方塊 28">
                <a:extLst>
                  <a:ext uri="{FF2B5EF4-FFF2-40B4-BE49-F238E27FC236}">
                    <a16:creationId xmlns:a16="http://schemas.microsoft.com/office/drawing/2014/main" id="{D687D0D3-15B7-407D-B5EA-F2E984C19C16}"/>
                  </a:ext>
                </a:extLst>
              </p:cNvPr>
              <p:cNvSpPr txBox="1"/>
              <p:nvPr/>
            </p:nvSpPr>
            <p:spPr>
              <a:xfrm>
                <a:off x="6616913" y="3780444"/>
                <a:ext cx="3993172"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Compute gradient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7" name="文字方塊 28">
                <a:extLst>
                  <a:ext uri="{FF2B5EF4-FFF2-40B4-BE49-F238E27FC236}">
                    <a16:creationId xmlns:a16="http://schemas.microsoft.com/office/drawing/2014/main" id="{D687D0D3-15B7-407D-B5EA-F2E984C19C16}"/>
                  </a:ext>
                </a:extLst>
              </p:cNvPr>
              <p:cNvSpPr txBox="1">
                <a:spLocks noRot="1" noChangeAspect="1" noMove="1" noResize="1" noEditPoints="1" noAdjustHandles="1" noChangeArrowheads="1" noChangeShapeType="1" noTextEdit="1"/>
              </p:cNvSpPr>
              <p:nvPr/>
            </p:nvSpPr>
            <p:spPr>
              <a:xfrm>
                <a:off x="6616913" y="3780444"/>
                <a:ext cx="3993172" cy="470000"/>
              </a:xfrm>
              <a:prstGeom prst="rect">
                <a:avLst/>
              </a:prstGeom>
              <a:blipFill>
                <a:blip r:embed="rId6"/>
                <a:stretch>
                  <a:fillRect l="-2215" t="-7895" b="-289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8" name="文字方塊 29">
                <a:extLst>
                  <a:ext uri="{FF2B5EF4-FFF2-40B4-BE49-F238E27FC236}">
                    <a16:creationId xmlns:a16="http://schemas.microsoft.com/office/drawing/2014/main" id="{9ABBD297-782E-0E47-5BF8-1E423C127E5D}"/>
                  </a:ext>
                </a:extLst>
              </p:cNvPr>
              <p:cNvSpPr txBox="1"/>
              <p:nvPr/>
            </p:nvSpPr>
            <p:spPr>
              <a:xfrm>
                <a:off x="6598238" y="1750468"/>
                <a:ext cx="3360126"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Movement </a:t>
                </a:r>
                <a14:m>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𝟎</m:t>
                    </m:r>
                  </m:oMath>
                </a14:m>
                <a:endParaRPr kumimoji="0" lang="zh-TW" altLang="en-US" sz="2400" b="1"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8" name="文字方塊 29">
                <a:extLst>
                  <a:ext uri="{FF2B5EF4-FFF2-40B4-BE49-F238E27FC236}">
                    <a16:creationId xmlns:a16="http://schemas.microsoft.com/office/drawing/2014/main" id="{9ABBD297-782E-0E47-5BF8-1E423C127E5D}"/>
                  </a:ext>
                </a:extLst>
              </p:cNvPr>
              <p:cNvSpPr txBox="1">
                <a:spLocks noRot="1" noChangeAspect="1" noMove="1" noResize="1" noEditPoints="1" noAdjustHandles="1" noChangeArrowheads="1" noChangeShapeType="1" noTextEdit="1"/>
              </p:cNvSpPr>
              <p:nvPr/>
            </p:nvSpPr>
            <p:spPr>
              <a:xfrm>
                <a:off x="6598238" y="1750468"/>
                <a:ext cx="3360126" cy="470000"/>
              </a:xfrm>
              <a:prstGeom prst="rect">
                <a:avLst/>
              </a:prstGeom>
              <a:blipFill>
                <a:blip r:embed="rId7"/>
                <a:stretch>
                  <a:fillRect l="-2632" t="-7895" b="-28947"/>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9" name="文字方塊 30">
                <a:extLst>
                  <a:ext uri="{FF2B5EF4-FFF2-40B4-BE49-F238E27FC236}">
                    <a16:creationId xmlns:a16="http://schemas.microsoft.com/office/drawing/2014/main" id="{57DAF531-8E19-26C9-234C-2D1A1FF47105}"/>
                  </a:ext>
                </a:extLst>
              </p:cNvPr>
              <p:cNvSpPr txBox="1"/>
              <p:nvPr/>
            </p:nvSpPr>
            <p:spPr>
              <a:xfrm>
                <a:off x="6583864" y="2745532"/>
                <a:ext cx="4059271"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Movement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 </m:t>
                    </m:r>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14:m>
                  <m:oMath xmlns:m="http://schemas.openxmlformats.org/officeDocument/2006/math">
                    <m:r>
                      <m:rPr>
                        <m:sty m:val="p"/>
                      </m:rPr>
                      <a:rPr kumimoji="0" lang="el-GR" altLang="zh-TW"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λ</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zh-TW" altLang="en-US"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𝜂</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19" name="文字方塊 30">
                <a:extLst>
                  <a:ext uri="{FF2B5EF4-FFF2-40B4-BE49-F238E27FC236}">
                    <a16:creationId xmlns:a16="http://schemas.microsoft.com/office/drawing/2014/main" id="{57DAF531-8E19-26C9-234C-2D1A1FF47105}"/>
                  </a:ext>
                </a:extLst>
              </p:cNvPr>
              <p:cNvSpPr txBox="1">
                <a:spLocks noRot="1" noChangeAspect="1" noMove="1" noResize="1" noEditPoints="1" noAdjustHandles="1" noChangeArrowheads="1" noChangeShapeType="1" noTextEdit="1"/>
              </p:cNvSpPr>
              <p:nvPr/>
            </p:nvSpPr>
            <p:spPr>
              <a:xfrm>
                <a:off x="6583864" y="2745532"/>
                <a:ext cx="4059271" cy="470000"/>
              </a:xfrm>
              <a:prstGeom prst="rect">
                <a:avLst/>
              </a:prstGeom>
              <a:blipFill>
                <a:blip r:embed="rId8"/>
                <a:stretch>
                  <a:fillRect l="-2492" t="-8108" b="-2973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0" name="文字方塊 31">
                <a:extLst>
                  <a:ext uri="{FF2B5EF4-FFF2-40B4-BE49-F238E27FC236}">
                    <a16:creationId xmlns:a16="http://schemas.microsoft.com/office/drawing/2014/main" id="{A0EFF6F5-66D9-28F7-BFEF-52DB153B5A79}"/>
                  </a:ext>
                </a:extLst>
              </p:cNvPr>
              <p:cNvSpPr txBox="1"/>
              <p:nvPr/>
            </p:nvSpPr>
            <p:spPr>
              <a:xfrm>
                <a:off x="6591468" y="4312287"/>
                <a:ext cx="4044062"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Movement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 </m:t>
                    </m:r>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14:m>
                  <m:oMath xmlns:m="http://schemas.openxmlformats.org/officeDocument/2006/math">
                    <m:r>
                      <m:rPr>
                        <m:sty m:val="p"/>
                      </m:rPr>
                      <a:rPr kumimoji="0" lang="el-GR" altLang="zh-TW"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λ</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𝜂</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a14:m>
                <a:endParaRPr kumimoji="0" lang="zh-TW" altLang="en-US" sz="2400" b="1"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0" name="文字方塊 31">
                <a:extLst>
                  <a:ext uri="{FF2B5EF4-FFF2-40B4-BE49-F238E27FC236}">
                    <a16:creationId xmlns:a16="http://schemas.microsoft.com/office/drawing/2014/main" id="{A0EFF6F5-66D9-28F7-BFEF-52DB153B5A79}"/>
                  </a:ext>
                </a:extLst>
              </p:cNvPr>
              <p:cNvSpPr txBox="1">
                <a:spLocks noRot="1" noChangeAspect="1" noMove="1" noResize="1" noEditPoints="1" noAdjustHandles="1" noChangeArrowheads="1" noChangeShapeType="1" noTextEdit="1"/>
              </p:cNvSpPr>
              <p:nvPr/>
            </p:nvSpPr>
            <p:spPr>
              <a:xfrm>
                <a:off x="6591468" y="4312287"/>
                <a:ext cx="4044062" cy="470000"/>
              </a:xfrm>
              <a:prstGeom prst="rect">
                <a:avLst/>
              </a:prstGeom>
              <a:blipFill>
                <a:blip r:embed="rId9"/>
                <a:stretch>
                  <a:fillRect l="-2188" t="-7895" b="-2631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1" name="文字方塊 32">
                <a:extLst>
                  <a:ext uri="{FF2B5EF4-FFF2-40B4-BE49-F238E27FC236}">
                    <a16:creationId xmlns:a16="http://schemas.microsoft.com/office/drawing/2014/main" id="{EE1CF353-3BC3-B18C-4E5B-911280055276}"/>
                  </a:ext>
                </a:extLst>
              </p:cNvPr>
              <p:cNvSpPr txBox="1"/>
              <p:nvPr/>
            </p:nvSpPr>
            <p:spPr>
              <a:xfrm>
                <a:off x="6598238" y="4774881"/>
                <a:ext cx="3360126"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Move to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𝟐</m:t>
                        </m:r>
                      </m:sup>
                    </m:sSup>
                  </m:oMath>
                </a14:m>
                <a:endParaRPr kumimoji="0" lang="zh-TW" altLang="en-US"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21" name="文字方塊 32">
                <a:extLst>
                  <a:ext uri="{FF2B5EF4-FFF2-40B4-BE49-F238E27FC236}">
                    <a16:creationId xmlns:a16="http://schemas.microsoft.com/office/drawing/2014/main" id="{EE1CF353-3BC3-B18C-4E5B-911280055276}"/>
                  </a:ext>
                </a:extLst>
              </p:cNvPr>
              <p:cNvSpPr txBox="1">
                <a:spLocks noRot="1" noChangeAspect="1" noMove="1" noResize="1" noEditPoints="1" noAdjustHandles="1" noChangeArrowheads="1" noChangeShapeType="1" noTextEdit="1"/>
              </p:cNvSpPr>
              <p:nvPr/>
            </p:nvSpPr>
            <p:spPr>
              <a:xfrm>
                <a:off x="6598238" y="4774881"/>
                <a:ext cx="3360126" cy="470000"/>
              </a:xfrm>
              <a:prstGeom prst="rect">
                <a:avLst/>
              </a:prstGeom>
              <a:blipFill>
                <a:blip r:embed="rId10"/>
                <a:stretch>
                  <a:fillRect l="-2632" t="-7895" b="-28947"/>
                </a:stretch>
              </a:blipFill>
            </p:spPr>
            <p:txBody>
              <a:bodyPr/>
              <a:lstStyle/>
              <a:p>
                <a:r>
                  <a:rPr lang="en-CN">
                    <a:noFill/>
                  </a:rPr>
                  <a:t> </a:t>
                </a:r>
              </a:p>
            </p:txBody>
          </p:sp>
        </mc:Fallback>
      </mc:AlternateContent>
      <p:sp>
        <p:nvSpPr>
          <p:cNvPr id="49" name="文字方塊 84">
            <a:extLst>
              <a:ext uri="{FF2B5EF4-FFF2-40B4-BE49-F238E27FC236}">
                <a16:creationId xmlns:a16="http://schemas.microsoft.com/office/drawing/2014/main" id="{2D2B5F65-300A-2A31-89B0-BCB6DB81AD1E}"/>
              </a:ext>
            </a:extLst>
          </p:cNvPr>
          <p:cNvSpPr txBox="1"/>
          <p:nvPr/>
        </p:nvSpPr>
        <p:spPr>
          <a:xfrm>
            <a:off x="6680082" y="5387838"/>
            <a:ext cx="4606144" cy="83099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Movement not just based on gradient, but previous movement.</a:t>
            </a:r>
            <a:endParaRPr kumimoji="0" lang="zh-TW" altLang="en-US"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52" name="文字方塊 57">
            <a:extLst>
              <a:ext uri="{FF2B5EF4-FFF2-40B4-BE49-F238E27FC236}">
                <a16:creationId xmlns:a16="http://schemas.microsoft.com/office/drawing/2014/main" id="{A9DC88BD-DF04-3F23-549B-583721A34013}"/>
              </a:ext>
            </a:extLst>
          </p:cNvPr>
          <p:cNvSpPr txBox="1"/>
          <p:nvPr/>
        </p:nvSpPr>
        <p:spPr>
          <a:xfrm>
            <a:off x="925481" y="1390286"/>
            <a:ext cx="5248913" cy="830997"/>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Movement: </a:t>
            </a:r>
            <a:r>
              <a:rPr kumimoji="0" lang="en-US" altLang="zh-TW" sz="24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movement of last step</a:t>
            </a: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 minus </a:t>
            </a:r>
            <a:r>
              <a:rPr kumimoji="0" lang="en-US" altLang="zh-TW" sz="2400" b="1"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gradient</a:t>
            </a:r>
            <a:r>
              <a:rPr kumimoji="0" lang="en-US" altLang="zh-TW"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rPr>
              <a:t> at present </a:t>
            </a:r>
            <a:endParaRPr kumimoji="0" lang="zh-TW" altLang="en-US" sz="2400" b="0" i="0" u="none" strike="noStrike" kern="120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mc:AlternateContent xmlns:mc="http://schemas.openxmlformats.org/markup-compatibility/2006" xmlns:a14="http://schemas.microsoft.com/office/drawing/2010/main">
        <mc:Choice Requires="a14">
          <p:sp>
            <p:nvSpPr>
              <p:cNvPr id="5" name="文字方塊 2">
                <a:extLst>
                  <a:ext uri="{FF2B5EF4-FFF2-40B4-BE49-F238E27FC236}">
                    <a16:creationId xmlns:a16="http://schemas.microsoft.com/office/drawing/2014/main" id="{CF000BD4-C367-12B0-2AA9-BC2A20B76FBD}"/>
                  </a:ext>
                </a:extLst>
              </p:cNvPr>
              <p:cNvSpPr txBox="1"/>
              <p:nvPr/>
            </p:nvSpPr>
            <p:spPr>
              <a:xfrm>
                <a:off x="1376991" y="2720191"/>
                <a:ext cx="4537311" cy="84984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sup>
                    </m:sSup>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is the weighted sum of all the previous gradient:</a:t>
                </a:r>
                <a:r>
                  <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p>
                    </m:sSup>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𝒊</m:t>
                        </m:r>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 name="文字方塊 2">
                <a:extLst>
                  <a:ext uri="{FF2B5EF4-FFF2-40B4-BE49-F238E27FC236}">
                    <a16:creationId xmlns:a16="http://schemas.microsoft.com/office/drawing/2014/main" id="{CF000BD4-C367-12B0-2AA9-BC2A20B76FBD}"/>
                  </a:ext>
                </a:extLst>
              </p:cNvPr>
              <p:cNvSpPr txBox="1">
                <a:spLocks noRot="1" noChangeAspect="1" noMove="1" noResize="1" noEditPoints="1" noAdjustHandles="1" noChangeArrowheads="1" noChangeShapeType="1" noTextEdit="1"/>
              </p:cNvSpPr>
              <p:nvPr/>
            </p:nvSpPr>
            <p:spPr>
              <a:xfrm>
                <a:off x="1376991" y="2720191"/>
                <a:ext cx="4537311" cy="849848"/>
              </a:xfrm>
              <a:prstGeom prst="rect">
                <a:avLst/>
              </a:prstGeom>
              <a:blipFill>
                <a:blip r:embed="rId11"/>
                <a:stretch>
                  <a:fillRect l="-2235" t="-4412" b="-14706"/>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6" name="文字方塊 57">
                <a:extLst>
                  <a:ext uri="{FF2B5EF4-FFF2-40B4-BE49-F238E27FC236}">
                    <a16:creationId xmlns:a16="http://schemas.microsoft.com/office/drawing/2014/main" id="{04DF3BB0-C170-5D50-EF22-0BB62A67C5AF}"/>
                  </a:ext>
                </a:extLst>
              </p:cNvPr>
              <p:cNvSpPr txBox="1"/>
              <p:nvPr/>
            </p:nvSpPr>
            <p:spPr>
              <a:xfrm>
                <a:off x="2221483" y="3742752"/>
                <a:ext cx="2580542"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oMath>
                  </m:oMathPara>
                </a14:m>
                <a:endParaRPr kumimoji="0" lang="zh-TW" altLang="en-US"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6" name="文字方塊 57">
                <a:extLst>
                  <a:ext uri="{FF2B5EF4-FFF2-40B4-BE49-F238E27FC236}">
                    <a16:creationId xmlns:a16="http://schemas.microsoft.com/office/drawing/2014/main" id="{04DF3BB0-C170-5D50-EF22-0BB62A67C5AF}"/>
                  </a:ext>
                </a:extLst>
              </p:cNvPr>
              <p:cNvSpPr txBox="1">
                <a:spLocks noRot="1" noChangeAspect="1" noMove="1" noResize="1" noEditPoints="1" noAdjustHandles="1" noChangeArrowheads="1" noChangeShapeType="1" noTextEdit="1"/>
              </p:cNvSpPr>
              <p:nvPr/>
            </p:nvSpPr>
            <p:spPr>
              <a:xfrm>
                <a:off x="2221483" y="3742752"/>
                <a:ext cx="2580542" cy="470000"/>
              </a:xfrm>
              <a:prstGeom prst="rect">
                <a:avLst/>
              </a:prstGeom>
              <a:blipFill>
                <a:blip r:embed="rId12"/>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文字方塊 59">
                <a:extLst>
                  <a:ext uri="{FF2B5EF4-FFF2-40B4-BE49-F238E27FC236}">
                    <a16:creationId xmlns:a16="http://schemas.microsoft.com/office/drawing/2014/main" id="{65DF9CA9-5FED-C370-F12B-419F6DCA482A}"/>
                  </a:ext>
                </a:extLst>
              </p:cNvPr>
              <p:cNvSpPr txBox="1"/>
              <p:nvPr/>
            </p:nvSpPr>
            <p:spPr>
              <a:xfrm>
                <a:off x="2221483" y="4353520"/>
                <a:ext cx="2679159" cy="47000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p>
                    </m:s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 </m:t>
                    </m:r>
                  </m:oMath>
                </a14:m>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14:m>
                  <m:oMath xmlns:m="http://schemas.openxmlformats.org/officeDocument/2006/math">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zh-TW" altLang="en-US" sz="2400" b="0" i="1" u="none" strike="noStrike" kern="1200" cap="none" spc="0" normalizeH="0" baseline="0" noProof="0">
                        <a:ln>
                          <a:noFill/>
                        </a:ln>
                        <a:solidFill>
                          <a:prstClr val="black"/>
                        </a:solidFill>
                        <a:effectLst/>
                        <a:uLnTx/>
                        <a:uFillTx/>
                        <a:latin typeface="Cambria Math" panose="02040503050406030204" pitchFamily="18" charset="0"/>
                        <a:cs typeface="+mn-cs"/>
                      </a:rPr>
                      <m:t>𝜂</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𝒈</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oMath>
                </a14:m>
                <a:endParaRPr kumimoji="0" lang="zh-TW" altLang="en-US"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7" name="文字方塊 59">
                <a:extLst>
                  <a:ext uri="{FF2B5EF4-FFF2-40B4-BE49-F238E27FC236}">
                    <a16:creationId xmlns:a16="http://schemas.microsoft.com/office/drawing/2014/main" id="{65DF9CA9-5FED-C370-F12B-419F6DCA482A}"/>
                  </a:ext>
                </a:extLst>
              </p:cNvPr>
              <p:cNvSpPr txBox="1">
                <a:spLocks noRot="1" noChangeAspect="1" noMove="1" noResize="1" noEditPoints="1" noAdjustHandles="1" noChangeArrowheads="1" noChangeShapeType="1" noTextEdit="1"/>
              </p:cNvSpPr>
              <p:nvPr/>
            </p:nvSpPr>
            <p:spPr>
              <a:xfrm>
                <a:off x="2221483" y="4353520"/>
                <a:ext cx="2679159" cy="470000"/>
              </a:xfrm>
              <a:prstGeom prst="rect">
                <a:avLst/>
              </a:prstGeom>
              <a:blipFill>
                <a:blip r:embed="rId13"/>
                <a:stretch>
                  <a:fillRect t="-7895" b="-28947"/>
                </a:stretch>
              </a:blipFill>
            </p:spPr>
            <p:txBody>
              <a:bodyPr/>
              <a:lstStyle/>
              <a:p>
                <a:r>
                  <a:rPr lang="en-CN">
                    <a:noFill/>
                  </a:rPr>
                  <a:t> </a:t>
                </a:r>
              </a:p>
            </p:txBody>
          </p:sp>
        </mc:Fallback>
      </mc:AlternateContent>
      <p:sp>
        <p:nvSpPr>
          <p:cNvPr id="8" name="文字方塊 62">
            <a:extLst>
              <a:ext uri="{FF2B5EF4-FFF2-40B4-BE49-F238E27FC236}">
                <a16:creationId xmlns:a16="http://schemas.microsoft.com/office/drawing/2014/main" id="{DDC9CB89-112E-B39D-7C8C-8693D3C4C707}"/>
              </a:ext>
            </a:extLst>
          </p:cNvPr>
          <p:cNvSpPr txBox="1"/>
          <p:nvPr/>
        </p:nvSpPr>
        <p:spPr>
          <a:xfrm rot="5400000">
            <a:off x="2388153" y="5738739"/>
            <a:ext cx="79866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a:t>
            </a:r>
            <a:endParaRPr kumimoji="0" lang="zh-TW" altLang="en-US"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p:sp>
        <p:nvSpPr>
          <p:cNvPr id="9" name="灯片编号占位符 8"/>
          <p:cNvSpPr>
            <a:spLocks noGrp="1"/>
          </p:cNvSpPr>
          <p:nvPr>
            <p:ph type="sldNum" sz="quarter" idx="14"/>
          </p:nvPr>
        </p:nvSpPr>
        <p:spPr/>
        <p:txBody>
          <a:bodyPr/>
          <a:lstStyle/>
          <a:p>
            <a:fld id="{AF69888C-E133-43D9-A638-B5C95925B91C}" type="slidenum">
              <a:rPr lang="zh-CN" altLang="en-US" smtClean="0"/>
              <a:t>39</a:t>
            </a:fld>
            <a:endParaRPr lang="zh-CN" altLang="en-US" dirty="0"/>
          </a:p>
        </p:txBody>
      </p:sp>
    </p:spTree>
    <p:extLst>
      <p:ext uri="{BB962C8B-B14F-4D97-AF65-F5344CB8AC3E}">
        <p14:creationId xmlns:p14="http://schemas.microsoft.com/office/powerpoint/2010/main" val="3566976187"/>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sp>
        <p:nvSpPr>
          <p:cNvPr id="14" name="矩形 4">
            <a:extLst>
              <a:ext uri="{FF2B5EF4-FFF2-40B4-BE49-F238E27FC236}">
                <a16:creationId xmlns:a16="http://schemas.microsoft.com/office/drawing/2014/main" id="{D8961094-4685-2058-C0D4-414E91600929}"/>
              </a:ext>
            </a:extLst>
          </p:cNvPr>
          <p:cNvSpPr/>
          <p:nvPr/>
        </p:nvSpPr>
        <p:spPr>
          <a:xfrm>
            <a:off x="7824979" y="2067720"/>
            <a:ext cx="1516775" cy="426931"/>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5" name="文字方塊 29">
            <a:extLst>
              <a:ext uri="{FF2B5EF4-FFF2-40B4-BE49-F238E27FC236}">
                <a16:creationId xmlns:a16="http://schemas.microsoft.com/office/drawing/2014/main" id="{CB527F2A-D8CC-F656-C33F-521D11CC925C}"/>
              </a:ext>
            </a:extLst>
          </p:cNvPr>
          <p:cNvSpPr txBox="1"/>
          <p:nvPr/>
        </p:nvSpPr>
        <p:spPr>
          <a:xfrm>
            <a:off x="5104427" y="1703391"/>
            <a:ext cx="5008285" cy="830997"/>
          </a:xfrm>
          <a:prstGeom prst="rect">
            <a:avLst/>
          </a:prstGeom>
          <a:noFill/>
        </p:spPr>
        <p:txBody>
          <a:bodyPr wrap="square" rtlCol="0">
            <a:spAutoFit/>
          </a:bodyPr>
          <a:lstStyle/>
          <a:p>
            <a:pPr>
              <a:defRPr/>
            </a:pPr>
            <a:r>
              <a:rPr lang="en-US" altLang="zh-TW" sz="2400" dirty="0">
                <a:solidFill>
                  <a:prstClr val="black"/>
                </a:solidFill>
                <a:latin typeface="Calibri" panose="020F0502020204030204"/>
                <a:ea typeface="新細明體" panose="02020500000000000000" pitchFamily="18" charset="-120"/>
              </a:rPr>
              <a:t>Movement = </a:t>
            </a:r>
          </a:p>
          <a:p>
            <a:pPr>
              <a:defRPr/>
            </a:pPr>
            <a:r>
              <a:rPr lang="en-US" altLang="zh-TW" sz="2400" dirty="0">
                <a:solidFill>
                  <a:prstClr val="black"/>
                </a:solidFill>
                <a:latin typeface="Calibri" panose="020F0502020204030204"/>
                <a:ea typeface="新細明體" panose="02020500000000000000" pitchFamily="18" charset="-120"/>
              </a:rPr>
              <a:t>Negative of </a:t>
            </a:r>
            <a:r>
              <a:rPr lang="zh-TW" altLang="en-US" sz="2400" dirty="0">
                <a:solidFill>
                  <a:prstClr val="black"/>
                </a:solidFill>
                <a:latin typeface="Cambria Math" panose="02040503050406030204" pitchFamily="18" charset="0"/>
                <a:ea typeface="Cambria Math" panose="02040503050406030204" pitchFamily="18" charset="0"/>
              </a:rPr>
              <a:t>𝜕</a:t>
            </a:r>
            <a:r>
              <a:rPr lang="en-US" altLang="zh-TW" sz="2400" dirty="0">
                <a:solidFill>
                  <a:prstClr val="black"/>
                </a:solidFill>
                <a:latin typeface="Cambria Math" panose="02040503050406030204" pitchFamily="18" charset="0"/>
                <a:ea typeface="Cambria Math" panose="02040503050406030204" pitchFamily="18" charset="0"/>
              </a:rPr>
              <a:t>𝐿</a:t>
            </a:r>
            <a:r>
              <a:rPr lang="zh-TW" altLang="en-US" sz="2400" dirty="0">
                <a:solidFill>
                  <a:prstClr val="black"/>
                </a:solidFill>
                <a:latin typeface="Cambria Math" panose="02040503050406030204" pitchFamily="18" charset="0"/>
                <a:ea typeface="Cambria Math" panose="02040503050406030204" pitchFamily="18" charset="0"/>
              </a:rPr>
              <a:t>∕𝜕</a:t>
            </a:r>
            <a:r>
              <a:rPr lang="en-US" altLang="zh-TW" sz="2400" dirty="0">
                <a:solidFill>
                  <a:prstClr val="black"/>
                </a:solidFill>
                <a:latin typeface="Cambria Math" panose="02040503050406030204" pitchFamily="18" charset="0"/>
                <a:ea typeface="Cambria Math" panose="02040503050406030204" pitchFamily="18" charset="0"/>
              </a:rPr>
              <a:t>𝑤</a:t>
            </a:r>
            <a:r>
              <a:rPr lang="en-US" altLang="zh-TW" sz="2400" dirty="0">
                <a:solidFill>
                  <a:prstClr val="black"/>
                </a:solidFill>
                <a:latin typeface="Calibri" panose="020F0502020204030204"/>
                <a:ea typeface="新細明體" panose="02020500000000000000" pitchFamily="18" charset="-120"/>
              </a:rPr>
              <a:t> + Momentum </a:t>
            </a:r>
            <a:endParaRPr lang="zh-TW" altLang="en-US" sz="2400" dirty="0">
              <a:solidFill>
                <a:prstClr val="black"/>
              </a:solidFill>
              <a:latin typeface="Calibri" panose="020F0502020204030204"/>
              <a:ea typeface="新細明體" panose="02020500000000000000" pitchFamily="18" charset="-120"/>
            </a:endParaRPr>
          </a:p>
        </p:txBody>
      </p:sp>
      <p:cxnSp>
        <p:nvCxnSpPr>
          <p:cNvPr id="16" name="直線接點 51">
            <a:extLst>
              <a:ext uri="{FF2B5EF4-FFF2-40B4-BE49-F238E27FC236}">
                <a16:creationId xmlns:a16="http://schemas.microsoft.com/office/drawing/2014/main" id="{92144637-3165-97E6-74FB-D61A68528ECA}"/>
              </a:ext>
            </a:extLst>
          </p:cNvPr>
          <p:cNvCxnSpPr>
            <a:cxnSpLocks/>
          </p:cNvCxnSpPr>
          <p:nvPr/>
        </p:nvCxnSpPr>
        <p:spPr>
          <a:xfrm>
            <a:off x="8735291" y="4053315"/>
            <a:ext cx="0" cy="1320416"/>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 name="直線接點 58">
            <a:extLst>
              <a:ext uri="{FF2B5EF4-FFF2-40B4-BE49-F238E27FC236}">
                <a16:creationId xmlns:a16="http://schemas.microsoft.com/office/drawing/2014/main" id="{153246E4-0854-E5C2-DFC9-EEE8649725D9}"/>
              </a:ext>
            </a:extLst>
          </p:cNvPr>
          <p:cNvCxnSpPr>
            <a:cxnSpLocks/>
          </p:cNvCxnSpPr>
          <p:nvPr/>
        </p:nvCxnSpPr>
        <p:spPr>
          <a:xfrm>
            <a:off x="4837676" y="4053316"/>
            <a:ext cx="0" cy="1332363"/>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8" name="直線接點 40">
            <a:extLst>
              <a:ext uri="{FF2B5EF4-FFF2-40B4-BE49-F238E27FC236}">
                <a16:creationId xmlns:a16="http://schemas.microsoft.com/office/drawing/2014/main" id="{38DFE343-2ACF-E63E-3742-2F1B973FCBA2}"/>
              </a:ext>
            </a:extLst>
          </p:cNvPr>
          <p:cNvCxnSpPr>
            <a:cxnSpLocks/>
          </p:cNvCxnSpPr>
          <p:nvPr/>
        </p:nvCxnSpPr>
        <p:spPr>
          <a:xfrm>
            <a:off x="6935216" y="4780560"/>
            <a:ext cx="0" cy="605118"/>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9" name="手繪多邊形 3">
            <a:extLst>
              <a:ext uri="{FF2B5EF4-FFF2-40B4-BE49-F238E27FC236}">
                <a16:creationId xmlns:a16="http://schemas.microsoft.com/office/drawing/2014/main" id="{03515D94-EC57-F338-2FFA-B8B3C9F63D1F}"/>
              </a:ext>
            </a:extLst>
          </p:cNvPr>
          <p:cNvSpPr/>
          <p:nvPr/>
        </p:nvSpPr>
        <p:spPr>
          <a:xfrm>
            <a:off x="2648207" y="1858213"/>
            <a:ext cx="7754816" cy="420826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4245987 w 7754816"/>
              <a:gd name="connsiteY3" fmla="*/ 3072005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4245987 w 7754816"/>
              <a:gd name="connsiteY3" fmla="*/ 3072005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296139 w 7754816"/>
              <a:gd name="connsiteY2" fmla="*/ 2804328 h 4208267"/>
              <a:gd name="connsiteX3" fmla="*/ 4245987 w 7754816"/>
              <a:gd name="connsiteY3" fmla="*/ 3072005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296139 w 7754816"/>
              <a:gd name="connsiteY2" fmla="*/ 2804328 h 4208267"/>
              <a:gd name="connsiteX3" fmla="*/ 4245987 w 7754816"/>
              <a:gd name="connsiteY3" fmla="*/ 3072005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296139 w 7754816"/>
              <a:gd name="connsiteY2" fmla="*/ 2804328 h 4208267"/>
              <a:gd name="connsiteX3" fmla="*/ 4304044 w 7754816"/>
              <a:gd name="connsiteY3" fmla="*/ 3202633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296139 w 7754816"/>
              <a:gd name="connsiteY2" fmla="*/ 2804328 h 4208267"/>
              <a:gd name="connsiteX3" fmla="*/ 4304044 w 7754816"/>
              <a:gd name="connsiteY3" fmla="*/ 3202633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470552" y="1888951"/>
                  <a:pt x="1019908" y="2356339"/>
                </a:cubicBezTo>
                <a:cubicBezTo>
                  <a:pt x="1569264" y="2823727"/>
                  <a:pt x="2748783" y="2663279"/>
                  <a:pt x="3296139" y="2804328"/>
                </a:cubicBezTo>
                <a:cubicBezTo>
                  <a:pt x="3843495" y="2945377"/>
                  <a:pt x="3781716" y="3192725"/>
                  <a:pt x="4304044" y="3202633"/>
                </a:cubicBezTo>
                <a:cubicBezTo>
                  <a:pt x="4826372" y="3212541"/>
                  <a:pt x="5427087" y="2737711"/>
                  <a:pt x="5820508" y="2602523"/>
                </a:cubicBezTo>
                <a:cubicBezTo>
                  <a:pt x="6213929" y="2467335"/>
                  <a:pt x="6374424" y="2159977"/>
                  <a:pt x="6664570" y="2391508"/>
                </a:cubicBezTo>
                <a:cubicBezTo>
                  <a:pt x="6954716" y="26230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20" name="直線單箭頭接點 6">
            <a:extLst>
              <a:ext uri="{FF2B5EF4-FFF2-40B4-BE49-F238E27FC236}">
                <a16:creationId xmlns:a16="http://schemas.microsoft.com/office/drawing/2014/main" id="{25825F1C-BEFB-7147-F97E-478C51B41ECD}"/>
              </a:ext>
            </a:extLst>
          </p:cNvPr>
          <p:cNvCxnSpPr>
            <a:cxnSpLocks/>
          </p:cNvCxnSpPr>
          <p:nvPr/>
        </p:nvCxnSpPr>
        <p:spPr>
          <a:xfrm>
            <a:off x="2352200" y="5400756"/>
            <a:ext cx="805082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7">
            <a:extLst>
              <a:ext uri="{FF2B5EF4-FFF2-40B4-BE49-F238E27FC236}">
                <a16:creationId xmlns:a16="http://schemas.microsoft.com/office/drawing/2014/main" id="{F2AD0BFD-3A1A-F6FF-DB8E-B8B61739CA33}"/>
              </a:ext>
            </a:extLst>
          </p:cNvPr>
          <p:cNvCxnSpPr>
            <a:cxnSpLocks/>
          </p:cNvCxnSpPr>
          <p:nvPr/>
        </p:nvCxnSpPr>
        <p:spPr>
          <a:xfrm flipV="1">
            <a:off x="2352200" y="1889710"/>
            <a:ext cx="0" cy="35110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字方塊 8">
            <a:extLst>
              <a:ext uri="{FF2B5EF4-FFF2-40B4-BE49-F238E27FC236}">
                <a16:creationId xmlns:a16="http://schemas.microsoft.com/office/drawing/2014/main" id="{00463047-099E-7CD4-9010-5B9F28E438C3}"/>
              </a:ext>
            </a:extLst>
          </p:cNvPr>
          <p:cNvSpPr txBox="1"/>
          <p:nvPr/>
        </p:nvSpPr>
        <p:spPr>
          <a:xfrm>
            <a:off x="1938737" y="1443801"/>
            <a:ext cx="762000" cy="461665"/>
          </a:xfrm>
          <a:prstGeom prst="rect">
            <a:avLst/>
          </a:prstGeom>
          <a:noFill/>
        </p:spPr>
        <p:txBody>
          <a:bodyPr wrap="square" rtlCol="0">
            <a:spAutoFit/>
          </a:bodyPr>
          <a:lstStyle/>
          <a:p>
            <a:pPr algn="ctr">
              <a:defRPr/>
            </a:pPr>
            <a:r>
              <a:rPr lang="en-US" altLang="zh-TW" sz="2400" dirty="0">
                <a:solidFill>
                  <a:prstClr val="black"/>
                </a:solidFill>
                <a:latin typeface="Calibri" panose="020F0502020204030204"/>
                <a:ea typeface="新細明體" panose="02020500000000000000" pitchFamily="18" charset="-120"/>
              </a:rPr>
              <a:t>cost</a:t>
            </a:r>
            <a:endParaRPr lang="zh-TW" altLang="en-US" sz="2400" dirty="0">
              <a:solidFill>
                <a:prstClr val="black"/>
              </a:solidFill>
              <a:latin typeface="Calibri" panose="020F0502020204030204"/>
              <a:ea typeface="新細明體" panose="02020500000000000000" pitchFamily="18" charset="-120"/>
            </a:endParaRPr>
          </a:p>
        </p:txBody>
      </p:sp>
      <p:sp>
        <p:nvSpPr>
          <p:cNvPr id="23" name="橢圓 14">
            <a:extLst>
              <a:ext uri="{FF2B5EF4-FFF2-40B4-BE49-F238E27FC236}">
                <a16:creationId xmlns:a16="http://schemas.microsoft.com/office/drawing/2014/main" id="{49528F58-6250-2A3B-225D-2F212296F49F}"/>
              </a:ext>
            </a:extLst>
          </p:cNvPr>
          <p:cNvSpPr/>
          <p:nvPr/>
        </p:nvSpPr>
        <p:spPr>
          <a:xfrm>
            <a:off x="6623901" y="4464037"/>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24" name="橢圓 17">
            <a:extLst>
              <a:ext uri="{FF2B5EF4-FFF2-40B4-BE49-F238E27FC236}">
                <a16:creationId xmlns:a16="http://schemas.microsoft.com/office/drawing/2014/main" id="{B3C5B57D-A988-2579-590D-E5A1976BBCF0}"/>
              </a:ext>
            </a:extLst>
          </p:cNvPr>
          <p:cNvSpPr/>
          <p:nvPr/>
        </p:nvSpPr>
        <p:spPr>
          <a:xfrm>
            <a:off x="2753267" y="1889710"/>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25" name="直線單箭頭接點 33">
            <a:extLst>
              <a:ext uri="{FF2B5EF4-FFF2-40B4-BE49-F238E27FC236}">
                <a16:creationId xmlns:a16="http://schemas.microsoft.com/office/drawing/2014/main" id="{797BFF27-D6DC-1E7E-08CD-0E04569DC83F}"/>
              </a:ext>
            </a:extLst>
          </p:cNvPr>
          <p:cNvCxnSpPr>
            <a:cxnSpLocks/>
          </p:cNvCxnSpPr>
          <p:nvPr/>
        </p:nvCxnSpPr>
        <p:spPr>
          <a:xfrm flipV="1">
            <a:off x="3180874" y="5564268"/>
            <a:ext cx="591707"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34">
            <a:extLst>
              <a:ext uri="{FF2B5EF4-FFF2-40B4-BE49-F238E27FC236}">
                <a16:creationId xmlns:a16="http://schemas.microsoft.com/office/drawing/2014/main" id="{A76126C5-1D4B-38EB-DA6F-15B008AB7AAD}"/>
              </a:ext>
            </a:extLst>
          </p:cNvPr>
          <p:cNvCxnSpPr>
            <a:cxnSpLocks/>
          </p:cNvCxnSpPr>
          <p:nvPr/>
        </p:nvCxnSpPr>
        <p:spPr>
          <a:xfrm>
            <a:off x="3180873" y="5243984"/>
            <a:ext cx="618998"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橢圓 54">
            <a:extLst>
              <a:ext uri="{FF2B5EF4-FFF2-40B4-BE49-F238E27FC236}">
                <a16:creationId xmlns:a16="http://schemas.microsoft.com/office/drawing/2014/main" id="{8179EFF8-E51E-E230-498E-75F3AABAF195}"/>
              </a:ext>
            </a:extLst>
          </p:cNvPr>
          <p:cNvSpPr/>
          <p:nvPr/>
        </p:nvSpPr>
        <p:spPr>
          <a:xfrm>
            <a:off x="8409997" y="3655156"/>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28" name="直線單箭頭接點 57">
            <a:extLst>
              <a:ext uri="{FF2B5EF4-FFF2-40B4-BE49-F238E27FC236}">
                <a16:creationId xmlns:a16="http://schemas.microsoft.com/office/drawing/2014/main" id="{872E367F-0637-2BD5-95AD-004D0328E088}"/>
              </a:ext>
            </a:extLst>
          </p:cNvPr>
          <p:cNvCxnSpPr>
            <a:cxnSpLocks/>
          </p:cNvCxnSpPr>
          <p:nvPr/>
        </p:nvCxnSpPr>
        <p:spPr>
          <a:xfrm flipH="1">
            <a:off x="8239376" y="5224979"/>
            <a:ext cx="459122"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63">
            <a:extLst>
              <a:ext uri="{FF2B5EF4-FFF2-40B4-BE49-F238E27FC236}">
                <a16:creationId xmlns:a16="http://schemas.microsoft.com/office/drawing/2014/main" id="{5D58CBB1-3CCE-6BDA-88CE-EEA84E921543}"/>
              </a:ext>
            </a:extLst>
          </p:cNvPr>
          <p:cNvCxnSpPr>
            <a:cxnSpLocks/>
          </p:cNvCxnSpPr>
          <p:nvPr/>
        </p:nvCxnSpPr>
        <p:spPr>
          <a:xfrm>
            <a:off x="8804526" y="5546870"/>
            <a:ext cx="342708" cy="4198"/>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0" name="文字方塊 67">
            <a:extLst>
              <a:ext uri="{FF2B5EF4-FFF2-40B4-BE49-F238E27FC236}">
                <a16:creationId xmlns:a16="http://schemas.microsoft.com/office/drawing/2014/main" id="{B206862A-00BB-0C3E-1488-726A5C611927}"/>
              </a:ext>
            </a:extLst>
          </p:cNvPr>
          <p:cNvSpPr txBox="1"/>
          <p:nvPr/>
        </p:nvSpPr>
        <p:spPr>
          <a:xfrm>
            <a:off x="5962901" y="5779191"/>
            <a:ext cx="1915705" cy="461665"/>
          </a:xfrm>
          <a:prstGeom prst="rect">
            <a:avLst/>
          </a:prstGeom>
          <a:noFill/>
        </p:spPr>
        <p:txBody>
          <a:bodyPr wrap="square" rtlCol="0">
            <a:spAutoFit/>
          </a:bodyPr>
          <a:lstStyle/>
          <a:p>
            <a:pPr algn="ctr">
              <a:defRPr/>
            </a:pPr>
            <a:r>
              <a:rPr lang="zh-TW" altLang="en-US" sz="2400" dirty="0">
                <a:solidFill>
                  <a:srgbClr val="FF0000"/>
                </a:solidFill>
                <a:latin typeface="Cambria Math" panose="02040503050406030204" pitchFamily="18" charset="0"/>
                <a:ea typeface="Cambria Math" panose="02040503050406030204" pitchFamily="18" charset="0"/>
              </a:rPr>
              <a:t>𝜕</a:t>
            </a:r>
            <a:r>
              <a:rPr lang="en-US" altLang="zh-TW" sz="2400" dirty="0">
                <a:solidFill>
                  <a:srgbClr val="FF0000"/>
                </a:solidFill>
                <a:latin typeface="Cambria Math" panose="02040503050406030204" pitchFamily="18" charset="0"/>
                <a:ea typeface="Cambria Math" panose="02040503050406030204" pitchFamily="18" charset="0"/>
              </a:rPr>
              <a:t>𝐿</a:t>
            </a:r>
            <a:r>
              <a:rPr lang="zh-TW" altLang="en-US" sz="2400" dirty="0">
                <a:solidFill>
                  <a:srgbClr val="FF0000"/>
                </a:solidFill>
                <a:latin typeface="Cambria Math" panose="02040503050406030204" pitchFamily="18" charset="0"/>
                <a:ea typeface="Cambria Math" panose="02040503050406030204" pitchFamily="18" charset="0"/>
              </a:rPr>
              <a:t>∕𝜕</a:t>
            </a:r>
            <a:r>
              <a:rPr lang="en-US" altLang="zh-TW" sz="2400" dirty="0">
                <a:solidFill>
                  <a:srgbClr val="FF0000"/>
                </a:solidFill>
                <a:latin typeface="Cambria Math" panose="02040503050406030204" pitchFamily="18" charset="0"/>
                <a:ea typeface="Cambria Math" panose="02040503050406030204" pitchFamily="18" charset="0"/>
              </a:rPr>
              <a:t>𝑤</a:t>
            </a:r>
            <a:r>
              <a:rPr lang="en-US" altLang="zh-TW" sz="2400" dirty="0">
                <a:solidFill>
                  <a:srgbClr val="FF0000"/>
                </a:solidFill>
                <a:latin typeface="Calibri" panose="020F0502020204030204"/>
                <a:ea typeface="新細明體" panose="02020500000000000000" pitchFamily="18" charset="-120"/>
              </a:rPr>
              <a:t> = 0</a:t>
            </a:r>
            <a:endParaRPr lang="zh-TW" altLang="en-US" sz="2400" dirty="0">
              <a:solidFill>
                <a:srgbClr val="FF0000"/>
              </a:solidFill>
              <a:latin typeface="Calibri" panose="020F0502020204030204"/>
              <a:ea typeface="新細明體" panose="02020500000000000000" pitchFamily="18" charset="-120"/>
            </a:endParaRPr>
          </a:p>
        </p:txBody>
      </p:sp>
      <p:sp>
        <p:nvSpPr>
          <p:cNvPr id="31" name="橢圓 36">
            <a:extLst>
              <a:ext uri="{FF2B5EF4-FFF2-40B4-BE49-F238E27FC236}">
                <a16:creationId xmlns:a16="http://schemas.microsoft.com/office/drawing/2014/main" id="{931AFCC0-B793-41DB-C1E1-093048BE3F90}"/>
              </a:ext>
            </a:extLst>
          </p:cNvPr>
          <p:cNvSpPr/>
          <p:nvPr/>
        </p:nvSpPr>
        <p:spPr>
          <a:xfrm>
            <a:off x="4506456" y="3894902"/>
            <a:ext cx="633046" cy="633046"/>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cxnSp>
        <p:nvCxnSpPr>
          <p:cNvPr id="32" name="直線單箭頭接點 37">
            <a:extLst>
              <a:ext uri="{FF2B5EF4-FFF2-40B4-BE49-F238E27FC236}">
                <a16:creationId xmlns:a16="http://schemas.microsoft.com/office/drawing/2014/main" id="{2D602610-0403-D0AA-A6AB-4202E0557EC1}"/>
              </a:ext>
            </a:extLst>
          </p:cNvPr>
          <p:cNvCxnSpPr>
            <a:cxnSpLocks/>
          </p:cNvCxnSpPr>
          <p:nvPr/>
        </p:nvCxnSpPr>
        <p:spPr>
          <a:xfrm>
            <a:off x="4973657" y="5227698"/>
            <a:ext cx="339830"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8">
            <a:extLst>
              <a:ext uri="{FF2B5EF4-FFF2-40B4-BE49-F238E27FC236}">
                <a16:creationId xmlns:a16="http://schemas.microsoft.com/office/drawing/2014/main" id="{35681190-9987-F44B-6470-82C3A918C6C0}"/>
              </a:ext>
            </a:extLst>
          </p:cNvPr>
          <p:cNvCxnSpPr>
            <a:cxnSpLocks/>
          </p:cNvCxnSpPr>
          <p:nvPr/>
        </p:nvCxnSpPr>
        <p:spPr>
          <a:xfrm flipV="1">
            <a:off x="5313488" y="5224980"/>
            <a:ext cx="848453" cy="15695"/>
          </a:xfrm>
          <a:prstGeom prst="straightConnector1">
            <a:avLst/>
          </a:prstGeom>
          <a:ln w="63500">
            <a:solidFill>
              <a:srgbClr val="00B05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直線單箭頭接點 39">
            <a:extLst>
              <a:ext uri="{FF2B5EF4-FFF2-40B4-BE49-F238E27FC236}">
                <a16:creationId xmlns:a16="http://schemas.microsoft.com/office/drawing/2014/main" id="{6AD72690-66B8-43DB-CB84-8760A71ABD22}"/>
              </a:ext>
            </a:extLst>
          </p:cNvPr>
          <p:cNvCxnSpPr>
            <a:cxnSpLocks/>
          </p:cNvCxnSpPr>
          <p:nvPr/>
        </p:nvCxnSpPr>
        <p:spPr>
          <a:xfrm>
            <a:off x="7066136" y="5579177"/>
            <a:ext cx="777246"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接點 42">
            <a:extLst>
              <a:ext uri="{FF2B5EF4-FFF2-40B4-BE49-F238E27FC236}">
                <a16:creationId xmlns:a16="http://schemas.microsoft.com/office/drawing/2014/main" id="{610680B2-5A8A-0490-9AAE-8F542D7C160A}"/>
              </a:ext>
            </a:extLst>
          </p:cNvPr>
          <p:cNvCxnSpPr>
            <a:cxnSpLocks/>
          </p:cNvCxnSpPr>
          <p:nvPr/>
        </p:nvCxnSpPr>
        <p:spPr>
          <a:xfrm>
            <a:off x="3050631" y="2477249"/>
            <a:ext cx="0" cy="3038791"/>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6" name="橢圓 45">
            <a:extLst>
              <a:ext uri="{FF2B5EF4-FFF2-40B4-BE49-F238E27FC236}">
                <a16:creationId xmlns:a16="http://schemas.microsoft.com/office/drawing/2014/main" id="{146F9D43-F2C6-96A1-1249-372E9BC75B2D}"/>
              </a:ext>
            </a:extLst>
          </p:cNvPr>
          <p:cNvSpPr/>
          <p:nvPr/>
        </p:nvSpPr>
        <p:spPr>
          <a:xfrm>
            <a:off x="2964757" y="5297920"/>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37" name="橢圓 46">
            <a:extLst>
              <a:ext uri="{FF2B5EF4-FFF2-40B4-BE49-F238E27FC236}">
                <a16:creationId xmlns:a16="http://schemas.microsoft.com/office/drawing/2014/main" id="{A23789E9-6D70-B748-DC03-5492FC08D904}"/>
              </a:ext>
            </a:extLst>
          </p:cNvPr>
          <p:cNvSpPr/>
          <p:nvPr/>
        </p:nvSpPr>
        <p:spPr>
          <a:xfrm>
            <a:off x="4729619" y="5297586"/>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38" name="橢圓 48">
            <a:extLst>
              <a:ext uri="{FF2B5EF4-FFF2-40B4-BE49-F238E27FC236}">
                <a16:creationId xmlns:a16="http://schemas.microsoft.com/office/drawing/2014/main" id="{645AD119-A14C-AD26-92E3-53BD13EB0662}"/>
              </a:ext>
            </a:extLst>
          </p:cNvPr>
          <p:cNvSpPr/>
          <p:nvPr/>
        </p:nvSpPr>
        <p:spPr>
          <a:xfrm>
            <a:off x="6850020" y="5314878"/>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sp>
        <p:nvSpPr>
          <p:cNvPr id="39" name="橢圓 49">
            <a:extLst>
              <a:ext uri="{FF2B5EF4-FFF2-40B4-BE49-F238E27FC236}">
                <a16:creationId xmlns:a16="http://schemas.microsoft.com/office/drawing/2014/main" id="{4BB0542F-CDCE-6F62-5ED1-BB63415A00B8}"/>
              </a:ext>
            </a:extLst>
          </p:cNvPr>
          <p:cNvSpPr/>
          <p:nvPr/>
        </p:nvSpPr>
        <p:spPr>
          <a:xfrm>
            <a:off x="8636574" y="5279253"/>
            <a:ext cx="216117" cy="21611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Calibri" panose="020F0502020204030204"/>
              <a:ea typeface="新細明體" panose="02020500000000000000" pitchFamily="18" charset="-120"/>
            </a:endParaRPr>
          </a:p>
        </p:txBody>
      </p:sp>
      <p:grpSp>
        <p:nvGrpSpPr>
          <p:cNvPr id="40" name="群組 77">
            <a:extLst>
              <a:ext uri="{FF2B5EF4-FFF2-40B4-BE49-F238E27FC236}">
                <a16:creationId xmlns:a16="http://schemas.microsoft.com/office/drawing/2014/main" id="{73D376F5-C000-8A2F-0F71-BA6EAE2F001E}"/>
              </a:ext>
            </a:extLst>
          </p:cNvPr>
          <p:cNvGrpSpPr/>
          <p:nvPr/>
        </p:nvGrpSpPr>
        <p:grpSpPr>
          <a:xfrm>
            <a:off x="5272704" y="2559298"/>
            <a:ext cx="3968486" cy="1363780"/>
            <a:chOff x="4244734" y="2308754"/>
            <a:chExt cx="3968486" cy="1363780"/>
          </a:xfrm>
        </p:grpSpPr>
        <p:cxnSp>
          <p:nvCxnSpPr>
            <p:cNvPr id="41" name="直線單箭頭接點 27">
              <a:extLst>
                <a:ext uri="{FF2B5EF4-FFF2-40B4-BE49-F238E27FC236}">
                  <a16:creationId xmlns:a16="http://schemas.microsoft.com/office/drawing/2014/main" id="{BA92F89F-8422-F62D-2B0B-EB03ECD542CE}"/>
                </a:ext>
              </a:extLst>
            </p:cNvPr>
            <p:cNvCxnSpPr/>
            <p:nvPr/>
          </p:nvCxnSpPr>
          <p:spPr>
            <a:xfrm>
              <a:off x="4257783" y="3482737"/>
              <a:ext cx="690196"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28">
              <a:extLst>
                <a:ext uri="{FF2B5EF4-FFF2-40B4-BE49-F238E27FC236}">
                  <a16:creationId xmlns:a16="http://schemas.microsoft.com/office/drawing/2014/main" id="{4E742978-4645-D7CA-7008-036D4B83C920}"/>
                </a:ext>
              </a:extLst>
            </p:cNvPr>
            <p:cNvCxnSpPr/>
            <p:nvPr/>
          </p:nvCxnSpPr>
          <p:spPr>
            <a:xfrm>
              <a:off x="4244734" y="2561247"/>
              <a:ext cx="690196"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文字方塊 30">
                  <a:extLst>
                    <a:ext uri="{FF2B5EF4-FFF2-40B4-BE49-F238E27FC236}">
                      <a16:creationId xmlns:a16="http://schemas.microsoft.com/office/drawing/2014/main" id="{B19708BC-13D0-6151-2271-D38313109C56}"/>
                    </a:ext>
                  </a:extLst>
                </p:cNvPr>
                <p:cNvSpPr txBox="1"/>
                <p:nvPr/>
              </p:nvSpPr>
              <p:spPr>
                <a:xfrm>
                  <a:off x="4947979" y="2308754"/>
                  <a:ext cx="3265241" cy="461665"/>
                </a:xfrm>
                <a:prstGeom prst="rect">
                  <a:avLst/>
                </a:prstGeom>
                <a:noFill/>
              </p:spPr>
              <p:txBody>
                <a:bodyPr wrap="square" rtlCol="0">
                  <a:spAutoFit/>
                </a:bodyPr>
                <a:lstStyle/>
                <a:p>
                  <a:pPr>
                    <a:defRPr/>
                  </a:pPr>
                  <a:r>
                    <a:rPr lang="en-US" altLang="zh-TW" sz="2400" dirty="0">
                      <a:solidFill>
                        <a:prstClr val="black"/>
                      </a:solidFill>
                      <a:latin typeface="Calibri" panose="020F0502020204030204"/>
                      <a:ea typeface="新細明體" panose="02020500000000000000" pitchFamily="18" charset="-120"/>
                    </a:rPr>
                    <a:t>Negative of </a:t>
                  </a:r>
                  <a14:m>
                    <m:oMath xmlns:m="http://schemas.openxmlformats.org/officeDocument/2006/math">
                      <m:r>
                        <a:rPr lang="zh-TW" altLang="en-US" sz="2400" i="1">
                          <a:solidFill>
                            <a:prstClr val="black"/>
                          </a:solidFill>
                          <a:latin typeface="Cambria Math" panose="02040503050406030204" pitchFamily="18" charset="0"/>
                          <a:ea typeface="Cambria Math" panose="02040503050406030204" pitchFamily="18" charset="0"/>
                        </a:rPr>
                        <m:t>𝜕</m:t>
                      </m:r>
                      <m:r>
                        <a:rPr lang="en-US" altLang="zh-TW" sz="2400" i="1">
                          <a:solidFill>
                            <a:prstClr val="black"/>
                          </a:solidFill>
                          <a:latin typeface="Cambria Math" panose="02040503050406030204" pitchFamily="18" charset="0"/>
                          <a:ea typeface="Cambria Math" panose="02040503050406030204" pitchFamily="18" charset="0"/>
                        </a:rPr>
                        <m:t>𝐿</m:t>
                      </m:r>
                      <m:r>
                        <a:rPr lang="zh-TW" altLang="en-US" sz="2400" i="1">
                          <a:solidFill>
                            <a:prstClr val="black"/>
                          </a:solidFill>
                          <a:latin typeface="Cambria Math" panose="02040503050406030204" pitchFamily="18" charset="0"/>
                          <a:ea typeface="Cambria Math" panose="02040503050406030204" pitchFamily="18" charset="0"/>
                        </a:rPr>
                        <m:t>∕</m:t>
                      </m:r>
                      <m:r>
                        <a:rPr lang="zh-TW" altLang="en-US" sz="2400" i="1">
                          <a:solidFill>
                            <a:prstClr val="black"/>
                          </a:solidFill>
                          <a:latin typeface="Cambria Math" panose="02040503050406030204" pitchFamily="18" charset="0"/>
                          <a:ea typeface="Cambria Math" panose="02040503050406030204" pitchFamily="18" charset="0"/>
                        </a:rPr>
                        <m:t>𝜕</m:t>
                      </m:r>
                      <m:r>
                        <a:rPr lang="en-US" altLang="zh-TW" sz="2400" i="1">
                          <a:solidFill>
                            <a:prstClr val="black"/>
                          </a:solidFill>
                          <a:latin typeface="Cambria Math" panose="02040503050406030204" pitchFamily="18" charset="0"/>
                          <a:ea typeface="Cambria Math" panose="02040503050406030204" pitchFamily="18" charset="0"/>
                        </a:rPr>
                        <m:t>𝑤</m:t>
                      </m:r>
                    </m:oMath>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31" name="文字方塊 30"/>
                <p:cNvSpPr txBox="1">
                  <a:spLocks noRot="1" noChangeAspect="1" noMove="1" noResize="1" noEditPoints="1" noAdjustHandles="1" noChangeArrowheads="1" noChangeShapeType="1" noTextEdit="1"/>
                </p:cNvSpPr>
                <p:nvPr/>
              </p:nvSpPr>
              <p:spPr>
                <a:xfrm>
                  <a:off x="4947979" y="2308754"/>
                  <a:ext cx="3265241" cy="461665"/>
                </a:xfrm>
                <a:prstGeom prst="rect">
                  <a:avLst/>
                </a:prstGeom>
                <a:blipFill rotWithShape="0">
                  <a:blip r:embed="rId3"/>
                  <a:stretch>
                    <a:fillRect l="-2991" t="-10667" b="-30667"/>
                  </a:stretch>
                </a:blipFill>
              </p:spPr>
              <p:txBody>
                <a:bodyPr/>
                <a:lstStyle/>
                <a:p>
                  <a:r>
                    <a:rPr lang="zh-TW" altLang="en-US">
                      <a:noFill/>
                    </a:rPr>
                    <a:t> </a:t>
                  </a:r>
                </a:p>
              </p:txBody>
            </p:sp>
          </mc:Fallback>
        </mc:AlternateContent>
        <p:cxnSp>
          <p:nvCxnSpPr>
            <p:cNvPr id="44" name="直線單箭頭接點 31">
              <a:extLst>
                <a:ext uri="{FF2B5EF4-FFF2-40B4-BE49-F238E27FC236}">
                  <a16:creationId xmlns:a16="http://schemas.microsoft.com/office/drawing/2014/main" id="{44FD114F-DE94-4A72-EF87-7FCE1009B2C2}"/>
                </a:ext>
              </a:extLst>
            </p:cNvPr>
            <p:cNvCxnSpPr/>
            <p:nvPr/>
          </p:nvCxnSpPr>
          <p:spPr>
            <a:xfrm>
              <a:off x="4257783" y="3038871"/>
              <a:ext cx="690196" cy="0"/>
            </a:xfrm>
            <a:prstGeom prst="straightConnector1">
              <a:avLst/>
            </a:prstGeom>
            <a:ln w="63500">
              <a:solidFill>
                <a:srgbClr val="00B05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文字方塊 32">
              <a:extLst>
                <a:ext uri="{FF2B5EF4-FFF2-40B4-BE49-F238E27FC236}">
                  <a16:creationId xmlns:a16="http://schemas.microsoft.com/office/drawing/2014/main" id="{6FE594F8-BF0F-DD7A-7DCE-FB54C70A9AC6}"/>
                </a:ext>
              </a:extLst>
            </p:cNvPr>
            <p:cNvSpPr txBox="1"/>
            <p:nvPr/>
          </p:nvSpPr>
          <p:spPr>
            <a:xfrm>
              <a:off x="4955188" y="2754441"/>
              <a:ext cx="2561545" cy="461665"/>
            </a:xfrm>
            <a:prstGeom prst="rect">
              <a:avLst/>
            </a:prstGeom>
            <a:noFill/>
          </p:spPr>
          <p:txBody>
            <a:bodyPr wrap="square" rtlCol="0">
              <a:spAutoFit/>
            </a:bodyPr>
            <a:lstStyle/>
            <a:p>
              <a:pPr>
                <a:defRPr/>
              </a:pPr>
              <a:r>
                <a:rPr lang="en-US" altLang="zh-TW" sz="2400" dirty="0">
                  <a:solidFill>
                    <a:prstClr val="black"/>
                  </a:solidFill>
                  <a:latin typeface="Calibri" panose="020F0502020204030204"/>
                  <a:ea typeface="新細明體" panose="02020500000000000000" pitchFamily="18" charset="-120"/>
                </a:rPr>
                <a:t>Momentum</a:t>
              </a:r>
              <a:endParaRPr lang="zh-TW" altLang="en-US" sz="2400" dirty="0">
                <a:solidFill>
                  <a:prstClr val="black"/>
                </a:solidFill>
                <a:latin typeface="Calibri" panose="020F0502020204030204"/>
                <a:ea typeface="新細明體" panose="02020500000000000000" pitchFamily="18" charset="-120"/>
              </a:endParaRPr>
            </a:p>
          </p:txBody>
        </p:sp>
        <p:sp>
          <p:nvSpPr>
            <p:cNvPr id="46" name="文字方塊 53">
              <a:extLst>
                <a:ext uri="{FF2B5EF4-FFF2-40B4-BE49-F238E27FC236}">
                  <a16:creationId xmlns:a16="http://schemas.microsoft.com/office/drawing/2014/main" id="{5FC7B1FE-C3D8-E15D-C897-8D5B994B352C}"/>
                </a:ext>
              </a:extLst>
            </p:cNvPr>
            <p:cNvSpPr txBox="1"/>
            <p:nvPr/>
          </p:nvSpPr>
          <p:spPr>
            <a:xfrm>
              <a:off x="4947979" y="3210869"/>
              <a:ext cx="2561545" cy="461665"/>
            </a:xfrm>
            <a:prstGeom prst="rect">
              <a:avLst/>
            </a:prstGeom>
            <a:noFill/>
          </p:spPr>
          <p:txBody>
            <a:bodyPr wrap="square" rtlCol="0">
              <a:spAutoFit/>
            </a:bodyPr>
            <a:lstStyle/>
            <a:p>
              <a:pPr>
                <a:defRPr/>
              </a:pPr>
              <a:r>
                <a:rPr lang="en-US" altLang="zh-TW" sz="2400" dirty="0">
                  <a:solidFill>
                    <a:prstClr val="black"/>
                  </a:solidFill>
                  <a:latin typeface="Calibri" panose="020F0502020204030204"/>
                  <a:ea typeface="新細明體" panose="02020500000000000000" pitchFamily="18" charset="-120"/>
                </a:rPr>
                <a:t>Real Movement</a:t>
              </a:r>
              <a:endParaRPr lang="zh-TW" altLang="en-US" sz="2400" dirty="0">
                <a:solidFill>
                  <a:prstClr val="black"/>
                </a:solidFill>
                <a:latin typeface="Calibri" panose="020F0502020204030204"/>
                <a:ea typeface="新細明體" panose="02020500000000000000" pitchFamily="18" charset="-120"/>
              </a:endParaRPr>
            </a:p>
          </p:txBody>
        </p:sp>
      </p:grpSp>
      <p:cxnSp>
        <p:nvCxnSpPr>
          <p:cNvPr id="47" name="直線單箭頭接點 61">
            <a:extLst>
              <a:ext uri="{FF2B5EF4-FFF2-40B4-BE49-F238E27FC236}">
                <a16:creationId xmlns:a16="http://schemas.microsoft.com/office/drawing/2014/main" id="{94CA83A2-7AD0-A4D4-B12B-415B999DBDF2}"/>
              </a:ext>
            </a:extLst>
          </p:cNvPr>
          <p:cNvCxnSpPr>
            <a:cxnSpLocks/>
          </p:cNvCxnSpPr>
          <p:nvPr/>
        </p:nvCxnSpPr>
        <p:spPr>
          <a:xfrm>
            <a:off x="7066136" y="5271459"/>
            <a:ext cx="777246" cy="0"/>
          </a:xfrm>
          <a:prstGeom prst="straightConnector1">
            <a:avLst/>
          </a:prstGeom>
          <a:ln w="63500">
            <a:solidFill>
              <a:srgbClr val="00B05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直線單箭頭接點 66">
            <a:extLst>
              <a:ext uri="{FF2B5EF4-FFF2-40B4-BE49-F238E27FC236}">
                <a16:creationId xmlns:a16="http://schemas.microsoft.com/office/drawing/2014/main" id="{168649E3-4755-DEE4-5497-777212E8F8BE}"/>
              </a:ext>
            </a:extLst>
          </p:cNvPr>
          <p:cNvCxnSpPr>
            <a:cxnSpLocks/>
          </p:cNvCxnSpPr>
          <p:nvPr/>
        </p:nvCxnSpPr>
        <p:spPr>
          <a:xfrm>
            <a:off x="8780456" y="5222068"/>
            <a:ext cx="652424" cy="11198"/>
          </a:xfrm>
          <a:prstGeom prst="straightConnector1">
            <a:avLst/>
          </a:prstGeom>
          <a:ln w="63500">
            <a:solidFill>
              <a:srgbClr val="00B05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直線單箭頭接點 68">
            <a:extLst>
              <a:ext uri="{FF2B5EF4-FFF2-40B4-BE49-F238E27FC236}">
                <a16:creationId xmlns:a16="http://schemas.microsoft.com/office/drawing/2014/main" id="{337D6924-CF9A-94A7-4A9A-09DA1171F789}"/>
              </a:ext>
            </a:extLst>
          </p:cNvPr>
          <p:cNvCxnSpPr>
            <a:cxnSpLocks/>
          </p:cNvCxnSpPr>
          <p:nvPr/>
        </p:nvCxnSpPr>
        <p:spPr>
          <a:xfrm>
            <a:off x="5004412" y="5569014"/>
            <a:ext cx="1157528"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32">
            <a:extLst>
              <a:ext uri="{FF2B5EF4-FFF2-40B4-BE49-F238E27FC236}">
                <a16:creationId xmlns:a16="http://schemas.microsoft.com/office/drawing/2014/main" id="{FCFBDB20-6E5A-D4B8-6425-C313711C31BA}"/>
              </a:ext>
            </a:extLst>
          </p:cNvPr>
          <p:cNvSpPr txBox="1"/>
          <p:nvPr/>
        </p:nvSpPr>
        <p:spPr>
          <a:xfrm>
            <a:off x="586421" y="976170"/>
            <a:ext cx="4618355" cy="581057"/>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marL="342900" indent="-342900" algn="l">
              <a:lnSpc>
                <a:spcPct val="150000"/>
              </a:lnSpc>
              <a:buFont typeface="Wingdings" pitchFamily="2" charset="2"/>
              <a:buChar char="Ø"/>
            </a:pPr>
            <a:r>
              <a:rPr lang="zh-CN" altLang="en-US" sz="2400" b="0" dirty="0">
                <a:solidFill>
                  <a:schemeClr val="tx1"/>
                </a:solidFill>
              </a:rPr>
              <a:t>动量随机梯度下降（</a:t>
            </a:r>
            <a:r>
              <a:rPr lang="en-US" altLang="zh-CN" sz="2400" b="0" dirty="0">
                <a:solidFill>
                  <a:schemeClr val="tx1"/>
                </a:solidFill>
              </a:rPr>
              <a:t>SGDM</a:t>
            </a:r>
            <a:r>
              <a:rPr lang="zh-CN" altLang="en-US" sz="2400" b="0" dirty="0">
                <a:solidFill>
                  <a:schemeClr val="tx1"/>
                </a:solidFill>
              </a:rPr>
              <a:t>）</a:t>
            </a:r>
          </a:p>
        </p:txBody>
      </p:sp>
      <p:sp>
        <p:nvSpPr>
          <p:cNvPr id="2" name="灯片编号占位符 1"/>
          <p:cNvSpPr>
            <a:spLocks noGrp="1"/>
          </p:cNvSpPr>
          <p:nvPr>
            <p:ph type="sldNum" sz="quarter" idx="14"/>
          </p:nvPr>
        </p:nvSpPr>
        <p:spPr/>
        <p:txBody>
          <a:bodyPr/>
          <a:lstStyle/>
          <a:p>
            <a:fld id="{AF69888C-E133-43D9-A638-B5C95925B91C}" type="slidenum">
              <a:rPr lang="zh-CN" altLang="en-US" smtClean="0"/>
              <a:t>40</a:t>
            </a:fld>
            <a:endParaRPr lang="zh-CN" altLang="en-US" dirty="0"/>
          </a:p>
        </p:txBody>
      </p:sp>
    </p:spTree>
    <p:extLst>
      <p:ext uri="{BB962C8B-B14F-4D97-AF65-F5344CB8AC3E}">
        <p14:creationId xmlns:p14="http://schemas.microsoft.com/office/powerpoint/2010/main" val="3289206975"/>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3" grpId="0" animBg="1"/>
      <p:bldP spid="24" grpId="0" animBg="1"/>
      <p:bldP spid="27" grpId="0" animBg="1"/>
      <p:bldP spid="30" grpId="0"/>
      <p:bldP spid="31" grpId="0" animBg="1"/>
      <p:bldP spid="36" grpId="0" animBg="1"/>
      <p:bldP spid="37" grpId="0" animBg="1"/>
      <p:bldP spid="38" grpId="0" animBg="1"/>
      <p:bldP spid="3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1C1F78CB-0995-066A-6B84-E76EA78EF938}"/>
              </a:ext>
            </a:extLst>
          </p:cNvPr>
          <p:cNvSpPr txBox="1"/>
          <p:nvPr/>
        </p:nvSpPr>
        <p:spPr>
          <a:xfrm>
            <a:off x="604531" y="0"/>
            <a:ext cx="6096000" cy="905761"/>
          </a:xfrm>
          <a:prstGeom prst="rect">
            <a:avLst/>
          </a:prstGeom>
          <a:noFill/>
        </p:spPr>
        <p:txBody>
          <a:bodyPr wrap="square">
            <a:spAutoFit/>
          </a:bodyPr>
          <a:lstStyle/>
          <a:p>
            <a:pPr algn="l">
              <a:lnSpc>
                <a:spcPct val="150000"/>
              </a:lnSpc>
            </a:pPr>
            <a:r>
              <a:rPr lang="en-US" altLang="zh-CN" sz="4000" b="1" dirty="0"/>
              <a:t>3 </a:t>
            </a:r>
            <a:r>
              <a:rPr lang="zh-CN" altLang="en-US" sz="4000" b="1" dirty="0"/>
              <a:t>深度学习优化器</a:t>
            </a:r>
          </a:p>
        </p:txBody>
      </p:sp>
      <p:sp>
        <p:nvSpPr>
          <p:cNvPr id="14" name="文本框 32">
            <a:extLst>
              <a:ext uri="{FF2B5EF4-FFF2-40B4-BE49-F238E27FC236}">
                <a16:creationId xmlns:a16="http://schemas.microsoft.com/office/drawing/2014/main" id="{5E856890-C27F-FABE-5621-8245808707E3}"/>
              </a:ext>
            </a:extLst>
          </p:cNvPr>
          <p:cNvSpPr txBox="1"/>
          <p:nvPr/>
        </p:nvSpPr>
        <p:spPr>
          <a:xfrm>
            <a:off x="609702" y="900670"/>
            <a:ext cx="4618355" cy="581057"/>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marL="342900" indent="-342900" algn="l">
              <a:lnSpc>
                <a:spcPct val="150000"/>
              </a:lnSpc>
              <a:buFont typeface="Wingdings" pitchFamily="2" charset="2"/>
              <a:buChar char="Ø"/>
            </a:pPr>
            <a:r>
              <a:rPr lang="en-US" altLang="zh-CN" sz="2400" b="0" dirty="0">
                <a:solidFill>
                  <a:schemeClr val="tx1"/>
                </a:solidFill>
              </a:rPr>
              <a:t>Adam</a:t>
            </a:r>
          </a:p>
        </p:txBody>
      </p:sp>
      <p:sp>
        <p:nvSpPr>
          <p:cNvPr id="15" name="文本框 32">
            <a:extLst>
              <a:ext uri="{FF2B5EF4-FFF2-40B4-BE49-F238E27FC236}">
                <a16:creationId xmlns:a16="http://schemas.microsoft.com/office/drawing/2014/main" id="{DAD9B87A-9E97-0282-93E4-9A11C56FB792}"/>
              </a:ext>
            </a:extLst>
          </p:cNvPr>
          <p:cNvSpPr txBox="1"/>
          <p:nvPr/>
        </p:nvSpPr>
        <p:spPr>
          <a:xfrm>
            <a:off x="1135287" y="1592089"/>
            <a:ext cx="8688335" cy="1135054"/>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marL="342900" indent="-342900" algn="l">
              <a:lnSpc>
                <a:spcPct val="150000"/>
              </a:lnSpc>
              <a:buFont typeface="Wingdings" pitchFamily="2" charset="2"/>
              <a:buChar char="q"/>
            </a:pPr>
            <a:r>
              <a:rPr lang="en-CN" altLang="zh-CN" sz="2400" b="0" dirty="0">
                <a:solidFill>
                  <a:schemeClr val="tx1"/>
                </a:solidFill>
              </a:rPr>
              <a:t>Adam=</a:t>
            </a:r>
            <a:r>
              <a:rPr lang="en-US" altLang="zh-CN" sz="2400" b="0" dirty="0" err="1">
                <a:solidFill>
                  <a:schemeClr val="tx1"/>
                </a:solidFill>
              </a:rPr>
              <a:t>RMSProp</a:t>
            </a:r>
            <a:r>
              <a:rPr lang="en-US" altLang="zh-CN" sz="2400" b="0" dirty="0">
                <a:solidFill>
                  <a:schemeClr val="tx1"/>
                </a:solidFill>
              </a:rPr>
              <a:t> (Advanced </a:t>
            </a:r>
            <a:r>
              <a:rPr lang="en-US" altLang="zh-CN" sz="2400" b="0" dirty="0" err="1">
                <a:solidFill>
                  <a:schemeClr val="tx1"/>
                </a:solidFill>
              </a:rPr>
              <a:t>Adagrad</a:t>
            </a:r>
            <a:r>
              <a:rPr lang="en-US" altLang="zh-CN" sz="2400" b="0" dirty="0">
                <a:solidFill>
                  <a:schemeClr val="tx1"/>
                </a:solidFill>
              </a:rPr>
              <a:t>) + Momentum </a:t>
            </a:r>
          </a:p>
          <a:p>
            <a:pPr marL="342900" indent="-342900" algn="l">
              <a:lnSpc>
                <a:spcPct val="150000"/>
              </a:lnSpc>
              <a:buFont typeface="Wingdings" pitchFamily="2" charset="2"/>
              <a:buChar char="q"/>
            </a:pPr>
            <a:endParaRPr lang="en-US" altLang="zh-CN" sz="2400" b="0" dirty="0">
              <a:solidFill>
                <a:schemeClr val="tx1"/>
              </a:solidFill>
            </a:endParaRPr>
          </a:p>
        </p:txBody>
      </p:sp>
      <p:sp>
        <p:nvSpPr>
          <p:cNvPr id="16" name="文本框 101">
            <a:extLst>
              <a:ext uri="{FF2B5EF4-FFF2-40B4-BE49-F238E27FC236}">
                <a16:creationId xmlns:a16="http://schemas.microsoft.com/office/drawing/2014/main" id="{B172F0CF-0D72-D281-1806-D2DF9E39A0FE}"/>
              </a:ext>
            </a:extLst>
          </p:cNvPr>
          <p:cNvSpPr txBox="1"/>
          <p:nvPr/>
        </p:nvSpPr>
        <p:spPr>
          <a:xfrm>
            <a:off x="1461303" y="2417527"/>
            <a:ext cx="6719939" cy="1135054"/>
          </a:xfrm>
          <a:prstGeom prst="rect">
            <a:avLst/>
          </a:prstGeom>
          <a:noFill/>
          <a:ln w="9525">
            <a:noFill/>
          </a:ln>
        </p:spPr>
        <p:txBody>
          <a:bodyPr wrap="square">
            <a:spAutoFit/>
          </a:bodyPr>
          <a:lstStyle/>
          <a:p>
            <a:pPr marL="342900" indent="-342900">
              <a:lnSpc>
                <a:spcPct val="150000"/>
              </a:lnSpc>
              <a:buFont typeface="Wingdings" pitchFamily="2" charset="2"/>
              <a:buChar char="ü"/>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可以独立的调整每一个参数的学习率</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Wingdings" pitchFamily="2" charset="2"/>
              <a:buChar char="ü"/>
            </a:pPr>
            <a:r>
              <a:rPr lang="zh-CN" altLang="en-US" sz="2400" b="0" dirty="0">
                <a:latin typeface="微软雅黑" panose="020B0503020204020204" pitchFamily="34" charset="-122"/>
                <a:ea typeface="微软雅黑" panose="020B0503020204020204" pitchFamily="34" charset="-122"/>
                <a:cs typeface="微软雅黑" panose="020B0503020204020204" pitchFamily="34" charset="-122"/>
              </a:rPr>
              <a:t>结合梯度与动量来更新参数</a:t>
            </a:r>
          </a:p>
        </p:txBody>
      </p:sp>
      <p:sp>
        <p:nvSpPr>
          <p:cNvPr id="17" name="文本框 32">
            <a:extLst>
              <a:ext uri="{FF2B5EF4-FFF2-40B4-BE49-F238E27FC236}">
                <a16:creationId xmlns:a16="http://schemas.microsoft.com/office/drawing/2014/main" id="{FBCD60D6-5A2A-AFD9-10CE-A3B4BC64C27C}"/>
              </a:ext>
            </a:extLst>
          </p:cNvPr>
          <p:cNvSpPr txBox="1"/>
          <p:nvPr/>
        </p:nvSpPr>
        <p:spPr>
          <a:xfrm>
            <a:off x="1135286" y="4830250"/>
            <a:ext cx="10391696" cy="1135054"/>
          </a:xfrm>
          <a:prstGeom prst="rect">
            <a:avLst/>
          </a:prstGeom>
          <a:noFill/>
        </p:spPr>
        <p:txBody>
          <a:bodyPr wrap="square" rtlCol="0">
            <a:spAutoFit/>
          </a:bodyPr>
          <a:lstStyle>
            <a:defPPr>
              <a:defRPr lang="zh-CN"/>
            </a:defPPr>
            <a:lvl1pPr algn="ctr">
              <a:defRPr sz="3600" b="1">
                <a:solidFill>
                  <a:srgbClr val="333333"/>
                </a:solidFill>
                <a:latin typeface="微软雅黑" panose="020B0503020204020204" pitchFamily="34" charset="-122"/>
                <a:ea typeface="微软雅黑" panose="020B0503020204020204" pitchFamily="34" charset="-122"/>
              </a:defRPr>
            </a:lvl1pPr>
          </a:lstStyle>
          <a:p>
            <a:pPr marL="342900" indent="-342900" algn="l">
              <a:lnSpc>
                <a:spcPct val="150000"/>
              </a:lnSpc>
              <a:buFont typeface="Wingdings" pitchFamily="2" charset="2"/>
              <a:buChar char="q"/>
            </a:pPr>
            <a:r>
              <a:rPr lang="en-CN" altLang="zh-CN" sz="2400" b="0">
                <a:solidFill>
                  <a:schemeClr val="tx1"/>
                </a:solidFill>
              </a:rPr>
              <a:t>Adam</a:t>
            </a:r>
            <a:r>
              <a:rPr lang="zh-CN" altLang="en-CN" sz="2400" b="0" dirty="0">
                <a:solidFill>
                  <a:schemeClr val="tx1"/>
                </a:solidFill>
              </a:rPr>
              <a:t>是</a:t>
            </a:r>
            <a:r>
              <a:rPr lang="zh-CN" altLang="en-US" sz="2400" b="0" dirty="0">
                <a:solidFill>
                  <a:schemeClr val="tx1"/>
                </a:solidFill>
              </a:rPr>
              <a:t>小模型常用的参数更新方法，大模型用升级版本</a:t>
            </a:r>
            <a:r>
              <a:rPr lang="en-US" altLang="zh-CN" sz="2400" b="0" dirty="0" err="1">
                <a:solidFill>
                  <a:schemeClr val="tx1"/>
                </a:solidFill>
              </a:rPr>
              <a:t>AdamW</a:t>
            </a:r>
            <a:r>
              <a:rPr lang="zh-CN" altLang="en-US" sz="2400" b="0" dirty="0">
                <a:solidFill>
                  <a:schemeClr val="tx1"/>
                </a:solidFill>
              </a:rPr>
              <a:t>（</a:t>
            </a:r>
            <a:r>
              <a:rPr lang="en" altLang="zh-CN" sz="2400" b="0" dirty="0">
                <a:solidFill>
                  <a:schemeClr val="tx1"/>
                </a:solidFill>
              </a:rPr>
              <a:t> </a:t>
            </a:r>
            <a:r>
              <a:rPr lang="zh-CN" altLang="en-US" sz="2400" b="0" dirty="0">
                <a:solidFill>
                  <a:schemeClr val="tx1"/>
                </a:solidFill>
              </a:rPr>
              <a:t>把参数衰减从损失函数中分离出来，变为对权重 </a:t>
            </a:r>
            <a:r>
              <a:rPr lang="en" altLang="zh-CN" sz="2400" b="0" dirty="0">
                <a:solidFill>
                  <a:schemeClr val="tx1"/>
                </a:solidFill>
              </a:rPr>
              <a:t>w </a:t>
            </a:r>
            <a:r>
              <a:rPr lang="zh-CN" altLang="en-US" sz="2400" b="0" dirty="0">
                <a:solidFill>
                  <a:schemeClr val="tx1"/>
                </a:solidFill>
              </a:rPr>
              <a:t>的直接按比例衰减）</a:t>
            </a:r>
            <a:endParaRPr lang="en-US" altLang="zh-CN" sz="2400" b="0" dirty="0">
              <a:solidFill>
                <a:schemeClr val="tx1"/>
              </a:solidFill>
            </a:endParaRPr>
          </a:p>
        </p:txBody>
      </p:sp>
      <p:pic>
        <p:nvPicPr>
          <p:cNvPr id="18" name="圖片 4">
            <a:extLst>
              <a:ext uri="{FF2B5EF4-FFF2-40B4-BE49-F238E27FC236}">
                <a16:creationId xmlns:a16="http://schemas.microsoft.com/office/drawing/2014/main" id="{A3ED9D9C-6B60-E52E-B20B-9A5BC150FD27}"/>
              </a:ext>
            </a:extLst>
          </p:cNvPr>
          <p:cNvPicPr>
            <a:picLocks noChangeAspect="1"/>
          </p:cNvPicPr>
          <p:nvPr/>
        </p:nvPicPr>
        <p:blipFill>
          <a:blip r:embed="rId2"/>
          <a:stretch>
            <a:fillRect/>
          </a:stretch>
        </p:blipFill>
        <p:spPr>
          <a:xfrm>
            <a:off x="1991112" y="3596703"/>
            <a:ext cx="7414961" cy="945044"/>
          </a:xfrm>
          <a:prstGeom prst="rect">
            <a:avLst/>
          </a:prstGeom>
        </p:spPr>
      </p:pic>
      <p:cxnSp>
        <p:nvCxnSpPr>
          <p:cNvPr id="19" name="直線接點 10">
            <a:extLst>
              <a:ext uri="{FF2B5EF4-FFF2-40B4-BE49-F238E27FC236}">
                <a16:creationId xmlns:a16="http://schemas.microsoft.com/office/drawing/2014/main" id="{EAB5A436-3B54-CF22-5A29-FB8E3657E71F}"/>
              </a:ext>
            </a:extLst>
          </p:cNvPr>
          <p:cNvCxnSpPr/>
          <p:nvPr/>
        </p:nvCxnSpPr>
        <p:spPr>
          <a:xfrm>
            <a:off x="6117562" y="4250340"/>
            <a:ext cx="97155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灯片编号占位符 1"/>
          <p:cNvSpPr>
            <a:spLocks noGrp="1"/>
          </p:cNvSpPr>
          <p:nvPr>
            <p:ph type="sldNum" sz="quarter" idx="14"/>
          </p:nvPr>
        </p:nvSpPr>
        <p:spPr/>
        <p:txBody>
          <a:bodyPr/>
          <a:lstStyle/>
          <a:p>
            <a:fld id="{AF69888C-E133-43D9-A638-B5C95925B91C}" type="slidenum">
              <a:rPr lang="zh-CN" altLang="en-US" smtClean="0"/>
              <a:t>41</a:t>
            </a:fld>
            <a:endParaRPr lang="zh-CN" altLang="en-US" dirty="0"/>
          </a:p>
        </p:txBody>
      </p:sp>
    </p:spTree>
    <p:extLst>
      <p:ext uri="{BB962C8B-B14F-4D97-AF65-F5344CB8AC3E}">
        <p14:creationId xmlns:p14="http://schemas.microsoft.com/office/powerpoint/2010/main" val="4181371642"/>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blinds(horizontal)">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linds(horizontal)">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752E49C0-DDF6-121C-0162-2A3E8E280C3B}"/>
              </a:ext>
            </a:extLst>
          </p:cNvPr>
          <p:cNvSpPr txBox="1"/>
          <p:nvPr/>
        </p:nvSpPr>
        <p:spPr>
          <a:xfrm>
            <a:off x="604531" y="9260"/>
            <a:ext cx="6096000" cy="905761"/>
          </a:xfrm>
          <a:prstGeom prst="rect">
            <a:avLst/>
          </a:prstGeom>
          <a:noFill/>
        </p:spPr>
        <p:txBody>
          <a:bodyPr wrap="square">
            <a:spAutoFit/>
          </a:bodyPr>
          <a:lstStyle/>
          <a:p>
            <a:pPr algn="l">
              <a:lnSpc>
                <a:spcPct val="150000"/>
              </a:lnSpc>
            </a:pPr>
            <a:r>
              <a:rPr lang="en-US" altLang="zh-CN" sz="4000" b="1" dirty="0">
                <a:sym typeface="+mn-ea"/>
              </a:rPr>
              <a:t>4</a:t>
            </a:r>
            <a:r>
              <a:rPr lang="zh-CN" altLang="en-US" sz="4000" b="1" dirty="0">
                <a:sym typeface="+mn-ea"/>
              </a:rPr>
              <a:t> 梯度消失</a:t>
            </a:r>
          </a:p>
        </p:txBody>
      </p:sp>
      <p:pic>
        <p:nvPicPr>
          <p:cNvPr id="4" name="圖片 6">
            <a:extLst>
              <a:ext uri="{FF2B5EF4-FFF2-40B4-BE49-F238E27FC236}">
                <a16:creationId xmlns:a16="http://schemas.microsoft.com/office/drawing/2014/main" id="{CBC25932-81B9-7B52-4062-98269DFD51AD}"/>
              </a:ext>
            </a:extLst>
          </p:cNvPr>
          <p:cNvPicPr>
            <a:picLocks noChangeAspect="1"/>
          </p:cNvPicPr>
          <p:nvPr/>
        </p:nvPicPr>
        <p:blipFill>
          <a:blip r:embed="rId2"/>
          <a:stretch>
            <a:fillRect/>
          </a:stretch>
        </p:blipFill>
        <p:spPr>
          <a:xfrm>
            <a:off x="2547910" y="1445036"/>
            <a:ext cx="6659918" cy="4339037"/>
          </a:xfrm>
          <a:prstGeom prst="rect">
            <a:avLst/>
          </a:prstGeom>
        </p:spPr>
      </p:pic>
      <p:sp>
        <p:nvSpPr>
          <p:cNvPr id="5" name="文字方塊 2">
            <a:extLst>
              <a:ext uri="{FF2B5EF4-FFF2-40B4-BE49-F238E27FC236}">
                <a16:creationId xmlns:a16="http://schemas.microsoft.com/office/drawing/2014/main" id="{B86F1FFA-B419-9068-41A8-72873B30315C}"/>
              </a:ext>
            </a:extLst>
          </p:cNvPr>
          <p:cNvSpPr txBox="1"/>
          <p:nvPr/>
        </p:nvSpPr>
        <p:spPr>
          <a:xfrm>
            <a:off x="2652011" y="4438700"/>
            <a:ext cx="6469318" cy="52322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defRPr/>
            </a:pPr>
            <a:r>
              <a:rPr lang="zh-TW" altLang="en-US" sz="2800" dirty="0">
                <a:solidFill>
                  <a:prstClr val="white"/>
                </a:solidFill>
                <a:latin typeface="+mn-ea"/>
              </a:rPr>
              <a:t>更深并不意味着更好</a:t>
            </a:r>
          </a:p>
        </p:txBody>
      </p:sp>
      <p:sp>
        <p:nvSpPr>
          <p:cNvPr id="6" name="矩形 3">
            <a:extLst>
              <a:ext uri="{FF2B5EF4-FFF2-40B4-BE49-F238E27FC236}">
                <a16:creationId xmlns:a16="http://schemas.microsoft.com/office/drawing/2014/main" id="{2EB3EE8B-FB2D-9918-17EA-796AEB9D80B3}"/>
              </a:ext>
            </a:extLst>
          </p:cNvPr>
          <p:cNvSpPr/>
          <p:nvPr/>
        </p:nvSpPr>
        <p:spPr>
          <a:xfrm>
            <a:off x="4246915" y="3314536"/>
            <a:ext cx="3047952" cy="54734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zh-TW" altLang="en-US" sz="2800" b="1" dirty="0">
                <a:solidFill>
                  <a:prstClr val="white"/>
                </a:solidFill>
                <a:latin typeface="+mn-ea"/>
              </a:rPr>
              <a:t>训练数据上</a:t>
            </a:r>
            <a:r>
              <a:rPr lang="zh-TW" altLang="en-US" sz="2800" dirty="0">
                <a:solidFill>
                  <a:prstClr val="white"/>
                </a:solidFill>
                <a:latin typeface="+mn-ea"/>
              </a:rPr>
              <a:t>的结果</a:t>
            </a:r>
          </a:p>
        </p:txBody>
      </p:sp>
      <p:cxnSp>
        <p:nvCxnSpPr>
          <p:cNvPr id="7" name="直線單箭頭接點 5">
            <a:extLst>
              <a:ext uri="{FF2B5EF4-FFF2-40B4-BE49-F238E27FC236}">
                <a16:creationId xmlns:a16="http://schemas.microsoft.com/office/drawing/2014/main" id="{CB88B4AB-5FDD-5538-783C-4A5EDDD6DC7C}"/>
              </a:ext>
            </a:extLst>
          </p:cNvPr>
          <p:cNvCxnSpPr>
            <a:stCxn id="6" idx="0"/>
          </p:cNvCxnSpPr>
          <p:nvPr/>
        </p:nvCxnSpPr>
        <p:spPr>
          <a:xfrm flipV="1">
            <a:off x="5770891" y="2569200"/>
            <a:ext cx="1074638" cy="7453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3">
            <a:extLst>
              <a:ext uri="{FF2B5EF4-FFF2-40B4-BE49-F238E27FC236}">
                <a16:creationId xmlns:a16="http://schemas.microsoft.com/office/drawing/2014/main" id="{AA29B0BC-9B45-A3F2-2481-D4485BC4CB44}"/>
              </a:ext>
            </a:extLst>
          </p:cNvPr>
          <p:cNvSpPr txBox="1"/>
          <p:nvPr/>
        </p:nvSpPr>
        <p:spPr>
          <a:xfrm>
            <a:off x="975278" y="864684"/>
            <a:ext cx="9401810" cy="580352"/>
          </a:xfrm>
          <a:prstGeom prst="rect">
            <a:avLst/>
          </a:prstGeom>
          <a:noFill/>
        </p:spPr>
        <p:txBody>
          <a:bodyPr wrap="square" rtlCol="0" anchor="t">
            <a:spAutoFit/>
          </a:bodyPr>
          <a:lstStyle/>
          <a:p>
            <a:pPr marL="342900" indent="-342900">
              <a:lnSpc>
                <a:spcPct val="150000"/>
              </a:lnSpc>
              <a:buFont typeface="Wingdings" pitchFamily="2" charset="2"/>
              <a:buChar char="Ø"/>
            </a:pPr>
            <a:r>
              <a:rPr lang="zh-CN" altLang="en-US" sz="2400" dirty="0"/>
              <a:t>深度神经网络的性能</a:t>
            </a:r>
          </a:p>
        </p:txBody>
      </p:sp>
      <p:sp>
        <p:nvSpPr>
          <p:cNvPr id="9" name="文本框 3">
            <a:extLst>
              <a:ext uri="{FF2B5EF4-FFF2-40B4-BE49-F238E27FC236}">
                <a16:creationId xmlns:a16="http://schemas.microsoft.com/office/drawing/2014/main" id="{B54B18EA-3593-355C-F386-F3106C9197CE}"/>
              </a:ext>
            </a:extLst>
          </p:cNvPr>
          <p:cNvSpPr txBox="1"/>
          <p:nvPr/>
        </p:nvSpPr>
        <p:spPr>
          <a:xfrm>
            <a:off x="1088742" y="5767570"/>
            <a:ext cx="9401810" cy="580352"/>
          </a:xfrm>
          <a:prstGeom prst="rect">
            <a:avLst/>
          </a:prstGeom>
          <a:noFill/>
        </p:spPr>
        <p:txBody>
          <a:bodyPr wrap="square" rtlCol="0" anchor="t">
            <a:spAutoFit/>
          </a:bodyPr>
          <a:lstStyle/>
          <a:p>
            <a:pPr marL="342900" indent="-342900">
              <a:lnSpc>
                <a:spcPct val="150000"/>
              </a:lnSpc>
              <a:buFont typeface="Wingdings" pitchFamily="2" charset="2"/>
              <a:buChar char="q"/>
            </a:pPr>
            <a:r>
              <a:rPr lang="en-US" altLang="zh-CN" sz="2400" dirty="0"/>
              <a:t>1980</a:t>
            </a:r>
            <a:r>
              <a:rPr lang="zh-CN" altLang="en-US" sz="2400" dirty="0"/>
              <a:t>年代，激活函数一般使用</a:t>
            </a:r>
            <a:r>
              <a:rPr lang="en-US" altLang="zh-CN" sz="2400" dirty="0"/>
              <a:t>sigmoid</a:t>
            </a:r>
            <a:r>
              <a:rPr lang="zh-CN" altLang="en-US" sz="2400" dirty="0"/>
              <a:t>函数</a:t>
            </a:r>
          </a:p>
        </p:txBody>
      </p:sp>
      <p:sp>
        <p:nvSpPr>
          <p:cNvPr id="2" name="灯片编号占位符 1"/>
          <p:cNvSpPr>
            <a:spLocks noGrp="1"/>
          </p:cNvSpPr>
          <p:nvPr>
            <p:ph type="sldNum" sz="quarter" idx="14"/>
          </p:nvPr>
        </p:nvSpPr>
        <p:spPr/>
        <p:txBody>
          <a:bodyPr/>
          <a:lstStyle/>
          <a:p>
            <a:fld id="{AF69888C-E133-43D9-A638-B5C95925B91C}" type="slidenum">
              <a:rPr lang="zh-CN" altLang="en-US" smtClean="0"/>
              <a:t>42</a:t>
            </a:fld>
            <a:endParaRPr lang="zh-CN" altLang="en-US" dirty="0"/>
          </a:p>
        </p:txBody>
      </p:sp>
    </p:spTree>
    <p:extLst>
      <p:ext uri="{BB962C8B-B14F-4D97-AF65-F5344CB8AC3E}">
        <p14:creationId xmlns:p14="http://schemas.microsoft.com/office/powerpoint/2010/main" val="3451567583"/>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752E49C0-DDF6-121C-0162-2A3E8E280C3B}"/>
              </a:ext>
            </a:extLst>
          </p:cNvPr>
          <p:cNvSpPr txBox="1"/>
          <p:nvPr/>
        </p:nvSpPr>
        <p:spPr>
          <a:xfrm>
            <a:off x="604531" y="9260"/>
            <a:ext cx="6096000" cy="905761"/>
          </a:xfrm>
          <a:prstGeom prst="rect">
            <a:avLst/>
          </a:prstGeom>
          <a:noFill/>
        </p:spPr>
        <p:txBody>
          <a:bodyPr wrap="square">
            <a:spAutoFit/>
          </a:bodyPr>
          <a:lstStyle/>
          <a:p>
            <a:pPr algn="l">
              <a:lnSpc>
                <a:spcPct val="150000"/>
              </a:lnSpc>
            </a:pPr>
            <a:r>
              <a:rPr lang="en-US" altLang="zh-CN" sz="4000" b="1" dirty="0">
                <a:sym typeface="+mn-ea"/>
              </a:rPr>
              <a:t>4</a:t>
            </a:r>
            <a:r>
              <a:rPr lang="zh-CN" altLang="en-US" sz="4000" b="1" dirty="0">
                <a:sym typeface="+mn-ea"/>
              </a:rPr>
              <a:t> 梯度消失</a:t>
            </a:r>
          </a:p>
        </p:txBody>
      </p:sp>
      <p:sp>
        <p:nvSpPr>
          <p:cNvPr id="144" name="矩形 136">
            <a:extLst>
              <a:ext uri="{FF2B5EF4-FFF2-40B4-BE49-F238E27FC236}">
                <a16:creationId xmlns:a16="http://schemas.microsoft.com/office/drawing/2014/main" id="{CB91DCC9-B65B-2E51-6BD5-ED79937CF57F}"/>
              </a:ext>
            </a:extLst>
          </p:cNvPr>
          <p:cNvSpPr/>
          <p:nvPr/>
        </p:nvSpPr>
        <p:spPr>
          <a:xfrm>
            <a:off x="3518245" y="1633147"/>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45" name="矩形 137">
            <a:extLst>
              <a:ext uri="{FF2B5EF4-FFF2-40B4-BE49-F238E27FC236}">
                <a16:creationId xmlns:a16="http://schemas.microsoft.com/office/drawing/2014/main" id="{9B0C2B5D-5703-F431-97B6-D09036A4ED36}"/>
              </a:ext>
            </a:extLst>
          </p:cNvPr>
          <p:cNvSpPr/>
          <p:nvPr/>
        </p:nvSpPr>
        <p:spPr>
          <a:xfrm>
            <a:off x="4843831" y="1616800"/>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46" name="矩形 138">
            <a:extLst>
              <a:ext uri="{FF2B5EF4-FFF2-40B4-BE49-F238E27FC236}">
                <a16:creationId xmlns:a16="http://schemas.microsoft.com/office/drawing/2014/main" id="{BFBC12A5-C2DB-A08F-117F-4D3258B5DE1F}"/>
              </a:ext>
            </a:extLst>
          </p:cNvPr>
          <p:cNvSpPr/>
          <p:nvPr/>
        </p:nvSpPr>
        <p:spPr>
          <a:xfrm>
            <a:off x="6877168" y="164394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47" name="矩形 140">
            <a:extLst>
              <a:ext uri="{FF2B5EF4-FFF2-40B4-BE49-F238E27FC236}">
                <a16:creationId xmlns:a16="http://schemas.microsoft.com/office/drawing/2014/main" id="{4696CF3C-7EF5-6E58-2395-44D125A8675B}"/>
              </a:ext>
            </a:extLst>
          </p:cNvPr>
          <p:cNvSpPr/>
          <p:nvPr/>
        </p:nvSpPr>
        <p:spPr>
          <a:xfrm>
            <a:off x="2335143" y="1660788"/>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cxnSp>
        <p:nvCxnSpPr>
          <p:cNvPr id="148" name="直線單箭頭接點 141">
            <a:extLst>
              <a:ext uri="{FF2B5EF4-FFF2-40B4-BE49-F238E27FC236}">
                <a16:creationId xmlns:a16="http://schemas.microsoft.com/office/drawing/2014/main" id="{89D1FDB2-26A7-A05C-DE86-487AB1FB3EAB}"/>
              </a:ext>
            </a:extLst>
          </p:cNvPr>
          <p:cNvCxnSpPr/>
          <p:nvPr/>
        </p:nvCxnSpPr>
        <p:spPr>
          <a:xfrm>
            <a:off x="7263976" y="2692362"/>
            <a:ext cx="7012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直線單箭頭接點 142">
            <a:extLst>
              <a:ext uri="{FF2B5EF4-FFF2-40B4-BE49-F238E27FC236}">
                <a16:creationId xmlns:a16="http://schemas.microsoft.com/office/drawing/2014/main" id="{C771990D-9F4F-5FB2-A847-58EF52DE0366}"/>
              </a:ext>
            </a:extLst>
          </p:cNvPr>
          <p:cNvCxnSpPr/>
          <p:nvPr/>
        </p:nvCxnSpPr>
        <p:spPr>
          <a:xfrm>
            <a:off x="7373292" y="3938252"/>
            <a:ext cx="59198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線單箭頭接點 143">
            <a:extLst>
              <a:ext uri="{FF2B5EF4-FFF2-40B4-BE49-F238E27FC236}">
                <a16:creationId xmlns:a16="http://schemas.microsoft.com/office/drawing/2014/main" id="{F20F4BD4-D816-939E-EE92-08B0D6448A13}"/>
              </a:ext>
            </a:extLst>
          </p:cNvPr>
          <p:cNvCxnSpPr/>
          <p:nvPr/>
        </p:nvCxnSpPr>
        <p:spPr>
          <a:xfrm>
            <a:off x="7240092" y="1913559"/>
            <a:ext cx="72518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1" name="矩形 144">
            <a:extLst>
              <a:ext uri="{FF2B5EF4-FFF2-40B4-BE49-F238E27FC236}">
                <a16:creationId xmlns:a16="http://schemas.microsoft.com/office/drawing/2014/main" id="{6B2FB530-8C80-A92D-0D3B-E92521CDB7D0}"/>
              </a:ext>
            </a:extLst>
          </p:cNvPr>
          <p:cNvSpPr/>
          <p:nvPr/>
        </p:nvSpPr>
        <p:spPr>
          <a:xfrm>
            <a:off x="2403530" y="2378481"/>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52" name="矩形 145">
            <a:extLst>
              <a:ext uri="{FF2B5EF4-FFF2-40B4-BE49-F238E27FC236}">
                <a16:creationId xmlns:a16="http://schemas.microsoft.com/office/drawing/2014/main" id="{AD440F74-9870-ED76-1348-86520DFAB00D}"/>
              </a:ext>
            </a:extLst>
          </p:cNvPr>
          <p:cNvSpPr/>
          <p:nvPr/>
        </p:nvSpPr>
        <p:spPr>
          <a:xfrm>
            <a:off x="2409348" y="180815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graphicFrame>
        <p:nvGraphicFramePr>
          <p:cNvPr id="153" name="Object 12">
            <a:extLst>
              <a:ext uri="{FF2B5EF4-FFF2-40B4-BE49-F238E27FC236}">
                <a16:creationId xmlns:a16="http://schemas.microsoft.com/office/drawing/2014/main" id="{EF7BC40F-CEB6-6294-03C1-8B0509819EBD}"/>
              </a:ext>
            </a:extLst>
          </p:cNvPr>
          <p:cNvGraphicFramePr>
            <a:graphicFrameLocks noChangeAspect="1"/>
          </p:cNvGraphicFramePr>
          <p:nvPr/>
        </p:nvGraphicFramePr>
        <p:xfrm>
          <a:off x="2422047" y="1712902"/>
          <a:ext cx="325438" cy="461962"/>
        </p:xfrm>
        <a:graphic>
          <a:graphicData uri="http://schemas.openxmlformats.org/presentationml/2006/ole">
            <mc:AlternateContent xmlns:mc="http://schemas.openxmlformats.org/markup-compatibility/2006">
              <mc:Choice xmlns:v="urn:schemas-microsoft-com:vml" Requires="v">
                <p:oleObj name="方程式" r:id="rId2" imgW="152280" imgH="215640" progId="Equation.3">
                  <p:embed/>
                </p:oleObj>
              </mc:Choice>
              <mc:Fallback>
                <p:oleObj name="方程式" r:id="rId2" imgW="152280" imgH="215640" progId="Equation.3">
                  <p:embed/>
                  <p:pic>
                    <p:nvPicPr>
                      <p:cNvPr id="153" name="Object 12">
                        <a:extLst>
                          <a:ext uri="{FF2B5EF4-FFF2-40B4-BE49-F238E27FC236}">
                            <a16:creationId xmlns:a16="http://schemas.microsoft.com/office/drawing/2014/main" id="{EF7BC40F-CEB6-6294-03C1-8B0509819EBD}"/>
                          </a:ext>
                        </a:extLst>
                      </p:cNvPr>
                      <p:cNvPicPr>
                        <a:picLocks noChangeAspect="1" noChangeArrowheads="1"/>
                      </p:cNvPicPr>
                      <p:nvPr/>
                    </p:nvPicPr>
                    <p:blipFill>
                      <a:blip r:embed="rId3"/>
                      <a:srcRect/>
                      <a:stretch>
                        <a:fillRect/>
                      </a:stretch>
                    </p:blipFill>
                    <p:spPr bwMode="auto">
                      <a:xfrm>
                        <a:off x="2422047" y="1712902"/>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4" name="Object 12">
            <a:extLst>
              <a:ext uri="{FF2B5EF4-FFF2-40B4-BE49-F238E27FC236}">
                <a16:creationId xmlns:a16="http://schemas.microsoft.com/office/drawing/2014/main" id="{99F8C887-F176-20BF-8C50-DC7A8A0CD118}"/>
              </a:ext>
            </a:extLst>
          </p:cNvPr>
          <p:cNvGraphicFramePr>
            <a:graphicFrameLocks noChangeAspect="1"/>
          </p:cNvGraphicFramePr>
          <p:nvPr/>
        </p:nvGraphicFramePr>
        <p:xfrm>
          <a:off x="2427344" y="2295632"/>
          <a:ext cx="352425" cy="461963"/>
        </p:xfrm>
        <a:graphic>
          <a:graphicData uri="http://schemas.openxmlformats.org/presentationml/2006/ole">
            <mc:AlternateContent xmlns:mc="http://schemas.openxmlformats.org/markup-compatibility/2006">
              <mc:Choice xmlns:v="urn:schemas-microsoft-com:vml" Requires="v">
                <p:oleObj name="方程式" r:id="rId4" imgW="164880" imgH="215640" progId="Equation.3">
                  <p:embed/>
                </p:oleObj>
              </mc:Choice>
              <mc:Fallback>
                <p:oleObj name="方程式" r:id="rId4" imgW="164880" imgH="215640" progId="Equation.3">
                  <p:embed/>
                  <p:pic>
                    <p:nvPicPr>
                      <p:cNvPr id="154" name="Object 12">
                        <a:extLst>
                          <a:ext uri="{FF2B5EF4-FFF2-40B4-BE49-F238E27FC236}">
                            <a16:creationId xmlns:a16="http://schemas.microsoft.com/office/drawing/2014/main" id="{99F8C887-F176-20BF-8C50-DC7A8A0CD118}"/>
                          </a:ext>
                        </a:extLst>
                      </p:cNvPr>
                      <p:cNvPicPr>
                        <a:picLocks noChangeAspect="1" noChangeArrowheads="1"/>
                      </p:cNvPicPr>
                      <p:nvPr/>
                    </p:nvPicPr>
                    <p:blipFill>
                      <a:blip r:embed="rId5"/>
                      <a:srcRect/>
                      <a:stretch>
                        <a:fillRect/>
                      </a:stretch>
                    </p:blipFill>
                    <p:spPr bwMode="auto">
                      <a:xfrm>
                        <a:off x="2427344" y="2295632"/>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5" name="橢圓 148">
            <a:extLst>
              <a:ext uri="{FF2B5EF4-FFF2-40B4-BE49-F238E27FC236}">
                <a16:creationId xmlns:a16="http://schemas.microsoft.com/office/drawing/2014/main" id="{AC50F6F1-111A-38F6-5695-324479E40792}"/>
              </a:ext>
            </a:extLst>
          </p:cNvPr>
          <p:cNvSpPr/>
          <p:nvPr/>
        </p:nvSpPr>
        <p:spPr>
          <a:xfrm>
            <a:off x="3615355" y="1644149"/>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56" name="橢圓 149">
            <a:extLst>
              <a:ext uri="{FF2B5EF4-FFF2-40B4-BE49-F238E27FC236}">
                <a16:creationId xmlns:a16="http://schemas.microsoft.com/office/drawing/2014/main" id="{77514BF3-0169-309E-B29D-F20047B8614E}"/>
              </a:ext>
            </a:extLst>
          </p:cNvPr>
          <p:cNvSpPr/>
          <p:nvPr/>
        </p:nvSpPr>
        <p:spPr>
          <a:xfrm>
            <a:off x="3617697" y="2422719"/>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57" name="橢圓 150">
            <a:extLst>
              <a:ext uri="{FF2B5EF4-FFF2-40B4-BE49-F238E27FC236}">
                <a16:creationId xmlns:a16="http://schemas.microsoft.com/office/drawing/2014/main" id="{4CB97AE6-50A7-7FDB-B0AC-2635670FE5C9}"/>
              </a:ext>
            </a:extLst>
          </p:cNvPr>
          <p:cNvSpPr/>
          <p:nvPr/>
        </p:nvSpPr>
        <p:spPr>
          <a:xfrm>
            <a:off x="3606064" y="3650731"/>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58" name="文字方塊 151">
            <a:extLst>
              <a:ext uri="{FF2B5EF4-FFF2-40B4-BE49-F238E27FC236}">
                <a16:creationId xmlns:a16="http://schemas.microsoft.com/office/drawing/2014/main" id="{F0412AAC-84E4-1CBC-584B-04B54B05854C}"/>
              </a:ext>
            </a:extLst>
          </p:cNvPr>
          <p:cNvSpPr txBox="1"/>
          <p:nvPr/>
        </p:nvSpPr>
        <p:spPr>
          <a:xfrm rot="5400000">
            <a:off x="3603318" y="3073024"/>
            <a:ext cx="76925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159" name="矩形 152">
            <a:extLst>
              <a:ext uri="{FF2B5EF4-FFF2-40B4-BE49-F238E27FC236}">
                <a16:creationId xmlns:a16="http://schemas.microsoft.com/office/drawing/2014/main" id="{705004CE-AAD1-FEAB-21C2-34B9B568CF89}"/>
              </a:ext>
            </a:extLst>
          </p:cNvPr>
          <p:cNvSpPr/>
          <p:nvPr/>
        </p:nvSpPr>
        <p:spPr>
          <a:xfrm>
            <a:off x="2413055" y="3776238"/>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graphicFrame>
        <p:nvGraphicFramePr>
          <p:cNvPr id="160" name="Object 12">
            <a:extLst>
              <a:ext uri="{FF2B5EF4-FFF2-40B4-BE49-F238E27FC236}">
                <a16:creationId xmlns:a16="http://schemas.microsoft.com/office/drawing/2014/main" id="{ACE49089-B62A-70BF-A078-221140215AD8}"/>
              </a:ext>
            </a:extLst>
          </p:cNvPr>
          <p:cNvGraphicFramePr>
            <a:graphicFrameLocks noChangeAspect="1"/>
          </p:cNvGraphicFramePr>
          <p:nvPr/>
        </p:nvGraphicFramePr>
        <p:xfrm>
          <a:off x="2409939" y="3679984"/>
          <a:ext cx="407988" cy="488950"/>
        </p:xfrm>
        <a:graphic>
          <a:graphicData uri="http://schemas.openxmlformats.org/presentationml/2006/ole">
            <mc:AlternateContent xmlns:mc="http://schemas.openxmlformats.org/markup-compatibility/2006">
              <mc:Choice xmlns:v="urn:schemas-microsoft-com:vml" Requires="v">
                <p:oleObj name="方程式" r:id="rId6" imgW="190440" imgH="228600" progId="Equation.3">
                  <p:embed/>
                </p:oleObj>
              </mc:Choice>
              <mc:Fallback>
                <p:oleObj name="方程式" r:id="rId6" imgW="190440" imgH="228600" progId="Equation.3">
                  <p:embed/>
                  <p:pic>
                    <p:nvPicPr>
                      <p:cNvPr id="160" name="Object 12">
                        <a:extLst>
                          <a:ext uri="{FF2B5EF4-FFF2-40B4-BE49-F238E27FC236}">
                            <a16:creationId xmlns:a16="http://schemas.microsoft.com/office/drawing/2014/main" id="{ACE49089-B62A-70BF-A078-221140215AD8}"/>
                          </a:ext>
                        </a:extLst>
                      </p:cNvPr>
                      <p:cNvPicPr>
                        <a:picLocks noChangeAspect="1" noChangeArrowheads="1"/>
                      </p:cNvPicPr>
                      <p:nvPr/>
                    </p:nvPicPr>
                    <p:blipFill>
                      <a:blip r:embed="rId7"/>
                      <a:srcRect/>
                      <a:stretch>
                        <a:fillRect/>
                      </a:stretch>
                    </p:blipFill>
                    <p:spPr bwMode="auto">
                      <a:xfrm>
                        <a:off x="2409939" y="3679984"/>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1" name="文字方塊 154">
            <a:extLst>
              <a:ext uri="{FF2B5EF4-FFF2-40B4-BE49-F238E27FC236}">
                <a16:creationId xmlns:a16="http://schemas.microsoft.com/office/drawing/2014/main" id="{92CF9C2B-75B5-CC12-ABE5-189A5EFBF0C0}"/>
              </a:ext>
            </a:extLst>
          </p:cNvPr>
          <p:cNvSpPr txBox="1"/>
          <p:nvPr/>
        </p:nvSpPr>
        <p:spPr>
          <a:xfrm rot="5400000">
            <a:off x="2288988" y="3061180"/>
            <a:ext cx="76925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162" name="橢圓 155">
            <a:extLst>
              <a:ext uri="{FF2B5EF4-FFF2-40B4-BE49-F238E27FC236}">
                <a16:creationId xmlns:a16="http://schemas.microsoft.com/office/drawing/2014/main" id="{D7F585F1-7294-3367-784A-2EE67A47386F}"/>
              </a:ext>
            </a:extLst>
          </p:cNvPr>
          <p:cNvSpPr/>
          <p:nvPr/>
        </p:nvSpPr>
        <p:spPr>
          <a:xfrm>
            <a:off x="4930917" y="1644149"/>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63" name="橢圓 156">
            <a:extLst>
              <a:ext uri="{FF2B5EF4-FFF2-40B4-BE49-F238E27FC236}">
                <a16:creationId xmlns:a16="http://schemas.microsoft.com/office/drawing/2014/main" id="{44686522-91BB-AC85-5FE4-5BC99E74BF82}"/>
              </a:ext>
            </a:extLst>
          </p:cNvPr>
          <p:cNvSpPr/>
          <p:nvPr/>
        </p:nvSpPr>
        <p:spPr>
          <a:xfrm>
            <a:off x="4933259" y="2422719"/>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64" name="橢圓 157">
            <a:extLst>
              <a:ext uri="{FF2B5EF4-FFF2-40B4-BE49-F238E27FC236}">
                <a16:creationId xmlns:a16="http://schemas.microsoft.com/office/drawing/2014/main" id="{5BEED067-5D01-1A82-EB48-63DC5060265C}"/>
              </a:ext>
            </a:extLst>
          </p:cNvPr>
          <p:cNvSpPr/>
          <p:nvPr/>
        </p:nvSpPr>
        <p:spPr>
          <a:xfrm>
            <a:off x="4921626" y="3650731"/>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65" name="文字方塊 158">
            <a:extLst>
              <a:ext uri="{FF2B5EF4-FFF2-40B4-BE49-F238E27FC236}">
                <a16:creationId xmlns:a16="http://schemas.microsoft.com/office/drawing/2014/main" id="{960D03F8-828C-F5DF-B965-8DE5BD01E748}"/>
              </a:ext>
            </a:extLst>
          </p:cNvPr>
          <p:cNvSpPr txBox="1"/>
          <p:nvPr/>
        </p:nvSpPr>
        <p:spPr>
          <a:xfrm rot="5400000">
            <a:off x="4918880" y="3073024"/>
            <a:ext cx="76925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166" name="橢圓 159">
            <a:extLst>
              <a:ext uri="{FF2B5EF4-FFF2-40B4-BE49-F238E27FC236}">
                <a16:creationId xmlns:a16="http://schemas.microsoft.com/office/drawing/2014/main" id="{CA9EEE77-112E-639F-DDE8-D4426605CF98}"/>
              </a:ext>
            </a:extLst>
          </p:cNvPr>
          <p:cNvSpPr/>
          <p:nvPr/>
        </p:nvSpPr>
        <p:spPr>
          <a:xfrm>
            <a:off x="6953012" y="1635836"/>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67" name="橢圓 160">
            <a:extLst>
              <a:ext uri="{FF2B5EF4-FFF2-40B4-BE49-F238E27FC236}">
                <a16:creationId xmlns:a16="http://schemas.microsoft.com/office/drawing/2014/main" id="{C4AB96CB-4CAF-491C-ED3B-CF6B4CA62EC8}"/>
              </a:ext>
            </a:extLst>
          </p:cNvPr>
          <p:cNvSpPr/>
          <p:nvPr/>
        </p:nvSpPr>
        <p:spPr>
          <a:xfrm>
            <a:off x="6955354" y="2395745"/>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68" name="橢圓 161">
            <a:extLst>
              <a:ext uri="{FF2B5EF4-FFF2-40B4-BE49-F238E27FC236}">
                <a16:creationId xmlns:a16="http://schemas.microsoft.com/office/drawing/2014/main" id="{3A1AF39C-2B48-6FC8-5AFC-45BAE7E57087}"/>
              </a:ext>
            </a:extLst>
          </p:cNvPr>
          <p:cNvSpPr/>
          <p:nvPr/>
        </p:nvSpPr>
        <p:spPr>
          <a:xfrm>
            <a:off x="6962382" y="364241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69" name="文字方塊 162">
            <a:extLst>
              <a:ext uri="{FF2B5EF4-FFF2-40B4-BE49-F238E27FC236}">
                <a16:creationId xmlns:a16="http://schemas.microsoft.com/office/drawing/2014/main" id="{0BF74698-C746-5A5C-F8D9-977A11F1436B}"/>
              </a:ext>
            </a:extLst>
          </p:cNvPr>
          <p:cNvSpPr txBox="1"/>
          <p:nvPr/>
        </p:nvSpPr>
        <p:spPr>
          <a:xfrm rot="5400000">
            <a:off x="6959636" y="3061548"/>
            <a:ext cx="76925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170" name="文字方塊 163">
            <a:extLst>
              <a:ext uri="{FF2B5EF4-FFF2-40B4-BE49-F238E27FC236}">
                <a16:creationId xmlns:a16="http://schemas.microsoft.com/office/drawing/2014/main" id="{CBB9FC78-37CB-F4EC-ACBB-145B2A02198E}"/>
              </a:ext>
            </a:extLst>
          </p:cNvPr>
          <p:cNvSpPr txBox="1"/>
          <p:nvPr/>
        </p:nvSpPr>
        <p:spPr>
          <a:xfrm>
            <a:off x="5502963" y="1585565"/>
            <a:ext cx="76925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171" name="文字方塊 164">
            <a:extLst>
              <a:ext uri="{FF2B5EF4-FFF2-40B4-BE49-F238E27FC236}">
                <a16:creationId xmlns:a16="http://schemas.microsoft.com/office/drawing/2014/main" id="{5FBCD1F3-9BE7-993B-0B0B-76A734C33956}"/>
              </a:ext>
            </a:extLst>
          </p:cNvPr>
          <p:cNvSpPr txBox="1"/>
          <p:nvPr/>
        </p:nvSpPr>
        <p:spPr>
          <a:xfrm>
            <a:off x="5520586" y="2371064"/>
            <a:ext cx="76925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172" name="文字方塊 165">
            <a:extLst>
              <a:ext uri="{FF2B5EF4-FFF2-40B4-BE49-F238E27FC236}">
                <a16:creationId xmlns:a16="http://schemas.microsoft.com/office/drawing/2014/main" id="{C9460C24-5918-0011-819D-534204A6BC13}"/>
              </a:ext>
            </a:extLst>
          </p:cNvPr>
          <p:cNvSpPr txBox="1"/>
          <p:nvPr/>
        </p:nvSpPr>
        <p:spPr>
          <a:xfrm>
            <a:off x="5532766" y="3627356"/>
            <a:ext cx="76925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cxnSp>
        <p:nvCxnSpPr>
          <p:cNvPr id="173" name="直線單箭頭接點 166">
            <a:extLst>
              <a:ext uri="{FF2B5EF4-FFF2-40B4-BE49-F238E27FC236}">
                <a16:creationId xmlns:a16="http://schemas.microsoft.com/office/drawing/2014/main" id="{7C1D0455-58A4-100D-3DFE-6F5FAB6433BB}"/>
              </a:ext>
            </a:extLst>
          </p:cNvPr>
          <p:cNvCxnSpPr>
            <a:stCxn id="155" idx="6"/>
            <a:endCxn id="162" idx="2"/>
          </p:cNvCxnSpPr>
          <p:nvPr/>
        </p:nvCxnSpPr>
        <p:spPr>
          <a:xfrm>
            <a:off x="4189513" y="1931228"/>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線單箭頭接點 167">
            <a:extLst>
              <a:ext uri="{FF2B5EF4-FFF2-40B4-BE49-F238E27FC236}">
                <a16:creationId xmlns:a16="http://schemas.microsoft.com/office/drawing/2014/main" id="{23933E69-1BFD-9307-2E36-31CC20521C15}"/>
              </a:ext>
            </a:extLst>
          </p:cNvPr>
          <p:cNvCxnSpPr/>
          <p:nvPr/>
        </p:nvCxnSpPr>
        <p:spPr>
          <a:xfrm>
            <a:off x="4189513" y="2722980"/>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直線單箭頭接點 168">
            <a:extLst>
              <a:ext uri="{FF2B5EF4-FFF2-40B4-BE49-F238E27FC236}">
                <a16:creationId xmlns:a16="http://schemas.microsoft.com/office/drawing/2014/main" id="{6AE519BA-7EDE-F9AE-891E-B780ABDB93B1}"/>
              </a:ext>
            </a:extLst>
          </p:cNvPr>
          <p:cNvCxnSpPr/>
          <p:nvPr/>
        </p:nvCxnSpPr>
        <p:spPr>
          <a:xfrm>
            <a:off x="4180222" y="3944949"/>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直線單箭頭接點 169">
            <a:extLst>
              <a:ext uri="{FF2B5EF4-FFF2-40B4-BE49-F238E27FC236}">
                <a16:creationId xmlns:a16="http://schemas.microsoft.com/office/drawing/2014/main" id="{4AE0EFF8-6546-8DBD-A90F-8E9CAA9C7665}"/>
              </a:ext>
            </a:extLst>
          </p:cNvPr>
          <p:cNvCxnSpPr>
            <a:stCxn id="156" idx="6"/>
            <a:endCxn id="162" idx="2"/>
          </p:cNvCxnSpPr>
          <p:nvPr/>
        </p:nvCxnSpPr>
        <p:spPr>
          <a:xfrm flipV="1">
            <a:off x="4191855" y="1931228"/>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線單箭頭接點 170">
            <a:extLst>
              <a:ext uri="{FF2B5EF4-FFF2-40B4-BE49-F238E27FC236}">
                <a16:creationId xmlns:a16="http://schemas.microsoft.com/office/drawing/2014/main" id="{7B7A6438-56F9-5620-E8E2-EE3C6E803FA8}"/>
              </a:ext>
            </a:extLst>
          </p:cNvPr>
          <p:cNvCxnSpPr>
            <a:stCxn id="155" idx="6"/>
            <a:endCxn id="163" idx="2"/>
          </p:cNvCxnSpPr>
          <p:nvPr/>
        </p:nvCxnSpPr>
        <p:spPr>
          <a:xfrm>
            <a:off x="4189513" y="1931228"/>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直線單箭頭接點 171">
            <a:extLst>
              <a:ext uri="{FF2B5EF4-FFF2-40B4-BE49-F238E27FC236}">
                <a16:creationId xmlns:a16="http://schemas.microsoft.com/office/drawing/2014/main" id="{FB6FFAF8-0C68-CA9B-6252-D0D68ACD951E}"/>
              </a:ext>
            </a:extLst>
          </p:cNvPr>
          <p:cNvCxnSpPr>
            <a:stCxn id="155" idx="6"/>
            <a:endCxn id="164" idx="2"/>
          </p:cNvCxnSpPr>
          <p:nvPr/>
        </p:nvCxnSpPr>
        <p:spPr>
          <a:xfrm>
            <a:off x="4189514" y="1931228"/>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直線單箭頭接點 172">
            <a:extLst>
              <a:ext uri="{FF2B5EF4-FFF2-40B4-BE49-F238E27FC236}">
                <a16:creationId xmlns:a16="http://schemas.microsoft.com/office/drawing/2014/main" id="{F46BAA7E-0182-4B48-E7AC-611957ABEC0D}"/>
              </a:ext>
            </a:extLst>
          </p:cNvPr>
          <p:cNvCxnSpPr>
            <a:stCxn id="156" idx="6"/>
            <a:endCxn id="164" idx="2"/>
          </p:cNvCxnSpPr>
          <p:nvPr/>
        </p:nvCxnSpPr>
        <p:spPr>
          <a:xfrm>
            <a:off x="4191856" y="2709798"/>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直線單箭頭接點 173">
            <a:extLst>
              <a:ext uri="{FF2B5EF4-FFF2-40B4-BE49-F238E27FC236}">
                <a16:creationId xmlns:a16="http://schemas.microsoft.com/office/drawing/2014/main" id="{4828E69B-81F9-1BE4-3110-EA2BF6177C9B}"/>
              </a:ext>
            </a:extLst>
          </p:cNvPr>
          <p:cNvCxnSpPr>
            <a:stCxn id="157" idx="6"/>
            <a:endCxn id="162" idx="2"/>
          </p:cNvCxnSpPr>
          <p:nvPr/>
        </p:nvCxnSpPr>
        <p:spPr>
          <a:xfrm flipV="1">
            <a:off x="4180223" y="1931228"/>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1" name="直線單箭頭接點 174">
            <a:extLst>
              <a:ext uri="{FF2B5EF4-FFF2-40B4-BE49-F238E27FC236}">
                <a16:creationId xmlns:a16="http://schemas.microsoft.com/office/drawing/2014/main" id="{D37793F3-A323-79F0-7151-7D78CC203641}"/>
              </a:ext>
            </a:extLst>
          </p:cNvPr>
          <p:cNvCxnSpPr>
            <a:stCxn id="157" idx="6"/>
            <a:endCxn id="163" idx="2"/>
          </p:cNvCxnSpPr>
          <p:nvPr/>
        </p:nvCxnSpPr>
        <p:spPr>
          <a:xfrm flipV="1">
            <a:off x="4180223" y="2709798"/>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線單箭頭接點 175">
            <a:extLst>
              <a:ext uri="{FF2B5EF4-FFF2-40B4-BE49-F238E27FC236}">
                <a16:creationId xmlns:a16="http://schemas.microsoft.com/office/drawing/2014/main" id="{6F55318F-318C-5498-F59E-8DD92909059E}"/>
              </a:ext>
            </a:extLst>
          </p:cNvPr>
          <p:cNvCxnSpPr>
            <a:endCxn id="155" idx="2"/>
          </p:cNvCxnSpPr>
          <p:nvPr/>
        </p:nvCxnSpPr>
        <p:spPr>
          <a:xfrm flipV="1">
            <a:off x="2755955" y="1931229"/>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直線單箭頭接點 176">
            <a:extLst>
              <a:ext uri="{FF2B5EF4-FFF2-40B4-BE49-F238E27FC236}">
                <a16:creationId xmlns:a16="http://schemas.microsoft.com/office/drawing/2014/main" id="{91DF58B0-D166-01FE-491A-F606B444E211}"/>
              </a:ext>
            </a:extLst>
          </p:cNvPr>
          <p:cNvCxnSpPr>
            <a:stCxn id="152" idx="3"/>
            <a:endCxn id="156" idx="2"/>
          </p:cNvCxnSpPr>
          <p:nvPr/>
        </p:nvCxnSpPr>
        <p:spPr>
          <a:xfrm>
            <a:off x="2752249" y="1979602"/>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直線單箭頭接點 177">
            <a:extLst>
              <a:ext uri="{FF2B5EF4-FFF2-40B4-BE49-F238E27FC236}">
                <a16:creationId xmlns:a16="http://schemas.microsoft.com/office/drawing/2014/main" id="{93584A7D-7839-8263-4382-DFD878CC1EBE}"/>
              </a:ext>
            </a:extLst>
          </p:cNvPr>
          <p:cNvCxnSpPr>
            <a:stCxn id="152" idx="3"/>
            <a:endCxn id="157" idx="2"/>
          </p:cNvCxnSpPr>
          <p:nvPr/>
        </p:nvCxnSpPr>
        <p:spPr>
          <a:xfrm>
            <a:off x="2752248" y="1979602"/>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直線單箭頭接點 178">
            <a:extLst>
              <a:ext uri="{FF2B5EF4-FFF2-40B4-BE49-F238E27FC236}">
                <a16:creationId xmlns:a16="http://schemas.microsoft.com/office/drawing/2014/main" id="{D02E9B49-E094-08F4-9C70-3C58CA86F684}"/>
              </a:ext>
            </a:extLst>
          </p:cNvPr>
          <p:cNvCxnSpPr>
            <a:stCxn id="154" idx="3"/>
            <a:endCxn id="155" idx="2"/>
          </p:cNvCxnSpPr>
          <p:nvPr/>
        </p:nvCxnSpPr>
        <p:spPr>
          <a:xfrm flipV="1">
            <a:off x="2779769" y="1931228"/>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直線單箭頭接點 179">
            <a:extLst>
              <a:ext uri="{FF2B5EF4-FFF2-40B4-BE49-F238E27FC236}">
                <a16:creationId xmlns:a16="http://schemas.microsoft.com/office/drawing/2014/main" id="{C03203B1-D7D9-0AC4-3A48-AD53603FD5E3}"/>
              </a:ext>
            </a:extLst>
          </p:cNvPr>
          <p:cNvCxnSpPr>
            <a:stCxn id="151" idx="3"/>
            <a:endCxn id="156" idx="2"/>
          </p:cNvCxnSpPr>
          <p:nvPr/>
        </p:nvCxnSpPr>
        <p:spPr>
          <a:xfrm>
            <a:off x="2746431" y="2549932"/>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直線單箭頭接點 180">
            <a:extLst>
              <a:ext uri="{FF2B5EF4-FFF2-40B4-BE49-F238E27FC236}">
                <a16:creationId xmlns:a16="http://schemas.microsoft.com/office/drawing/2014/main" id="{4C2C85D6-1A9E-740E-FD8C-F58A49952A0B}"/>
              </a:ext>
            </a:extLst>
          </p:cNvPr>
          <p:cNvCxnSpPr>
            <a:stCxn id="151" idx="3"/>
            <a:endCxn id="157" idx="2"/>
          </p:cNvCxnSpPr>
          <p:nvPr/>
        </p:nvCxnSpPr>
        <p:spPr>
          <a:xfrm>
            <a:off x="2746430" y="2549932"/>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線單箭頭接點 181">
            <a:extLst>
              <a:ext uri="{FF2B5EF4-FFF2-40B4-BE49-F238E27FC236}">
                <a16:creationId xmlns:a16="http://schemas.microsoft.com/office/drawing/2014/main" id="{EE73841F-FBA8-AB29-E092-4885681C06CF}"/>
              </a:ext>
            </a:extLst>
          </p:cNvPr>
          <p:cNvCxnSpPr>
            <a:stCxn id="160" idx="3"/>
            <a:endCxn id="155" idx="2"/>
          </p:cNvCxnSpPr>
          <p:nvPr/>
        </p:nvCxnSpPr>
        <p:spPr>
          <a:xfrm flipV="1">
            <a:off x="2817927" y="1931229"/>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9" name="直線單箭頭接點 182">
            <a:extLst>
              <a:ext uri="{FF2B5EF4-FFF2-40B4-BE49-F238E27FC236}">
                <a16:creationId xmlns:a16="http://schemas.microsoft.com/office/drawing/2014/main" id="{734C86B8-79B1-D551-09F6-EAD039744B38}"/>
              </a:ext>
            </a:extLst>
          </p:cNvPr>
          <p:cNvCxnSpPr>
            <a:stCxn id="160" idx="3"/>
            <a:endCxn id="156" idx="2"/>
          </p:cNvCxnSpPr>
          <p:nvPr/>
        </p:nvCxnSpPr>
        <p:spPr>
          <a:xfrm flipV="1">
            <a:off x="2791559" y="2709798"/>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0" name="直線單箭頭接點 183">
            <a:extLst>
              <a:ext uri="{FF2B5EF4-FFF2-40B4-BE49-F238E27FC236}">
                <a16:creationId xmlns:a16="http://schemas.microsoft.com/office/drawing/2014/main" id="{9E51ABC7-FA43-87BD-0A39-5C526A036BF5}"/>
              </a:ext>
            </a:extLst>
          </p:cNvPr>
          <p:cNvCxnSpPr>
            <a:stCxn id="160" idx="3"/>
            <a:endCxn id="157" idx="2"/>
          </p:cNvCxnSpPr>
          <p:nvPr/>
        </p:nvCxnSpPr>
        <p:spPr>
          <a:xfrm>
            <a:off x="2791558" y="3924404"/>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91" name="群組 6">
            <a:extLst>
              <a:ext uri="{FF2B5EF4-FFF2-40B4-BE49-F238E27FC236}">
                <a16:creationId xmlns:a16="http://schemas.microsoft.com/office/drawing/2014/main" id="{FFE4F71D-E334-6FBA-FA92-6EC9E5E70ADD}"/>
              </a:ext>
            </a:extLst>
          </p:cNvPr>
          <p:cNvGrpSpPr/>
          <p:nvPr/>
        </p:nvGrpSpPr>
        <p:grpSpPr>
          <a:xfrm>
            <a:off x="7950715" y="1600448"/>
            <a:ext cx="642352" cy="2587672"/>
            <a:chOff x="7668524" y="1462486"/>
            <a:chExt cx="642352" cy="2587672"/>
          </a:xfrm>
        </p:grpSpPr>
        <p:sp>
          <p:nvSpPr>
            <p:cNvPr id="192" name="文字方塊 184">
              <a:extLst>
                <a:ext uri="{FF2B5EF4-FFF2-40B4-BE49-F238E27FC236}">
                  <a16:creationId xmlns:a16="http://schemas.microsoft.com/office/drawing/2014/main" id="{9DBF67A0-2BF5-C26B-41CF-6F9C573D8E7C}"/>
                </a:ext>
              </a:extLst>
            </p:cNvPr>
            <p:cNvSpPr txBox="1"/>
            <p:nvPr/>
          </p:nvSpPr>
          <p:spPr>
            <a:xfrm rot="5400000">
              <a:off x="7610714" y="2981307"/>
              <a:ext cx="76925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sp>
          <p:nvSpPr>
            <p:cNvPr id="193" name="文字方塊 185">
              <a:extLst>
                <a:ext uri="{FF2B5EF4-FFF2-40B4-BE49-F238E27FC236}">
                  <a16:creationId xmlns:a16="http://schemas.microsoft.com/office/drawing/2014/main" id="{8CD6101F-0698-F90A-D0B7-68CD26581DF4}"/>
                </a:ext>
              </a:extLst>
            </p:cNvPr>
            <p:cNvSpPr txBox="1"/>
            <p:nvPr/>
          </p:nvSpPr>
          <p:spPr>
            <a:xfrm>
              <a:off x="7679807" y="1462486"/>
              <a:ext cx="631069" cy="523220"/>
            </a:xfrm>
            <a:prstGeom prst="rect">
              <a:avLst/>
            </a:prstGeom>
            <a:noFill/>
          </p:spPr>
          <p:txBody>
            <a:bodyPr wrap="square" rtlCol="0">
              <a:spAutoFit/>
            </a:bodyPr>
            <a:lstStyle/>
            <a:p>
              <a:pPr>
                <a:defRPr/>
              </a:pPr>
              <a:r>
                <a:rPr lang="en-US" altLang="zh-TW" sz="2800" dirty="0">
                  <a:solidFill>
                    <a:prstClr val="black"/>
                  </a:solidFill>
                  <a:latin typeface="Calibri" panose="020F0502020204030204"/>
                  <a:ea typeface="新細明體" panose="02020500000000000000" pitchFamily="18" charset="-120"/>
                </a:rPr>
                <a:t>y</a:t>
              </a:r>
              <a:r>
                <a:rPr lang="en-US" altLang="zh-TW" sz="2800" baseline="-25000" dirty="0">
                  <a:solidFill>
                    <a:prstClr val="black"/>
                  </a:solidFill>
                  <a:latin typeface="Calibri" panose="020F0502020204030204"/>
                  <a:ea typeface="新細明體" panose="02020500000000000000" pitchFamily="18" charset="-120"/>
                </a:rPr>
                <a:t>1</a:t>
              </a:r>
              <a:endParaRPr lang="zh-TW" altLang="en-US" sz="2800" baseline="-25000" dirty="0">
                <a:solidFill>
                  <a:prstClr val="black"/>
                </a:solidFill>
                <a:latin typeface="Calibri" panose="020F0502020204030204"/>
                <a:ea typeface="新細明體" panose="02020500000000000000" pitchFamily="18" charset="-120"/>
              </a:endParaRPr>
            </a:p>
          </p:txBody>
        </p:sp>
        <p:sp>
          <p:nvSpPr>
            <p:cNvPr id="194" name="文字方塊 186">
              <a:extLst>
                <a:ext uri="{FF2B5EF4-FFF2-40B4-BE49-F238E27FC236}">
                  <a16:creationId xmlns:a16="http://schemas.microsoft.com/office/drawing/2014/main" id="{B070F1AA-8EBC-27B9-29D1-1E59E52AC32A}"/>
                </a:ext>
              </a:extLst>
            </p:cNvPr>
            <p:cNvSpPr txBox="1"/>
            <p:nvPr/>
          </p:nvSpPr>
          <p:spPr>
            <a:xfrm>
              <a:off x="7668524" y="2260706"/>
              <a:ext cx="631069" cy="523220"/>
            </a:xfrm>
            <a:prstGeom prst="rect">
              <a:avLst/>
            </a:prstGeom>
            <a:noFill/>
          </p:spPr>
          <p:txBody>
            <a:bodyPr wrap="square" rtlCol="0">
              <a:spAutoFit/>
            </a:bodyPr>
            <a:lstStyle/>
            <a:p>
              <a:pPr>
                <a:defRPr/>
              </a:pPr>
              <a:r>
                <a:rPr lang="en-US" altLang="zh-TW" sz="2800" dirty="0">
                  <a:solidFill>
                    <a:prstClr val="black"/>
                  </a:solidFill>
                  <a:latin typeface="Calibri" panose="020F0502020204030204"/>
                  <a:ea typeface="新細明體" panose="02020500000000000000" pitchFamily="18" charset="-120"/>
                </a:rPr>
                <a:t>y</a:t>
              </a:r>
              <a:r>
                <a:rPr lang="en-US" altLang="zh-TW" sz="2800" baseline="-25000" dirty="0">
                  <a:solidFill>
                    <a:prstClr val="black"/>
                  </a:solidFill>
                  <a:latin typeface="Calibri" panose="020F0502020204030204"/>
                  <a:ea typeface="新細明體" panose="02020500000000000000" pitchFamily="18" charset="-120"/>
                </a:rPr>
                <a:t>2</a:t>
              </a:r>
              <a:endParaRPr lang="zh-TW" altLang="en-US" sz="2800" baseline="-25000" dirty="0">
                <a:solidFill>
                  <a:prstClr val="black"/>
                </a:solidFill>
                <a:latin typeface="Calibri" panose="020F0502020204030204"/>
                <a:ea typeface="新細明體" panose="02020500000000000000" pitchFamily="18" charset="-120"/>
              </a:endParaRPr>
            </a:p>
          </p:txBody>
        </p:sp>
        <p:sp>
          <p:nvSpPr>
            <p:cNvPr id="195" name="文字方塊 187">
              <a:extLst>
                <a:ext uri="{FF2B5EF4-FFF2-40B4-BE49-F238E27FC236}">
                  <a16:creationId xmlns:a16="http://schemas.microsoft.com/office/drawing/2014/main" id="{B7B4DD6C-E1C6-075D-90C4-992A09F0BFFB}"/>
                </a:ext>
              </a:extLst>
            </p:cNvPr>
            <p:cNvSpPr txBox="1"/>
            <p:nvPr/>
          </p:nvSpPr>
          <p:spPr>
            <a:xfrm>
              <a:off x="7668524" y="3526938"/>
              <a:ext cx="631069" cy="523220"/>
            </a:xfrm>
            <a:prstGeom prst="rect">
              <a:avLst/>
            </a:prstGeom>
            <a:noFill/>
          </p:spPr>
          <p:txBody>
            <a:bodyPr wrap="square" rtlCol="0">
              <a:spAutoFit/>
            </a:bodyPr>
            <a:lstStyle/>
            <a:p>
              <a:pPr>
                <a:defRPr/>
              </a:pPr>
              <a:r>
                <a:rPr lang="en-US" altLang="zh-TW" sz="2800" dirty="0" err="1">
                  <a:solidFill>
                    <a:prstClr val="black"/>
                  </a:solidFill>
                  <a:latin typeface="Calibri" panose="020F0502020204030204"/>
                  <a:ea typeface="新細明體" panose="02020500000000000000" pitchFamily="18" charset="-120"/>
                </a:rPr>
                <a:t>y</a:t>
              </a:r>
              <a:r>
                <a:rPr lang="en-US" altLang="zh-TW" sz="2800" baseline="-25000" dirty="0" err="1">
                  <a:solidFill>
                    <a:prstClr val="black"/>
                  </a:solidFill>
                  <a:latin typeface="Calibri" panose="020F0502020204030204"/>
                  <a:ea typeface="新細明體" panose="02020500000000000000" pitchFamily="18" charset="-120"/>
                </a:rPr>
                <a:t>M</a:t>
              </a:r>
              <a:endParaRPr lang="zh-TW" altLang="en-US" sz="2800" baseline="-25000" dirty="0">
                <a:solidFill>
                  <a:prstClr val="black"/>
                </a:solidFill>
                <a:latin typeface="Calibri" panose="020F0502020204030204"/>
                <a:ea typeface="新細明體" panose="02020500000000000000" pitchFamily="18" charset="-120"/>
              </a:endParaRPr>
            </a:p>
          </p:txBody>
        </p:sp>
      </p:grpSp>
      <p:cxnSp>
        <p:nvCxnSpPr>
          <p:cNvPr id="196" name="直線單箭頭接點 188">
            <a:extLst>
              <a:ext uri="{FF2B5EF4-FFF2-40B4-BE49-F238E27FC236}">
                <a16:creationId xmlns:a16="http://schemas.microsoft.com/office/drawing/2014/main" id="{2339A23E-103A-15FE-20F6-EE53CC98BD03}"/>
              </a:ext>
            </a:extLst>
          </p:cNvPr>
          <p:cNvCxnSpPr/>
          <p:nvPr/>
        </p:nvCxnSpPr>
        <p:spPr>
          <a:xfrm>
            <a:off x="6213612" y="1942811"/>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直線單箭頭接點 189">
            <a:extLst>
              <a:ext uri="{FF2B5EF4-FFF2-40B4-BE49-F238E27FC236}">
                <a16:creationId xmlns:a16="http://schemas.microsoft.com/office/drawing/2014/main" id="{25A152DF-4F99-A39B-CA83-F74F883775E8}"/>
              </a:ext>
            </a:extLst>
          </p:cNvPr>
          <p:cNvCxnSpPr/>
          <p:nvPr/>
        </p:nvCxnSpPr>
        <p:spPr>
          <a:xfrm>
            <a:off x="6213612" y="2734563"/>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直線單箭頭接點 190">
            <a:extLst>
              <a:ext uri="{FF2B5EF4-FFF2-40B4-BE49-F238E27FC236}">
                <a16:creationId xmlns:a16="http://schemas.microsoft.com/office/drawing/2014/main" id="{9D5B0805-8A38-080E-4BF3-B2AB7BDBDE68}"/>
              </a:ext>
            </a:extLst>
          </p:cNvPr>
          <p:cNvCxnSpPr/>
          <p:nvPr/>
        </p:nvCxnSpPr>
        <p:spPr>
          <a:xfrm>
            <a:off x="6204321" y="3956532"/>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9" name="直線單箭頭接點 191">
            <a:extLst>
              <a:ext uri="{FF2B5EF4-FFF2-40B4-BE49-F238E27FC236}">
                <a16:creationId xmlns:a16="http://schemas.microsoft.com/office/drawing/2014/main" id="{07A4ADCE-C14E-2F75-7800-0283B3B5214A}"/>
              </a:ext>
            </a:extLst>
          </p:cNvPr>
          <p:cNvCxnSpPr/>
          <p:nvPr/>
        </p:nvCxnSpPr>
        <p:spPr>
          <a:xfrm flipV="1">
            <a:off x="6215954" y="1942811"/>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線單箭頭接點 192">
            <a:extLst>
              <a:ext uri="{FF2B5EF4-FFF2-40B4-BE49-F238E27FC236}">
                <a16:creationId xmlns:a16="http://schemas.microsoft.com/office/drawing/2014/main" id="{74D18CE8-D64F-BA2A-5F4E-0D07EC596246}"/>
              </a:ext>
            </a:extLst>
          </p:cNvPr>
          <p:cNvCxnSpPr/>
          <p:nvPr/>
        </p:nvCxnSpPr>
        <p:spPr>
          <a:xfrm>
            <a:off x="6213612" y="1942811"/>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線單箭頭接點 193">
            <a:extLst>
              <a:ext uri="{FF2B5EF4-FFF2-40B4-BE49-F238E27FC236}">
                <a16:creationId xmlns:a16="http://schemas.microsoft.com/office/drawing/2014/main" id="{C7CEE953-1778-D461-8235-3A79B9DD855C}"/>
              </a:ext>
            </a:extLst>
          </p:cNvPr>
          <p:cNvCxnSpPr/>
          <p:nvPr/>
        </p:nvCxnSpPr>
        <p:spPr>
          <a:xfrm>
            <a:off x="6213613" y="1942811"/>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直線單箭頭接點 194">
            <a:extLst>
              <a:ext uri="{FF2B5EF4-FFF2-40B4-BE49-F238E27FC236}">
                <a16:creationId xmlns:a16="http://schemas.microsoft.com/office/drawing/2014/main" id="{2C4C9F29-A4DD-B62F-E375-26FE6DD5FC27}"/>
              </a:ext>
            </a:extLst>
          </p:cNvPr>
          <p:cNvCxnSpPr/>
          <p:nvPr/>
        </p:nvCxnSpPr>
        <p:spPr>
          <a:xfrm>
            <a:off x="6215955" y="2721381"/>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線單箭頭接點 195">
            <a:extLst>
              <a:ext uri="{FF2B5EF4-FFF2-40B4-BE49-F238E27FC236}">
                <a16:creationId xmlns:a16="http://schemas.microsoft.com/office/drawing/2014/main" id="{C99E4720-EE09-BAAE-B935-A05B84998076}"/>
              </a:ext>
            </a:extLst>
          </p:cNvPr>
          <p:cNvCxnSpPr/>
          <p:nvPr/>
        </p:nvCxnSpPr>
        <p:spPr>
          <a:xfrm flipV="1">
            <a:off x="6204322" y="1942811"/>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線單箭頭接點 196">
            <a:extLst>
              <a:ext uri="{FF2B5EF4-FFF2-40B4-BE49-F238E27FC236}">
                <a16:creationId xmlns:a16="http://schemas.microsoft.com/office/drawing/2014/main" id="{E71D604D-2C32-6BFC-CCBC-B19EDB516792}"/>
              </a:ext>
            </a:extLst>
          </p:cNvPr>
          <p:cNvCxnSpPr/>
          <p:nvPr/>
        </p:nvCxnSpPr>
        <p:spPr>
          <a:xfrm flipV="1">
            <a:off x="6204322" y="2721381"/>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5" name="內容版面配置區 2">
            <a:extLst>
              <a:ext uri="{FF2B5EF4-FFF2-40B4-BE49-F238E27FC236}">
                <a16:creationId xmlns:a16="http://schemas.microsoft.com/office/drawing/2014/main" id="{3DFBC2B7-1750-3EFE-25BE-C3D03B19C8C3}"/>
              </a:ext>
            </a:extLst>
          </p:cNvPr>
          <p:cNvSpPr txBox="1">
            <a:spLocks/>
          </p:cNvSpPr>
          <p:nvPr/>
        </p:nvSpPr>
        <p:spPr>
          <a:xfrm>
            <a:off x="488092" y="1058023"/>
            <a:ext cx="10515600" cy="45287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Ø"/>
            </a:pPr>
            <a:r>
              <a:rPr lang="zh-TW" altLang="en-CN" dirty="0"/>
              <a:t>对一个</a:t>
            </a:r>
            <a:r>
              <a:rPr lang="zh-TW" altLang="en-US" dirty="0"/>
              <a:t>层数很深的网络</a:t>
            </a:r>
            <a:endParaRPr lang="en-US" altLang="zh-TW" dirty="0"/>
          </a:p>
        </p:txBody>
      </p:sp>
      <p:sp>
        <p:nvSpPr>
          <p:cNvPr id="206" name="內容版面配置區 2">
            <a:extLst>
              <a:ext uri="{FF2B5EF4-FFF2-40B4-BE49-F238E27FC236}">
                <a16:creationId xmlns:a16="http://schemas.microsoft.com/office/drawing/2014/main" id="{ED0968A3-891A-C674-332D-C22481A6395B}"/>
              </a:ext>
            </a:extLst>
          </p:cNvPr>
          <p:cNvSpPr txBox="1">
            <a:spLocks/>
          </p:cNvSpPr>
          <p:nvPr/>
        </p:nvSpPr>
        <p:spPr>
          <a:xfrm>
            <a:off x="488092" y="4539480"/>
            <a:ext cx="11176327" cy="45287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q"/>
            </a:pPr>
            <a:r>
              <a:rPr lang="zh-TW" altLang="en-US" dirty="0"/>
              <a:t>前面权重对应的梯度小</a:t>
            </a:r>
            <a:r>
              <a:rPr lang="zh-CN" altLang="en-US" dirty="0"/>
              <a:t>，更新慢，后面权重对应的梯度大，更新快</a:t>
            </a:r>
            <a:endParaRPr lang="en-US" altLang="zh-TW" dirty="0"/>
          </a:p>
        </p:txBody>
      </p:sp>
      <p:sp>
        <p:nvSpPr>
          <p:cNvPr id="207" name="內容版面配置區 2">
            <a:extLst>
              <a:ext uri="{FF2B5EF4-FFF2-40B4-BE49-F238E27FC236}">
                <a16:creationId xmlns:a16="http://schemas.microsoft.com/office/drawing/2014/main" id="{71E0F781-637A-C236-B25E-E48D97C6AFB1}"/>
              </a:ext>
            </a:extLst>
          </p:cNvPr>
          <p:cNvSpPr txBox="1">
            <a:spLocks/>
          </p:cNvSpPr>
          <p:nvPr/>
        </p:nvSpPr>
        <p:spPr>
          <a:xfrm>
            <a:off x="488091" y="5125610"/>
            <a:ext cx="11176327" cy="45287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q"/>
            </a:pPr>
            <a:r>
              <a:rPr lang="zh-TW" altLang="en-CN" dirty="0"/>
              <a:t>前面</a:t>
            </a:r>
            <a:r>
              <a:rPr lang="zh-TW" altLang="en-US" dirty="0"/>
              <a:t>的参数还是随机取值时</a:t>
            </a:r>
            <a:r>
              <a:rPr lang="zh-CN" altLang="en-US" dirty="0"/>
              <a:t>，后面的权重可能已经</a:t>
            </a:r>
            <a:r>
              <a:rPr lang="zh-CN" altLang="en-CN" dirty="0"/>
              <a:t>收敛</a:t>
            </a:r>
            <a:r>
              <a:rPr lang="zh-CN" altLang="en-US" dirty="0"/>
              <a:t>到某局部极值</a:t>
            </a:r>
            <a:endParaRPr lang="en-US" altLang="zh-TW" dirty="0"/>
          </a:p>
        </p:txBody>
      </p:sp>
      <p:pic>
        <p:nvPicPr>
          <p:cNvPr id="208" name="Picture 74">
            <a:extLst>
              <a:ext uri="{FF2B5EF4-FFF2-40B4-BE49-F238E27FC236}">
                <a16:creationId xmlns:a16="http://schemas.microsoft.com/office/drawing/2014/main" id="{03A24217-08A2-6353-354F-CF0646DD60EE}"/>
              </a:ext>
            </a:extLst>
          </p:cNvPr>
          <p:cNvPicPr>
            <a:picLocks noChangeAspect="1"/>
          </p:cNvPicPr>
          <p:nvPr/>
        </p:nvPicPr>
        <p:blipFill>
          <a:blip r:embed="rId8"/>
          <a:stretch>
            <a:fillRect/>
          </a:stretch>
        </p:blipFill>
        <p:spPr>
          <a:xfrm>
            <a:off x="8974197" y="1999639"/>
            <a:ext cx="3137813" cy="1765869"/>
          </a:xfrm>
          <a:prstGeom prst="rect">
            <a:avLst/>
          </a:prstGeom>
        </p:spPr>
      </p:pic>
      <p:sp>
        <p:nvSpPr>
          <p:cNvPr id="209" name="內容版面配置區 2">
            <a:extLst>
              <a:ext uri="{FF2B5EF4-FFF2-40B4-BE49-F238E27FC236}">
                <a16:creationId xmlns:a16="http://schemas.microsoft.com/office/drawing/2014/main" id="{B581D0FD-9D03-9BA8-8654-38C0C4CA6AD4}"/>
              </a:ext>
            </a:extLst>
          </p:cNvPr>
          <p:cNvSpPr txBox="1">
            <a:spLocks/>
          </p:cNvSpPr>
          <p:nvPr/>
        </p:nvSpPr>
        <p:spPr>
          <a:xfrm>
            <a:off x="9304590" y="3801783"/>
            <a:ext cx="2807420" cy="45287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TW" sz="1800" dirty="0">
                <a:solidFill>
                  <a:schemeClr val="accent1">
                    <a:lumMod val="50000"/>
                  </a:schemeClr>
                </a:solidFill>
              </a:rPr>
              <a:t>Sigmoid</a:t>
            </a:r>
            <a:r>
              <a:rPr lang="zh-TW" altLang="en-US" sz="1800" dirty="0">
                <a:solidFill>
                  <a:schemeClr val="accent1">
                    <a:lumMod val="50000"/>
                  </a:schemeClr>
                </a:solidFill>
              </a:rPr>
              <a:t>函数与梯度值</a:t>
            </a:r>
            <a:endParaRPr lang="en-US" altLang="zh-TW" sz="1800" dirty="0">
              <a:solidFill>
                <a:schemeClr val="accent1">
                  <a:lumMod val="50000"/>
                </a:schemeClr>
              </a:solidFill>
            </a:endParaRPr>
          </a:p>
        </p:txBody>
      </p:sp>
      <p:sp>
        <p:nvSpPr>
          <p:cNvPr id="210" name="內容版面配置區 2">
            <a:extLst>
              <a:ext uri="{FF2B5EF4-FFF2-40B4-BE49-F238E27FC236}">
                <a16:creationId xmlns:a16="http://schemas.microsoft.com/office/drawing/2014/main" id="{FFE2D846-37D2-7CAB-6BE5-0B272A49DA87}"/>
              </a:ext>
            </a:extLst>
          </p:cNvPr>
          <p:cNvSpPr txBox="1">
            <a:spLocks/>
          </p:cNvSpPr>
          <p:nvPr/>
        </p:nvSpPr>
        <p:spPr>
          <a:xfrm>
            <a:off x="488092" y="5749963"/>
            <a:ext cx="10515600" cy="45287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Ø"/>
            </a:pPr>
            <a:r>
              <a:rPr lang="zh-TW" altLang="en-US" dirty="0"/>
              <a:t>产生这种</a:t>
            </a:r>
            <a:r>
              <a:rPr lang="zh-TW" altLang="en-US" dirty="0">
                <a:solidFill>
                  <a:srgbClr val="FF0000"/>
                </a:solidFill>
              </a:rPr>
              <a:t>梯度消失</a:t>
            </a:r>
            <a:r>
              <a:rPr lang="zh-TW" altLang="en-US" dirty="0"/>
              <a:t>现象与选用的激活函数有关</a:t>
            </a:r>
            <a:endParaRPr lang="en-US" altLang="zh-TW" dirty="0"/>
          </a:p>
        </p:txBody>
      </p:sp>
      <p:sp>
        <p:nvSpPr>
          <p:cNvPr id="2" name="灯片编号占位符 1"/>
          <p:cNvSpPr>
            <a:spLocks noGrp="1"/>
          </p:cNvSpPr>
          <p:nvPr>
            <p:ph type="sldNum" sz="quarter" idx="14"/>
          </p:nvPr>
        </p:nvSpPr>
        <p:spPr/>
        <p:txBody>
          <a:bodyPr/>
          <a:lstStyle/>
          <a:p>
            <a:fld id="{AF69888C-E133-43D9-A638-B5C95925B91C}" type="slidenum">
              <a:rPr lang="zh-CN" altLang="en-US" smtClean="0"/>
              <a:t>43</a:t>
            </a:fld>
            <a:endParaRPr lang="zh-CN" altLang="en-US" dirty="0"/>
          </a:p>
        </p:txBody>
      </p:sp>
    </p:spTree>
    <p:extLst>
      <p:ext uri="{BB962C8B-B14F-4D97-AF65-F5344CB8AC3E}">
        <p14:creationId xmlns:p14="http://schemas.microsoft.com/office/powerpoint/2010/main" val="4218174375"/>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6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7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7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7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7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7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76"/>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7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7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79"/>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8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8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8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83"/>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84"/>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85"/>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8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87"/>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88"/>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89"/>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90"/>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91"/>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96"/>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9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9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99"/>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200"/>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01"/>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202"/>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203"/>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204"/>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06"/>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3" presetClass="entr" presetSubtype="10" fill="hold" grpId="0" nodeType="clickEffect">
                                  <p:stCondLst>
                                    <p:cond delay="0"/>
                                  </p:stCondLst>
                                  <p:childTnLst>
                                    <p:set>
                                      <p:cBhvr>
                                        <p:cTn id="124" dur="1" fill="hold">
                                          <p:stCondLst>
                                            <p:cond delay="0"/>
                                          </p:stCondLst>
                                        </p:cTn>
                                        <p:tgtEl>
                                          <p:spTgt spid="207"/>
                                        </p:tgtEl>
                                        <p:attrNameLst>
                                          <p:attrName>style.visibility</p:attrName>
                                        </p:attrNameLst>
                                      </p:cBhvr>
                                      <p:to>
                                        <p:strVal val="visible"/>
                                      </p:to>
                                    </p:set>
                                    <p:animEffect transition="in" filter="blinds(horizontal)">
                                      <p:cBhvr>
                                        <p:cTn id="125" dur="500"/>
                                        <p:tgtEl>
                                          <p:spTgt spid="207"/>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grpId="0" nodeType="clickEffect">
                                  <p:stCondLst>
                                    <p:cond delay="0"/>
                                  </p:stCondLst>
                                  <p:childTnLst>
                                    <p:set>
                                      <p:cBhvr>
                                        <p:cTn id="129" dur="1" fill="hold">
                                          <p:stCondLst>
                                            <p:cond delay="0"/>
                                          </p:stCondLst>
                                        </p:cTn>
                                        <p:tgtEl>
                                          <p:spTgt spid="210"/>
                                        </p:tgtEl>
                                        <p:attrNameLst>
                                          <p:attrName>style.visibility</p:attrName>
                                        </p:attrNameLst>
                                      </p:cBhvr>
                                      <p:to>
                                        <p:strVal val="visible"/>
                                      </p:to>
                                    </p:set>
                                    <p:animEffect transition="in" filter="blinds(horizontal)">
                                      <p:cBhvr>
                                        <p:cTn id="130" dur="500"/>
                                        <p:tgtEl>
                                          <p:spTgt spid="210"/>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nodeType="clickEffect">
                                  <p:stCondLst>
                                    <p:cond delay="0"/>
                                  </p:stCondLst>
                                  <p:childTnLst>
                                    <p:set>
                                      <p:cBhvr>
                                        <p:cTn id="134" dur="1" fill="hold">
                                          <p:stCondLst>
                                            <p:cond delay="0"/>
                                          </p:stCondLst>
                                        </p:cTn>
                                        <p:tgtEl>
                                          <p:spTgt spid="208"/>
                                        </p:tgtEl>
                                        <p:attrNameLst>
                                          <p:attrName>style.visibility</p:attrName>
                                        </p:attrNameLst>
                                      </p:cBhvr>
                                      <p:to>
                                        <p:strVal val="visible"/>
                                      </p:to>
                                    </p:set>
                                    <p:animEffect transition="in" filter="blinds(horizontal)">
                                      <p:cBhvr>
                                        <p:cTn id="135" dur="500"/>
                                        <p:tgtEl>
                                          <p:spTgt spid="208"/>
                                        </p:tgtEl>
                                      </p:cBhvr>
                                    </p:animEffect>
                                  </p:childTnLst>
                                </p:cTn>
                              </p:par>
                              <p:par>
                                <p:cTn id="136" presetID="3" presetClass="entr" presetSubtype="10" fill="hold" grpId="0" nodeType="withEffect">
                                  <p:stCondLst>
                                    <p:cond delay="0"/>
                                  </p:stCondLst>
                                  <p:childTnLst>
                                    <p:set>
                                      <p:cBhvr>
                                        <p:cTn id="137" dur="1" fill="hold">
                                          <p:stCondLst>
                                            <p:cond delay="0"/>
                                          </p:stCondLst>
                                        </p:cTn>
                                        <p:tgtEl>
                                          <p:spTgt spid="209"/>
                                        </p:tgtEl>
                                        <p:attrNameLst>
                                          <p:attrName>style.visibility</p:attrName>
                                        </p:attrNameLst>
                                      </p:cBhvr>
                                      <p:to>
                                        <p:strVal val="visible"/>
                                      </p:to>
                                    </p:set>
                                    <p:animEffect transition="in" filter="blinds(horizontal)">
                                      <p:cBhvr>
                                        <p:cTn id="138" dur="500"/>
                                        <p:tgtEl>
                                          <p:spTgt spid="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 grpId="0" animBg="1"/>
      <p:bldP spid="145" grpId="0" animBg="1"/>
      <p:bldP spid="146" grpId="0" animBg="1"/>
      <p:bldP spid="147" grpId="0" animBg="1"/>
      <p:bldP spid="151" grpId="0" animBg="1"/>
      <p:bldP spid="152" grpId="0" animBg="1"/>
      <p:bldP spid="155" grpId="0" animBg="1"/>
      <p:bldP spid="156" grpId="0" animBg="1"/>
      <p:bldP spid="157" grpId="0" animBg="1"/>
      <p:bldP spid="158" grpId="0"/>
      <p:bldP spid="159" grpId="0" animBg="1"/>
      <p:bldP spid="161" grpId="0"/>
      <p:bldP spid="162" grpId="0" animBg="1"/>
      <p:bldP spid="163" grpId="0" animBg="1"/>
      <p:bldP spid="164" grpId="0" animBg="1"/>
      <p:bldP spid="165" grpId="0"/>
      <p:bldP spid="166" grpId="0" animBg="1"/>
      <p:bldP spid="167" grpId="0" animBg="1"/>
      <p:bldP spid="168" grpId="0" animBg="1"/>
      <p:bldP spid="169" grpId="0"/>
      <p:bldP spid="171" grpId="0"/>
      <p:bldP spid="172" grpId="0"/>
      <p:bldP spid="206" grpId="0"/>
      <p:bldP spid="207" grpId="0"/>
      <p:bldP spid="209" grpId="0"/>
      <p:bldP spid="2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752E49C0-DDF6-121C-0162-2A3E8E280C3B}"/>
              </a:ext>
            </a:extLst>
          </p:cNvPr>
          <p:cNvSpPr txBox="1"/>
          <p:nvPr/>
        </p:nvSpPr>
        <p:spPr>
          <a:xfrm>
            <a:off x="604531" y="9260"/>
            <a:ext cx="6096000" cy="905761"/>
          </a:xfrm>
          <a:prstGeom prst="rect">
            <a:avLst/>
          </a:prstGeom>
          <a:noFill/>
        </p:spPr>
        <p:txBody>
          <a:bodyPr wrap="square">
            <a:spAutoFit/>
          </a:bodyPr>
          <a:lstStyle/>
          <a:p>
            <a:pPr algn="l">
              <a:lnSpc>
                <a:spcPct val="150000"/>
              </a:lnSpc>
            </a:pPr>
            <a:r>
              <a:rPr lang="en-US" altLang="zh-CN" sz="4000" b="1" dirty="0">
                <a:sym typeface="+mn-ea"/>
              </a:rPr>
              <a:t>4</a:t>
            </a:r>
            <a:r>
              <a:rPr lang="zh-CN" altLang="en-US" sz="4000" b="1" dirty="0">
                <a:sym typeface="+mn-ea"/>
              </a:rPr>
              <a:t> 梯度消失</a:t>
            </a:r>
          </a:p>
        </p:txBody>
      </p:sp>
      <p:sp>
        <p:nvSpPr>
          <p:cNvPr id="2" name="內容版面配置區 2">
            <a:extLst>
              <a:ext uri="{FF2B5EF4-FFF2-40B4-BE49-F238E27FC236}">
                <a16:creationId xmlns:a16="http://schemas.microsoft.com/office/drawing/2014/main" id="{1A71A989-B456-C3AD-2A1E-6814B8B51B67}"/>
              </a:ext>
            </a:extLst>
          </p:cNvPr>
          <p:cNvSpPr txBox="1">
            <a:spLocks/>
          </p:cNvSpPr>
          <p:nvPr/>
        </p:nvSpPr>
        <p:spPr>
          <a:xfrm>
            <a:off x="838200" y="1154860"/>
            <a:ext cx="10515600" cy="5012096"/>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Ø"/>
            </a:pPr>
            <a:r>
              <a:rPr lang="zh-TW" altLang="en-US" dirty="0"/>
              <a:t>选用其他激活函数</a:t>
            </a:r>
            <a:r>
              <a:rPr lang="zh-CN" altLang="en-US" dirty="0"/>
              <a:t>： 修正线性单元 （</a:t>
            </a:r>
            <a:r>
              <a:rPr lang="en-US" altLang="zh-TW" dirty="0"/>
              <a:t>Rectified Linear Unit, </a:t>
            </a:r>
            <a:r>
              <a:rPr lang="en-US" altLang="zh-TW" dirty="0" err="1">
                <a:solidFill>
                  <a:srgbClr val="FF0000"/>
                </a:solidFill>
              </a:rPr>
              <a:t>ReLU</a:t>
            </a:r>
            <a:r>
              <a:rPr lang="zh-CN" altLang="en-US" dirty="0"/>
              <a:t>）</a:t>
            </a:r>
            <a:endParaRPr lang="en-US" altLang="zh-TW" dirty="0"/>
          </a:p>
        </p:txBody>
      </p:sp>
      <p:sp>
        <p:nvSpPr>
          <p:cNvPr id="10" name="文字方塊 23">
            <a:extLst>
              <a:ext uri="{FF2B5EF4-FFF2-40B4-BE49-F238E27FC236}">
                <a16:creationId xmlns:a16="http://schemas.microsoft.com/office/drawing/2014/main" id="{1A2BAD8C-327E-A363-0604-43F4BF691F58}"/>
              </a:ext>
            </a:extLst>
          </p:cNvPr>
          <p:cNvSpPr txBox="1"/>
          <p:nvPr/>
        </p:nvSpPr>
        <p:spPr>
          <a:xfrm>
            <a:off x="6293867" y="2108022"/>
            <a:ext cx="3314700" cy="523220"/>
          </a:xfrm>
          <a:prstGeom prst="rect">
            <a:avLst/>
          </a:prstGeom>
          <a:noFill/>
        </p:spPr>
        <p:txBody>
          <a:bodyPr wrap="square" rtlCol="0">
            <a:spAutoFit/>
          </a:bodyPr>
          <a:lstStyle/>
          <a:p>
            <a:pPr>
              <a:defRPr/>
            </a:pPr>
            <a:r>
              <a:rPr lang="zh-TW" altLang="en-US" sz="2800" dirty="0">
                <a:solidFill>
                  <a:prstClr val="black"/>
                </a:solidFill>
                <a:latin typeface="+mn-ea"/>
              </a:rPr>
              <a:t>选用的原因</a:t>
            </a:r>
            <a:r>
              <a:rPr lang="en-US" altLang="zh-TW" sz="2800" dirty="0">
                <a:solidFill>
                  <a:prstClr val="black"/>
                </a:solidFill>
                <a:latin typeface="+mn-ea"/>
              </a:rPr>
              <a:t>:</a:t>
            </a:r>
            <a:endParaRPr lang="zh-TW" altLang="en-US" sz="2800" dirty="0">
              <a:solidFill>
                <a:prstClr val="black"/>
              </a:solidFill>
              <a:latin typeface="+mn-ea"/>
            </a:endParaRPr>
          </a:p>
        </p:txBody>
      </p:sp>
      <p:sp>
        <p:nvSpPr>
          <p:cNvPr id="11" name="文字方塊 26">
            <a:extLst>
              <a:ext uri="{FF2B5EF4-FFF2-40B4-BE49-F238E27FC236}">
                <a16:creationId xmlns:a16="http://schemas.microsoft.com/office/drawing/2014/main" id="{E3355DFC-3E00-EB95-4D27-CAA2130E91D3}"/>
              </a:ext>
            </a:extLst>
          </p:cNvPr>
          <p:cNvSpPr txBox="1"/>
          <p:nvPr/>
        </p:nvSpPr>
        <p:spPr>
          <a:xfrm>
            <a:off x="6628958" y="2681343"/>
            <a:ext cx="3314700" cy="523220"/>
          </a:xfrm>
          <a:prstGeom prst="rect">
            <a:avLst/>
          </a:prstGeom>
          <a:noFill/>
        </p:spPr>
        <p:txBody>
          <a:bodyPr wrap="square" rtlCol="0">
            <a:spAutoFit/>
          </a:bodyPr>
          <a:lstStyle/>
          <a:p>
            <a:pPr>
              <a:defRPr/>
            </a:pPr>
            <a:r>
              <a:rPr lang="en-US" altLang="zh-TW" sz="2800" dirty="0">
                <a:solidFill>
                  <a:prstClr val="black"/>
                </a:solidFill>
                <a:latin typeface="+mn-ea"/>
              </a:rPr>
              <a:t>1. </a:t>
            </a:r>
            <a:r>
              <a:rPr lang="zh-TW" altLang="en-US" sz="2800" dirty="0">
                <a:solidFill>
                  <a:prstClr val="black"/>
                </a:solidFill>
                <a:latin typeface="+mn-ea"/>
              </a:rPr>
              <a:t>计算速度很快</a:t>
            </a:r>
          </a:p>
        </p:txBody>
      </p:sp>
      <p:sp>
        <p:nvSpPr>
          <p:cNvPr id="13" name="文字方塊 27">
            <a:extLst>
              <a:ext uri="{FF2B5EF4-FFF2-40B4-BE49-F238E27FC236}">
                <a16:creationId xmlns:a16="http://schemas.microsoft.com/office/drawing/2014/main" id="{AB2F4809-2014-E303-C93A-657F1150FD67}"/>
              </a:ext>
            </a:extLst>
          </p:cNvPr>
          <p:cNvSpPr txBox="1"/>
          <p:nvPr/>
        </p:nvSpPr>
        <p:spPr>
          <a:xfrm>
            <a:off x="6643099" y="3319275"/>
            <a:ext cx="3314700" cy="523220"/>
          </a:xfrm>
          <a:prstGeom prst="rect">
            <a:avLst/>
          </a:prstGeom>
          <a:noFill/>
        </p:spPr>
        <p:txBody>
          <a:bodyPr wrap="square" rtlCol="0">
            <a:spAutoFit/>
          </a:bodyPr>
          <a:lstStyle/>
          <a:p>
            <a:pPr>
              <a:defRPr/>
            </a:pPr>
            <a:r>
              <a:rPr lang="en-US" altLang="zh-TW" sz="2800" dirty="0">
                <a:solidFill>
                  <a:prstClr val="black"/>
                </a:solidFill>
                <a:latin typeface="+mn-ea"/>
              </a:rPr>
              <a:t>2. </a:t>
            </a:r>
            <a:r>
              <a:rPr lang="zh-CN" altLang="en-US" sz="2800" dirty="0">
                <a:solidFill>
                  <a:prstClr val="black"/>
                </a:solidFill>
                <a:latin typeface="+mn-ea"/>
              </a:rPr>
              <a:t>仿生物学原理</a:t>
            </a:r>
            <a:endParaRPr lang="zh-TW" altLang="en-US" sz="2800" dirty="0">
              <a:solidFill>
                <a:prstClr val="black"/>
              </a:solidFill>
              <a:latin typeface="+mn-ea"/>
            </a:endParaRPr>
          </a:p>
        </p:txBody>
      </p:sp>
      <p:sp>
        <p:nvSpPr>
          <p:cNvPr id="14" name="文字方塊 28">
            <a:extLst>
              <a:ext uri="{FF2B5EF4-FFF2-40B4-BE49-F238E27FC236}">
                <a16:creationId xmlns:a16="http://schemas.microsoft.com/office/drawing/2014/main" id="{5F96C028-F324-9381-7FC7-4B7183433F63}"/>
              </a:ext>
            </a:extLst>
          </p:cNvPr>
          <p:cNvSpPr txBox="1"/>
          <p:nvPr/>
        </p:nvSpPr>
        <p:spPr>
          <a:xfrm>
            <a:off x="6643098" y="3953761"/>
            <a:ext cx="4794327" cy="954107"/>
          </a:xfrm>
          <a:prstGeom prst="rect">
            <a:avLst/>
          </a:prstGeom>
          <a:noFill/>
        </p:spPr>
        <p:txBody>
          <a:bodyPr wrap="square" rtlCol="0">
            <a:spAutoFit/>
          </a:bodyPr>
          <a:lstStyle/>
          <a:p>
            <a:pPr>
              <a:defRPr/>
            </a:pPr>
            <a:r>
              <a:rPr lang="en-US" altLang="zh-TW" sz="2800" dirty="0">
                <a:solidFill>
                  <a:prstClr val="black"/>
                </a:solidFill>
                <a:latin typeface="+mn-ea"/>
              </a:rPr>
              <a:t>3. </a:t>
            </a:r>
            <a:r>
              <a:rPr lang="zh-TW" altLang="en-US" sz="2800" dirty="0">
                <a:solidFill>
                  <a:prstClr val="black"/>
                </a:solidFill>
                <a:latin typeface="+mn-ea"/>
              </a:rPr>
              <a:t>可看成无数个</a:t>
            </a:r>
            <a:r>
              <a:rPr lang="zh-TW" altLang="en-CN" sz="2800" dirty="0">
                <a:solidFill>
                  <a:prstClr val="black"/>
                </a:solidFill>
                <a:latin typeface="+mn-ea"/>
              </a:rPr>
              <a:t>有偏置</a:t>
            </a:r>
            <a:r>
              <a:rPr lang="zh-TW" altLang="en-US" sz="2800" dirty="0">
                <a:solidFill>
                  <a:prstClr val="black"/>
                </a:solidFill>
                <a:latin typeface="+mn-ea"/>
              </a:rPr>
              <a:t>的</a:t>
            </a:r>
            <a:r>
              <a:rPr lang="en-US" altLang="zh-TW" sz="2800" dirty="0">
                <a:solidFill>
                  <a:prstClr val="black"/>
                </a:solidFill>
                <a:latin typeface="+mn-ea"/>
              </a:rPr>
              <a:t>sigmoid</a:t>
            </a:r>
            <a:r>
              <a:rPr lang="zh-TW" altLang="en-US" sz="2800" dirty="0">
                <a:solidFill>
                  <a:prstClr val="black"/>
                </a:solidFill>
                <a:latin typeface="+mn-ea"/>
              </a:rPr>
              <a:t>函数的累加</a:t>
            </a:r>
          </a:p>
        </p:txBody>
      </p:sp>
      <p:sp>
        <p:nvSpPr>
          <p:cNvPr id="15" name="文字方塊 29">
            <a:extLst>
              <a:ext uri="{FF2B5EF4-FFF2-40B4-BE49-F238E27FC236}">
                <a16:creationId xmlns:a16="http://schemas.microsoft.com/office/drawing/2014/main" id="{8CE6131A-B1A1-592C-2DB9-E62EB21B56E4}"/>
              </a:ext>
            </a:extLst>
          </p:cNvPr>
          <p:cNvSpPr txBox="1"/>
          <p:nvPr/>
        </p:nvSpPr>
        <p:spPr>
          <a:xfrm>
            <a:off x="6643098" y="4965427"/>
            <a:ext cx="3748933" cy="523220"/>
          </a:xfrm>
          <a:prstGeom prst="rect">
            <a:avLst/>
          </a:prstGeom>
          <a:noFill/>
        </p:spPr>
        <p:txBody>
          <a:bodyPr wrap="square" rtlCol="0">
            <a:spAutoFit/>
          </a:bodyPr>
          <a:lstStyle/>
          <a:p>
            <a:pPr>
              <a:defRPr/>
            </a:pPr>
            <a:r>
              <a:rPr lang="en-US" altLang="zh-TW" sz="2800" dirty="0">
                <a:solidFill>
                  <a:prstClr val="black"/>
                </a:solidFill>
                <a:latin typeface="+mn-ea"/>
              </a:rPr>
              <a:t>4. </a:t>
            </a:r>
            <a:r>
              <a:rPr lang="zh-TW" altLang="en-US" sz="2800" dirty="0">
                <a:solidFill>
                  <a:prstClr val="black"/>
                </a:solidFill>
                <a:latin typeface="+mn-ea"/>
              </a:rPr>
              <a:t>应对梯度消失问题</a:t>
            </a:r>
          </a:p>
        </p:txBody>
      </p:sp>
      <p:grpSp>
        <p:nvGrpSpPr>
          <p:cNvPr id="16" name="群組 19">
            <a:extLst>
              <a:ext uri="{FF2B5EF4-FFF2-40B4-BE49-F238E27FC236}">
                <a16:creationId xmlns:a16="http://schemas.microsoft.com/office/drawing/2014/main" id="{0DEE0191-CFDD-0CB7-616D-57217F187FD3}"/>
              </a:ext>
            </a:extLst>
          </p:cNvPr>
          <p:cNvGrpSpPr/>
          <p:nvPr/>
        </p:nvGrpSpPr>
        <p:grpSpPr>
          <a:xfrm>
            <a:off x="2705227" y="2464337"/>
            <a:ext cx="3103710" cy="2809363"/>
            <a:chOff x="1054530" y="3434696"/>
            <a:chExt cx="3103710" cy="2809363"/>
          </a:xfrm>
        </p:grpSpPr>
        <p:grpSp>
          <p:nvGrpSpPr>
            <p:cNvPr id="17" name="群組 20">
              <a:extLst>
                <a:ext uri="{FF2B5EF4-FFF2-40B4-BE49-F238E27FC236}">
                  <a16:creationId xmlns:a16="http://schemas.microsoft.com/office/drawing/2014/main" id="{62205FA2-1044-013B-FB23-FCD571A2274A}"/>
                </a:ext>
              </a:extLst>
            </p:cNvPr>
            <p:cNvGrpSpPr/>
            <p:nvPr/>
          </p:nvGrpSpPr>
          <p:grpSpPr>
            <a:xfrm>
              <a:off x="1448290" y="3434696"/>
              <a:ext cx="2709950" cy="2809363"/>
              <a:chOff x="6200673" y="3815455"/>
              <a:chExt cx="2709950" cy="2809363"/>
            </a:xfrm>
          </p:grpSpPr>
          <p:cxnSp>
            <p:nvCxnSpPr>
              <p:cNvPr id="19" name="直線單箭頭接點 24">
                <a:extLst>
                  <a:ext uri="{FF2B5EF4-FFF2-40B4-BE49-F238E27FC236}">
                    <a16:creationId xmlns:a16="http://schemas.microsoft.com/office/drawing/2014/main" id="{A48004AE-A18B-E6CB-EDB2-045182CCA835}"/>
                  </a:ext>
                </a:extLst>
              </p:cNvPr>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25">
                <a:extLst>
                  <a:ext uri="{FF2B5EF4-FFF2-40B4-BE49-F238E27FC236}">
                    <a16:creationId xmlns:a16="http://schemas.microsoft.com/office/drawing/2014/main" id="{B2D1670A-D0B6-E7F3-53B8-59204E5CC0FA}"/>
                  </a:ext>
                </a:extLst>
              </p:cNvPr>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文字方塊 30">
                    <a:extLst>
                      <a:ext uri="{FF2B5EF4-FFF2-40B4-BE49-F238E27FC236}">
                        <a16:creationId xmlns:a16="http://schemas.microsoft.com/office/drawing/2014/main" id="{34D13ADB-9D0A-C3D3-A4F0-22A708731A2B}"/>
                      </a:ext>
                    </a:extLst>
                  </p:cNvPr>
                  <p:cNvSpPr txBox="1"/>
                  <p:nvPr/>
                </p:nvSpPr>
                <p:spPr>
                  <a:xfrm>
                    <a:off x="8687357" y="5527718"/>
                    <a:ext cx="223266"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𝑧</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2" name="文字方塊 91"/>
                  <p:cNvSpPr txBox="1">
                    <a:spLocks noRot="1" noChangeAspect="1" noMove="1" noResize="1" noEditPoints="1" noAdjustHandles="1" noChangeArrowheads="1" noChangeShapeType="1" noTextEdit="1"/>
                  </p:cNvSpPr>
                  <p:nvPr/>
                </p:nvSpPr>
                <p:spPr>
                  <a:xfrm>
                    <a:off x="8687357" y="5527718"/>
                    <a:ext cx="223266" cy="369332"/>
                  </a:xfrm>
                  <a:prstGeom prst="rect">
                    <a:avLst/>
                  </a:prstGeom>
                  <a:blipFill rotWithShape="0">
                    <a:blip r:embed="rId19"/>
                    <a:stretch>
                      <a:fillRect l="-16216" r="-162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31">
                    <a:extLst>
                      <a:ext uri="{FF2B5EF4-FFF2-40B4-BE49-F238E27FC236}">
                        <a16:creationId xmlns:a16="http://schemas.microsoft.com/office/drawing/2014/main" id="{EA4B617E-7F97-7B4E-7209-407A87ACD282}"/>
                      </a:ext>
                    </a:extLst>
                  </p:cNvPr>
                  <p:cNvSpPr txBox="1"/>
                  <p:nvPr/>
                </p:nvSpPr>
                <p:spPr>
                  <a:xfrm>
                    <a:off x="7313865" y="3815455"/>
                    <a:ext cx="247953"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3" name="文字方塊 92"/>
                  <p:cNvSpPr txBox="1">
                    <a:spLocks noRot="1" noChangeAspect="1" noMove="1" noResize="1" noEditPoints="1" noAdjustHandles="1" noChangeArrowheads="1" noChangeShapeType="1" noTextEdit="1"/>
                  </p:cNvSpPr>
                  <p:nvPr/>
                </p:nvSpPr>
                <p:spPr>
                  <a:xfrm>
                    <a:off x="7313865" y="3815455"/>
                    <a:ext cx="247953" cy="369332"/>
                  </a:xfrm>
                  <a:prstGeom prst="rect">
                    <a:avLst/>
                  </a:prstGeom>
                  <a:blipFill rotWithShape="0">
                    <a:blip r:embed="rId20"/>
                    <a:stretch>
                      <a:fillRect l="-17500" r="-15000"/>
                    </a:stretch>
                  </a:blipFill>
                </p:spPr>
                <p:txBody>
                  <a:bodyPr/>
                  <a:lstStyle/>
                  <a:p>
                    <a:r>
                      <a:rPr lang="zh-TW" altLang="en-US">
                        <a:noFill/>
                      </a:rPr>
                      <a:t> </a:t>
                    </a:r>
                  </a:p>
                </p:txBody>
              </p:sp>
            </mc:Fallback>
          </mc:AlternateContent>
          <p:cxnSp>
            <p:nvCxnSpPr>
              <p:cNvPr id="23" name="直線接點 32">
                <a:extLst>
                  <a:ext uri="{FF2B5EF4-FFF2-40B4-BE49-F238E27FC236}">
                    <a16:creationId xmlns:a16="http://schemas.microsoft.com/office/drawing/2014/main" id="{97338D0B-86E6-5638-369D-DEE7FB58521C}"/>
                  </a:ext>
                </a:extLst>
              </p:cNvPr>
              <p:cNvCxnSpPr/>
              <p:nvPr/>
            </p:nvCxnSpPr>
            <p:spPr>
              <a:xfrm>
                <a:off x="6228958" y="5708803"/>
                <a:ext cx="1237168"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4" name="直線接點 33">
                <a:extLst>
                  <a:ext uri="{FF2B5EF4-FFF2-40B4-BE49-F238E27FC236}">
                    <a16:creationId xmlns:a16="http://schemas.microsoft.com/office/drawing/2014/main" id="{0E7CF914-48BE-F4C8-51C2-C3396BB24A8B}"/>
                  </a:ext>
                </a:extLst>
              </p:cNvPr>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字方塊 34">
                    <a:extLst>
                      <a:ext uri="{FF2B5EF4-FFF2-40B4-BE49-F238E27FC236}">
                        <a16:creationId xmlns:a16="http://schemas.microsoft.com/office/drawing/2014/main" id="{13F2F810-F4A1-8360-5E2E-D9A9F156604C}"/>
                      </a:ext>
                    </a:extLst>
                  </p:cNvPr>
                  <p:cNvSpPr txBox="1"/>
                  <p:nvPr/>
                </p:nvSpPr>
                <p:spPr>
                  <a:xfrm>
                    <a:off x="7985942" y="4252893"/>
                    <a:ext cx="802464"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r>
                            <a:rPr lang="en-US" altLang="zh-TW" sz="2400" i="1">
                              <a:solidFill>
                                <a:prstClr val="black"/>
                              </a:solidFill>
                              <a:latin typeface="Cambria Math" panose="02040503050406030204" pitchFamily="18" charset="0"/>
                            </a:rPr>
                            <m:t>=</m:t>
                          </m:r>
                          <m:r>
                            <a:rPr lang="en-US" altLang="zh-TW" sz="2400" i="1">
                              <a:solidFill>
                                <a:prstClr val="black"/>
                              </a:solidFill>
                              <a:latin typeface="Cambria Math" panose="02040503050406030204" pitchFamily="18" charset="0"/>
                            </a:rPr>
                            <m:t>𝑧</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8" name="文字方塊 97"/>
                  <p:cNvSpPr txBox="1">
                    <a:spLocks noRot="1" noChangeAspect="1" noMove="1" noResize="1" noEditPoints="1" noAdjustHandles="1" noChangeArrowheads="1" noChangeShapeType="1" noTextEdit="1"/>
                  </p:cNvSpPr>
                  <p:nvPr/>
                </p:nvSpPr>
                <p:spPr>
                  <a:xfrm>
                    <a:off x="7985942" y="4252893"/>
                    <a:ext cx="802464" cy="369332"/>
                  </a:xfrm>
                  <a:prstGeom prst="rect">
                    <a:avLst/>
                  </a:prstGeom>
                  <a:blipFill rotWithShape="0">
                    <a:blip r:embed="rId21"/>
                    <a:stretch>
                      <a:fillRect l="-4545" r="-37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35">
                    <a:extLst>
                      <a:ext uri="{FF2B5EF4-FFF2-40B4-BE49-F238E27FC236}">
                        <a16:creationId xmlns:a16="http://schemas.microsoft.com/office/drawing/2014/main" id="{7C0AF36C-AC98-E8FD-8AF7-556085081390}"/>
                      </a:ext>
                    </a:extLst>
                  </p:cNvPr>
                  <p:cNvSpPr txBox="1"/>
                  <p:nvPr/>
                </p:nvSpPr>
                <p:spPr>
                  <a:xfrm>
                    <a:off x="6401952" y="5321208"/>
                    <a:ext cx="818044"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r>
                            <a:rPr lang="en-US" altLang="zh-TW" sz="2400" i="1">
                              <a:solidFill>
                                <a:prstClr val="black"/>
                              </a:solidFill>
                              <a:latin typeface="Cambria Math" panose="02040503050406030204" pitchFamily="18" charset="0"/>
                            </a:rPr>
                            <m:t>=0</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9" name="文字方塊 98"/>
                  <p:cNvSpPr txBox="1">
                    <a:spLocks noRot="1" noChangeAspect="1" noMove="1" noResize="1" noEditPoints="1" noAdjustHandles="1" noChangeArrowheads="1" noChangeShapeType="1" noTextEdit="1"/>
                  </p:cNvSpPr>
                  <p:nvPr/>
                </p:nvSpPr>
                <p:spPr>
                  <a:xfrm>
                    <a:off x="6401952" y="5321208"/>
                    <a:ext cx="818044" cy="369332"/>
                  </a:xfrm>
                  <a:prstGeom prst="rect">
                    <a:avLst/>
                  </a:prstGeom>
                  <a:blipFill rotWithShape="0">
                    <a:blip r:embed="rId22"/>
                    <a:stretch>
                      <a:fillRect l="-4478" r="-8955" b="-655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8" name="文字方塊 22">
                  <a:extLst>
                    <a:ext uri="{FF2B5EF4-FFF2-40B4-BE49-F238E27FC236}">
                      <a16:creationId xmlns:a16="http://schemas.microsoft.com/office/drawing/2014/main" id="{2F86DA8A-9A4F-5285-51ED-8D7BD75A90DF}"/>
                    </a:ext>
                  </a:extLst>
                </p:cNvPr>
                <p:cNvSpPr txBox="1"/>
                <p:nvPr/>
              </p:nvSpPr>
              <p:spPr>
                <a:xfrm>
                  <a:off x="1054530" y="3588584"/>
                  <a:ext cx="777842" cy="430887"/>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zh-TW" altLang="en-US" sz="2800" i="1">
                            <a:solidFill>
                              <a:prstClr val="black"/>
                            </a:solidFill>
                            <a:latin typeface="Cambria Math" panose="02040503050406030204" pitchFamily="18" charset="0"/>
                          </a:rPr>
                          <m:t>𝜎</m:t>
                        </m:r>
                        <m:d>
                          <m:dPr>
                            <m:ctrlPr>
                              <a:rPr lang="en-US" altLang="zh-TW" sz="2800" i="1">
                                <a:solidFill>
                                  <a:prstClr val="black"/>
                                </a:solidFill>
                                <a:latin typeface="Cambria Math" panose="02040503050406030204" pitchFamily="18" charset="0"/>
                              </a:rPr>
                            </m:ctrlPr>
                          </m:dPr>
                          <m:e>
                            <m:r>
                              <a:rPr lang="en-US" altLang="zh-TW" sz="2800" i="1">
                                <a:solidFill>
                                  <a:prstClr val="black"/>
                                </a:solidFill>
                                <a:latin typeface="Cambria Math" panose="02040503050406030204" pitchFamily="18" charset="0"/>
                              </a:rPr>
                              <m:t>𝑧</m:t>
                            </m:r>
                          </m:e>
                        </m:d>
                      </m:oMath>
                    </m:oMathPara>
                  </a14:m>
                  <a:endParaRPr lang="zh-TW" altLang="en-US" sz="2800" dirty="0">
                    <a:solidFill>
                      <a:prstClr val="black"/>
                    </a:solidFill>
                    <a:latin typeface="Calibri" panose="020F0502020204030204"/>
                    <a:ea typeface="新細明體" panose="02020500000000000000" pitchFamily="18" charset="-120"/>
                  </a:endParaRPr>
                </a:p>
              </p:txBody>
            </p:sp>
          </mc:Choice>
          <mc:Fallback xmlns="">
            <p:sp>
              <p:nvSpPr>
                <p:cNvPr id="23" name="文字方塊 22"/>
                <p:cNvSpPr txBox="1">
                  <a:spLocks noRot="1" noChangeAspect="1" noMove="1" noResize="1" noEditPoints="1" noAdjustHandles="1" noChangeArrowheads="1" noChangeShapeType="1" noTextEdit="1"/>
                </p:cNvSpPr>
                <p:nvPr/>
              </p:nvSpPr>
              <p:spPr>
                <a:xfrm>
                  <a:off x="1054530" y="3588584"/>
                  <a:ext cx="777842" cy="430887"/>
                </a:xfrm>
                <a:prstGeom prst="rect">
                  <a:avLst/>
                </a:prstGeom>
                <a:blipFill rotWithShape="0">
                  <a:blip r:embed="rId23"/>
                  <a:stretch>
                    <a:fillRect/>
                  </a:stretch>
                </a:blipFill>
              </p:spPr>
              <p:txBody>
                <a:bodyPr/>
                <a:lstStyle/>
                <a:p>
                  <a:r>
                    <a:rPr lang="zh-TW" altLang="en-US">
                      <a:noFill/>
                    </a:rPr>
                    <a:t> </a:t>
                  </a:r>
                </a:p>
              </p:txBody>
            </p:sp>
          </mc:Fallback>
        </mc:AlternateContent>
      </p:grpSp>
      <p:sp>
        <p:nvSpPr>
          <p:cNvPr id="27" name="矩形 3">
            <a:extLst>
              <a:ext uri="{FF2B5EF4-FFF2-40B4-BE49-F238E27FC236}">
                <a16:creationId xmlns:a16="http://schemas.microsoft.com/office/drawing/2014/main" id="{CFE122D2-81CE-CA56-B727-4773389B1F9F}"/>
              </a:ext>
            </a:extLst>
          </p:cNvPr>
          <p:cNvSpPr/>
          <p:nvPr/>
        </p:nvSpPr>
        <p:spPr>
          <a:xfrm>
            <a:off x="2974016" y="5317462"/>
            <a:ext cx="2672655" cy="369332"/>
          </a:xfrm>
          <a:prstGeom prst="rect">
            <a:avLst/>
          </a:prstGeom>
        </p:spPr>
        <p:txBody>
          <a:bodyPr wrap="none">
            <a:spAutoFit/>
          </a:bodyPr>
          <a:lstStyle/>
          <a:p>
            <a:pPr>
              <a:defRPr/>
            </a:pPr>
            <a:r>
              <a:rPr lang="en-US" altLang="zh-TW" dirty="0">
                <a:solidFill>
                  <a:srgbClr val="0000FF"/>
                </a:solidFill>
                <a:latin typeface="Calibri" panose="020F0502020204030204"/>
                <a:ea typeface="新細明體" panose="02020500000000000000" pitchFamily="18" charset="-120"/>
              </a:rPr>
              <a:t>[Xavier </a:t>
            </a:r>
            <a:r>
              <a:rPr lang="en-US" altLang="zh-TW" dirty="0" err="1">
                <a:solidFill>
                  <a:srgbClr val="0000FF"/>
                </a:solidFill>
                <a:latin typeface="Calibri" panose="020F0502020204030204"/>
                <a:ea typeface="新細明體" panose="02020500000000000000" pitchFamily="18" charset="-120"/>
              </a:rPr>
              <a:t>Glorot</a:t>
            </a:r>
            <a:r>
              <a:rPr lang="en-US" altLang="zh-TW" dirty="0">
                <a:solidFill>
                  <a:srgbClr val="0000FF"/>
                </a:solidFill>
                <a:latin typeface="Calibri" panose="020F0502020204030204"/>
                <a:ea typeface="新細明體" panose="02020500000000000000" pitchFamily="18" charset="-120"/>
              </a:rPr>
              <a:t>, AISTATS’11]</a:t>
            </a:r>
            <a:endParaRPr lang="zh-TW" altLang="en-US" dirty="0">
              <a:solidFill>
                <a:srgbClr val="0000FF"/>
              </a:solidFill>
              <a:latin typeface="Calibri" panose="020F0502020204030204"/>
              <a:ea typeface="新細明體" panose="02020500000000000000" pitchFamily="18" charset="-120"/>
            </a:endParaRPr>
          </a:p>
        </p:txBody>
      </p:sp>
      <p:sp>
        <p:nvSpPr>
          <p:cNvPr id="28" name="矩形 4">
            <a:extLst>
              <a:ext uri="{FF2B5EF4-FFF2-40B4-BE49-F238E27FC236}">
                <a16:creationId xmlns:a16="http://schemas.microsoft.com/office/drawing/2014/main" id="{26D8171E-FD99-3FBB-6114-45D5DCDDA08E}"/>
              </a:ext>
            </a:extLst>
          </p:cNvPr>
          <p:cNvSpPr/>
          <p:nvPr/>
        </p:nvSpPr>
        <p:spPr>
          <a:xfrm>
            <a:off x="6628957" y="4964304"/>
            <a:ext cx="3748925" cy="5861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TW" altLang="en-US">
              <a:solidFill>
                <a:prstClr val="white"/>
              </a:solidFill>
              <a:latin typeface="+mn-ea"/>
            </a:endParaRPr>
          </a:p>
        </p:txBody>
      </p:sp>
      <p:sp>
        <p:nvSpPr>
          <p:cNvPr id="29" name="矩形 21">
            <a:extLst>
              <a:ext uri="{FF2B5EF4-FFF2-40B4-BE49-F238E27FC236}">
                <a16:creationId xmlns:a16="http://schemas.microsoft.com/office/drawing/2014/main" id="{CFDB5474-42EC-08E0-98AD-09E087D65AB9}"/>
              </a:ext>
            </a:extLst>
          </p:cNvPr>
          <p:cNvSpPr/>
          <p:nvPr/>
        </p:nvSpPr>
        <p:spPr>
          <a:xfrm>
            <a:off x="2986590" y="5550439"/>
            <a:ext cx="2690288" cy="369332"/>
          </a:xfrm>
          <a:prstGeom prst="rect">
            <a:avLst/>
          </a:prstGeom>
        </p:spPr>
        <p:txBody>
          <a:bodyPr wrap="none">
            <a:spAutoFit/>
          </a:bodyPr>
          <a:lstStyle/>
          <a:p>
            <a:pPr>
              <a:defRPr/>
            </a:pPr>
            <a:r>
              <a:rPr lang="en-US" altLang="zh-TW" dirty="0">
                <a:solidFill>
                  <a:srgbClr val="0000FF"/>
                </a:solidFill>
                <a:latin typeface="Calibri" panose="020F0502020204030204"/>
                <a:ea typeface="新細明體" panose="02020500000000000000" pitchFamily="18" charset="-120"/>
              </a:rPr>
              <a:t>[Andrew L. Maas, ICML’13]</a:t>
            </a:r>
            <a:endParaRPr lang="zh-TW" altLang="en-US" dirty="0">
              <a:solidFill>
                <a:srgbClr val="0000FF"/>
              </a:solidFill>
              <a:latin typeface="Calibri" panose="020F0502020204030204"/>
              <a:ea typeface="新細明體" panose="02020500000000000000" pitchFamily="18" charset="-120"/>
            </a:endParaRPr>
          </a:p>
        </p:txBody>
      </p:sp>
      <p:sp>
        <p:nvSpPr>
          <p:cNvPr id="30" name="矩形 36">
            <a:extLst>
              <a:ext uri="{FF2B5EF4-FFF2-40B4-BE49-F238E27FC236}">
                <a16:creationId xmlns:a16="http://schemas.microsoft.com/office/drawing/2014/main" id="{2F6811CA-AB94-36C8-01BF-941B63D76E17}"/>
              </a:ext>
            </a:extLst>
          </p:cNvPr>
          <p:cNvSpPr/>
          <p:nvPr/>
        </p:nvSpPr>
        <p:spPr>
          <a:xfrm>
            <a:off x="2986590" y="5812130"/>
            <a:ext cx="2263440" cy="369332"/>
          </a:xfrm>
          <a:prstGeom prst="rect">
            <a:avLst/>
          </a:prstGeom>
        </p:spPr>
        <p:txBody>
          <a:bodyPr wrap="none">
            <a:spAutoFit/>
          </a:bodyPr>
          <a:lstStyle/>
          <a:p>
            <a:pPr>
              <a:defRPr/>
            </a:pPr>
            <a:r>
              <a:rPr lang="en-US" altLang="zh-TW" dirty="0">
                <a:solidFill>
                  <a:srgbClr val="0000FF"/>
                </a:solidFill>
                <a:latin typeface="Calibri" panose="020F0502020204030204"/>
                <a:ea typeface="新細明體" panose="02020500000000000000" pitchFamily="18" charset="-120"/>
              </a:rPr>
              <a:t>[Kaiming He, arXiv’15]</a:t>
            </a:r>
            <a:endParaRPr lang="zh-TW" altLang="en-US" dirty="0">
              <a:solidFill>
                <a:srgbClr val="0000FF"/>
              </a:solidFill>
              <a:latin typeface="Calibri" panose="020F0502020204030204"/>
              <a:ea typeface="新細明體" panose="02020500000000000000" pitchFamily="18" charset="-120"/>
            </a:endParaRPr>
          </a:p>
        </p:txBody>
      </p:sp>
      <p:sp>
        <p:nvSpPr>
          <p:cNvPr id="4" name="灯片编号占位符 3"/>
          <p:cNvSpPr>
            <a:spLocks noGrp="1"/>
          </p:cNvSpPr>
          <p:nvPr>
            <p:ph type="sldNum" sz="quarter" idx="14"/>
          </p:nvPr>
        </p:nvSpPr>
        <p:spPr/>
        <p:txBody>
          <a:bodyPr/>
          <a:lstStyle/>
          <a:p>
            <a:fld id="{AF69888C-E133-43D9-A638-B5C95925B91C}" type="slidenum">
              <a:rPr lang="zh-CN" altLang="en-US" smtClean="0"/>
              <a:t>44</a:t>
            </a:fld>
            <a:endParaRPr lang="zh-CN" altLang="en-US" dirty="0"/>
          </a:p>
        </p:txBody>
      </p:sp>
    </p:spTree>
    <p:extLst>
      <p:ext uri="{BB962C8B-B14F-4D97-AF65-F5344CB8AC3E}">
        <p14:creationId xmlns:p14="http://schemas.microsoft.com/office/powerpoint/2010/main" val="718627536"/>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P spid="15" grpId="0"/>
      <p:bldP spid="27" grpId="0"/>
      <p:bldP spid="28" grpId="0" animBg="1"/>
      <p:bldP spid="29" grpId="0"/>
      <p:bldP spid="3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752E49C0-DDF6-121C-0162-2A3E8E280C3B}"/>
              </a:ext>
            </a:extLst>
          </p:cNvPr>
          <p:cNvSpPr txBox="1"/>
          <p:nvPr/>
        </p:nvSpPr>
        <p:spPr>
          <a:xfrm>
            <a:off x="604531" y="9260"/>
            <a:ext cx="6096000" cy="905761"/>
          </a:xfrm>
          <a:prstGeom prst="rect">
            <a:avLst/>
          </a:prstGeom>
          <a:noFill/>
        </p:spPr>
        <p:txBody>
          <a:bodyPr wrap="square">
            <a:spAutoFit/>
          </a:bodyPr>
          <a:lstStyle/>
          <a:p>
            <a:pPr algn="l">
              <a:lnSpc>
                <a:spcPct val="150000"/>
              </a:lnSpc>
            </a:pPr>
            <a:r>
              <a:rPr lang="en-US" altLang="zh-CN" sz="4000" b="1" dirty="0">
                <a:sym typeface="+mn-ea"/>
              </a:rPr>
              <a:t>4</a:t>
            </a:r>
            <a:r>
              <a:rPr lang="zh-CN" altLang="en-US" sz="4000" b="1" dirty="0">
                <a:sym typeface="+mn-ea"/>
              </a:rPr>
              <a:t> 梯度消失</a:t>
            </a:r>
          </a:p>
        </p:txBody>
      </p:sp>
      <p:cxnSp>
        <p:nvCxnSpPr>
          <p:cNvPr id="2" name="直線單箭頭接點 4">
            <a:extLst>
              <a:ext uri="{FF2B5EF4-FFF2-40B4-BE49-F238E27FC236}">
                <a16:creationId xmlns:a16="http://schemas.microsoft.com/office/drawing/2014/main" id="{74049EC1-CC69-AD42-6471-B951FDECD81C}"/>
              </a:ext>
            </a:extLst>
          </p:cNvPr>
          <p:cNvCxnSpPr/>
          <p:nvPr/>
        </p:nvCxnSpPr>
        <p:spPr>
          <a:xfrm>
            <a:off x="8713880" y="4396203"/>
            <a:ext cx="70132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 name="直線單箭頭接點 6">
            <a:extLst>
              <a:ext uri="{FF2B5EF4-FFF2-40B4-BE49-F238E27FC236}">
                <a16:creationId xmlns:a16="http://schemas.microsoft.com/office/drawing/2014/main" id="{64343089-6916-12EA-4CCA-012CBF7F6561}"/>
              </a:ext>
            </a:extLst>
          </p:cNvPr>
          <p:cNvCxnSpPr/>
          <p:nvPr/>
        </p:nvCxnSpPr>
        <p:spPr>
          <a:xfrm>
            <a:off x="8689996" y="3617400"/>
            <a:ext cx="72521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 name="群組 66">
            <a:extLst>
              <a:ext uri="{FF2B5EF4-FFF2-40B4-BE49-F238E27FC236}">
                <a16:creationId xmlns:a16="http://schemas.microsoft.com/office/drawing/2014/main" id="{2E2F102D-6E8F-C1E4-07F3-5F305CAAE047}"/>
              </a:ext>
            </a:extLst>
          </p:cNvPr>
          <p:cNvGrpSpPr/>
          <p:nvPr/>
        </p:nvGrpSpPr>
        <p:grpSpPr>
          <a:xfrm>
            <a:off x="2305744" y="3238764"/>
            <a:ext cx="342900" cy="461962"/>
            <a:chOff x="1378935" y="1958800"/>
            <a:chExt cx="342900" cy="461962"/>
          </a:xfrm>
        </p:grpSpPr>
        <p:sp>
          <p:nvSpPr>
            <p:cNvPr id="6" name="矩形 8">
              <a:extLst>
                <a:ext uri="{FF2B5EF4-FFF2-40B4-BE49-F238E27FC236}">
                  <a16:creationId xmlns:a16="http://schemas.microsoft.com/office/drawing/2014/main" id="{E9BBA2FA-2D95-FA8F-718F-F3CA5071BE54}"/>
                </a:ext>
              </a:extLst>
            </p:cNvPr>
            <p:cNvSpPr/>
            <p:nvPr/>
          </p:nvSpPr>
          <p:spPr>
            <a:xfrm>
              <a:off x="1378935" y="205405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graphicFrame>
          <p:nvGraphicFramePr>
            <p:cNvPr id="7" name="Object 12">
              <a:extLst>
                <a:ext uri="{FF2B5EF4-FFF2-40B4-BE49-F238E27FC236}">
                  <a16:creationId xmlns:a16="http://schemas.microsoft.com/office/drawing/2014/main" id="{7CFEAF4E-65F8-C3FD-6BA9-FDAB9E2A4B71}"/>
                </a:ext>
              </a:extLst>
            </p:cNvPr>
            <p:cNvGraphicFramePr>
              <a:graphicFrameLocks noChangeAspect="1"/>
            </p:cNvGraphicFramePr>
            <p:nvPr/>
          </p:nvGraphicFramePr>
          <p:xfrm>
            <a:off x="1391634" y="1958800"/>
            <a:ext cx="325438" cy="461962"/>
          </p:xfrm>
          <a:graphic>
            <a:graphicData uri="http://schemas.openxmlformats.org/presentationml/2006/ole">
              <mc:AlternateContent xmlns:mc="http://schemas.openxmlformats.org/markup-compatibility/2006">
                <mc:Choice xmlns:v="urn:schemas-microsoft-com:vml" Requires="v">
                  <p:oleObj name="方程式" r:id="rId2" imgW="152280" imgH="215640" progId="Equation.3">
                    <p:embed/>
                  </p:oleObj>
                </mc:Choice>
                <mc:Fallback>
                  <p:oleObj name="方程式" r:id="rId2" imgW="152280" imgH="215640" progId="Equation.3">
                    <p:embed/>
                    <p:pic>
                      <p:nvPicPr>
                        <p:cNvPr id="7" name="Object 12">
                          <a:extLst>
                            <a:ext uri="{FF2B5EF4-FFF2-40B4-BE49-F238E27FC236}">
                              <a16:creationId xmlns:a16="http://schemas.microsoft.com/office/drawing/2014/main" id="{7CFEAF4E-65F8-C3FD-6BA9-FDAB9E2A4B71}"/>
                            </a:ext>
                          </a:extLst>
                        </p:cNvPr>
                        <p:cNvPicPr>
                          <a:picLocks noChangeAspect="1" noChangeArrowheads="1"/>
                        </p:cNvPicPr>
                        <p:nvPr/>
                      </p:nvPicPr>
                      <p:blipFill>
                        <a:blip r:embed="rId3"/>
                        <a:srcRect/>
                        <a:stretch>
                          <a:fillRect/>
                        </a:stretch>
                      </p:blipFill>
                      <p:spPr bwMode="auto">
                        <a:xfrm>
                          <a:off x="1391634" y="1958800"/>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8" name="群組 67">
            <a:extLst>
              <a:ext uri="{FF2B5EF4-FFF2-40B4-BE49-F238E27FC236}">
                <a16:creationId xmlns:a16="http://schemas.microsoft.com/office/drawing/2014/main" id="{E3A199BE-FB60-AC92-3437-1DCF313D23FA}"/>
              </a:ext>
            </a:extLst>
          </p:cNvPr>
          <p:cNvGrpSpPr/>
          <p:nvPr/>
        </p:nvGrpSpPr>
        <p:grpSpPr>
          <a:xfrm>
            <a:off x="2328627" y="4374113"/>
            <a:ext cx="376238" cy="461963"/>
            <a:chOff x="1373117" y="2541529"/>
            <a:chExt cx="376238" cy="461963"/>
          </a:xfrm>
        </p:grpSpPr>
        <p:sp>
          <p:nvSpPr>
            <p:cNvPr id="9" name="矩形 7">
              <a:extLst>
                <a:ext uri="{FF2B5EF4-FFF2-40B4-BE49-F238E27FC236}">
                  <a16:creationId xmlns:a16="http://schemas.microsoft.com/office/drawing/2014/main" id="{A68046D6-F169-59F6-5964-6F18FD2F6597}"/>
                </a:ext>
              </a:extLst>
            </p:cNvPr>
            <p:cNvSpPr/>
            <p:nvPr/>
          </p:nvSpPr>
          <p:spPr>
            <a:xfrm>
              <a:off x="1373117" y="262437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graphicFrame>
          <p:nvGraphicFramePr>
            <p:cNvPr id="10" name="Object 12">
              <a:extLst>
                <a:ext uri="{FF2B5EF4-FFF2-40B4-BE49-F238E27FC236}">
                  <a16:creationId xmlns:a16="http://schemas.microsoft.com/office/drawing/2014/main" id="{14E9875D-5B80-8353-671A-1B5A9AC1446C}"/>
                </a:ext>
              </a:extLst>
            </p:cNvPr>
            <p:cNvGraphicFramePr>
              <a:graphicFrameLocks noChangeAspect="1"/>
            </p:cNvGraphicFramePr>
            <p:nvPr/>
          </p:nvGraphicFramePr>
          <p:xfrm>
            <a:off x="1396930" y="2541529"/>
            <a:ext cx="352425" cy="461963"/>
          </p:xfrm>
          <a:graphic>
            <a:graphicData uri="http://schemas.openxmlformats.org/presentationml/2006/ole">
              <mc:AlternateContent xmlns:mc="http://schemas.openxmlformats.org/markup-compatibility/2006">
                <mc:Choice xmlns:v="urn:schemas-microsoft-com:vml" Requires="v">
                  <p:oleObj name="方程式" r:id="rId4" imgW="164880" imgH="215640" progId="Equation.3">
                    <p:embed/>
                  </p:oleObj>
                </mc:Choice>
                <mc:Fallback>
                  <p:oleObj name="方程式" r:id="rId4" imgW="164880" imgH="215640" progId="Equation.3">
                    <p:embed/>
                    <p:pic>
                      <p:nvPicPr>
                        <p:cNvPr id="10" name="Object 12">
                          <a:extLst>
                            <a:ext uri="{FF2B5EF4-FFF2-40B4-BE49-F238E27FC236}">
                              <a16:creationId xmlns:a16="http://schemas.microsoft.com/office/drawing/2014/main" id="{14E9875D-5B80-8353-671A-1B5A9AC1446C}"/>
                            </a:ext>
                          </a:extLst>
                        </p:cNvPr>
                        <p:cNvPicPr>
                          <a:picLocks noChangeAspect="1" noChangeArrowheads="1"/>
                        </p:cNvPicPr>
                        <p:nvPr/>
                      </p:nvPicPr>
                      <p:blipFill>
                        <a:blip r:embed="rId5"/>
                        <a:srcRect/>
                        <a:stretch>
                          <a:fillRect/>
                        </a:stretch>
                      </p:blipFill>
                      <p:spPr bwMode="auto">
                        <a:xfrm>
                          <a:off x="1396930" y="2541529"/>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1" name="橢圓 11">
            <a:extLst>
              <a:ext uri="{FF2B5EF4-FFF2-40B4-BE49-F238E27FC236}">
                <a16:creationId xmlns:a16="http://schemas.microsoft.com/office/drawing/2014/main" id="{7DFD074A-35D0-5C73-3BB4-8C4424846860}"/>
              </a:ext>
            </a:extLst>
          </p:cNvPr>
          <p:cNvSpPr/>
          <p:nvPr/>
        </p:nvSpPr>
        <p:spPr>
          <a:xfrm>
            <a:off x="4221592" y="218936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3" name="橢圓 12">
            <a:extLst>
              <a:ext uri="{FF2B5EF4-FFF2-40B4-BE49-F238E27FC236}">
                <a16:creationId xmlns:a16="http://schemas.microsoft.com/office/drawing/2014/main" id="{0CCCF62C-56D0-E4C2-2A3E-A232A56D800F}"/>
              </a:ext>
            </a:extLst>
          </p:cNvPr>
          <p:cNvSpPr/>
          <p:nvPr/>
        </p:nvSpPr>
        <p:spPr>
          <a:xfrm>
            <a:off x="4223934" y="321481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4" name="橢圓 13">
            <a:extLst>
              <a:ext uri="{FF2B5EF4-FFF2-40B4-BE49-F238E27FC236}">
                <a16:creationId xmlns:a16="http://schemas.microsoft.com/office/drawing/2014/main" id="{92A6241D-4747-DE12-ABE5-5D41A9D2B348}"/>
              </a:ext>
            </a:extLst>
          </p:cNvPr>
          <p:cNvSpPr/>
          <p:nvPr/>
        </p:nvSpPr>
        <p:spPr>
          <a:xfrm>
            <a:off x="4231749" y="4272495"/>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graphicFrame>
        <p:nvGraphicFramePr>
          <p:cNvPr id="15" name="Object 12">
            <a:extLst>
              <a:ext uri="{FF2B5EF4-FFF2-40B4-BE49-F238E27FC236}">
                <a16:creationId xmlns:a16="http://schemas.microsoft.com/office/drawing/2014/main" id="{E0CFA6DA-B675-5A60-88A9-FA072CB9877E}"/>
              </a:ext>
            </a:extLst>
          </p:cNvPr>
          <p:cNvGraphicFramePr>
            <a:graphicFrameLocks noChangeAspect="1"/>
          </p:cNvGraphicFramePr>
          <p:nvPr/>
        </p:nvGraphicFramePr>
        <p:xfrm>
          <a:off x="9508716" y="3335530"/>
          <a:ext cx="352425" cy="461962"/>
        </p:xfrm>
        <a:graphic>
          <a:graphicData uri="http://schemas.openxmlformats.org/presentationml/2006/ole">
            <mc:AlternateContent xmlns:mc="http://schemas.openxmlformats.org/markup-compatibility/2006">
              <mc:Choice xmlns:v="urn:schemas-microsoft-com:vml" Requires="v">
                <p:oleObj name="方程式" r:id="rId6" imgW="164880" imgH="215640" progId="Equation.3">
                  <p:embed/>
                </p:oleObj>
              </mc:Choice>
              <mc:Fallback>
                <p:oleObj name="方程式" r:id="rId6" imgW="164880" imgH="215640" progId="Equation.3">
                  <p:embed/>
                  <p:pic>
                    <p:nvPicPr>
                      <p:cNvPr id="15" name="Object 12">
                        <a:extLst>
                          <a:ext uri="{FF2B5EF4-FFF2-40B4-BE49-F238E27FC236}">
                            <a16:creationId xmlns:a16="http://schemas.microsoft.com/office/drawing/2014/main" id="{E0CFA6DA-B675-5A60-88A9-FA072CB9877E}"/>
                          </a:ext>
                        </a:extLst>
                      </p:cNvPr>
                      <p:cNvPicPr>
                        <a:picLocks noChangeAspect="1" noChangeArrowheads="1"/>
                      </p:cNvPicPr>
                      <p:nvPr/>
                    </p:nvPicPr>
                    <p:blipFill>
                      <a:blip r:embed="rId7"/>
                      <a:srcRect/>
                      <a:stretch>
                        <a:fillRect/>
                      </a:stretch>
                    </p:blipFill>
                    <p:spPr bwMode="auto">
                      <a:xfrm>
                        <a:off x="9508716" y="3335530"/>
                        <a:ext cx="352425"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2">
            <a:extLst>
              <a:ext uri="{FF2B5EF4-FFF2-40B4-BE49-F238E27FC236}">
                <a16:creationId xmlns:a16="http://schemas.microsoft.com/office/drawing/2014/main" id="{9B43FB91-914E-4EB1-4EDF-544A69A3705C}"/>
              </a:ext>
            </a:extLst>
          </p:cNvPr>
          <p:cNvGraphicFramePr>
            <a:graphicFrameLocks noChangeAspect="1"/>
          </p:cNvGraphicFramePr>
          <p:nvPr/>
        </p:nvGraphicFramePr>
        <p:xfrm>
          <a:off x="9481728" y="4118708"/>
          <a:ext cx="379412" cy="461963"/>
        </p:xfrm>
        <a:graphic>
          <a:graphicData uri="http://schemas.openxmlformats.org/presentationml/2006/ole">
            <mc:AlternateContent xmlns:mc="http://schemas.openxmlformats.org/markup-compatibility/2006">
              <mc:Choice xmlns:v="urn:schemas-microsoft-com:vml" Requires="v">
                <p:oleObj name="方程式" r:id="rId8" imgW="177480" imgH="215640" progId="Equation.3">
                  <p:embed/>
                </p:oleObj>
              </mc:Choice>
              <mc:Fallback>
                <p:oleObj name="方程式" r:id="rId8" imgW="177480" imgH="215640" progId="Equation.3">
                  <p:embed/>
                  <p:pic>
                    <p:nvPicPr>
                      <p:cNvPr id="16" name="Object 12">
                        <a:extLst>
                          <a:ext uri="{FF2B5EF4-FFF2-40B4-BE49-F238E27FC236}">
                            <a16:creationId xmlns:a16="http://schemas.microsoft.com/office/drawing/2014/main" id="{9B43FB91-914E-4EB1-4EDF-544A69A3705C}"/>
                          </a:ext>
                        </a:extLst>
                      </p:cNvPr>
                      <p:cNvPicPr>
                        <a:picLocks noChangeAspect="1" noChangeArrowheads="1"/>
                      </p:cNvPicPr>
                      <p:nvPr/>
                    </p:nvPicPr>
                    <p:blipFill>
                      <a:blip r:embed="rId9"/>
                      <a:srcRect/>
                      <a:stretch>
                        <a:fillRect/>
                      </a:stretch>
                    </p:blipFill>
                    <p:spPr bwMode="auto">
                      <a:xfrm>
                        <a:off x="9481728" y="4118708"/>
                        <a:ext cx="379412"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橢圓 21">
            <a:extLst>
              <a:ext uri="{FF2B5EF4-FFF2-40B4-BE49-F238E27FC236}">
                <a16:creationId xmlns:a16="http://schemas.microsoft.com/office/drawing/2014/main" id="{522B7E2D-6068-016D-7BF4-6CCB54AC84D2}"/>
              </a:ext>
            </a:extLst>
          </p:cNvPr>
          <p:cNvSpPr/>
          <p:nvPr/>
        </p:nvSpPr>
        <p:spPr>
          <a:xfrm>
            <a:off x="6629544" y="2189363"/>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8" name="橢圓 22">
            <a:extLst>
              <a:ext uri="{FF2B5EF4-FFF2-40B4-BE49-F238E27FC236}">
                <a16:creationId xmlns:a16="http://schemas.microsoft.com/office/drawing/2014/main" id="{41F5E626-D9B7-5FEF-8DE4-4786F533B65F}"/>
              </a:ext>
            </a:extLst>
          </p:cNvPr>
          <p:cNvSpPr/>
          <p:nvPr/>
        </p:nvSpPr>
        <p:spPr>
          <a:xfrm>
            <a:off x="6642598" y="3230929"/>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9" name="橢圓 23">
            <a:extLst>
              <a:ext uri="{FF2B5EF4-FFF2-40B4-BE49-F238E27FC236}">
                <a16:creationId xmlns:a16="http://schemas.microsoft.com/office/drawing/2014/main" id="{CA42D1B2-C592-04B4-CFDD-C79B3BCF90C4}"/>
              </a:ext>
            </a:extLst>
          </p:cNvPr>
          <p:cNvSpPr/>
          <p:nvPr/>
        </p:nvSpPr>
        <p:spPr>
          <a:xfrm>
            <a:off x="6668706" y="427249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20" name="橢圓 26">
            <a:extLst>
              <a:ext uri="{FF2B5EF4-FFF2-40B4-BE49-F238E27FC236}">
                <a16:creationId xmlns:a16="http://schemas.microsoft.com/office/drawing/2014/main" id="{80E59357-81D0-8E57-6A3B-BB92EAC1B216}"/>
              </a:ext>
            </a:extLst>
          </p:cNvPr>
          <p:cNvSpPr/>
          <p:nvPr/>
        </p:nvSpPr>
        <p:spPr>
          <a:xfrm>
            <a:off x="8402917" y="333967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21" name="橢圓 27">
            <a:extLst>
              <a:ext uri="{FF2B5EF4-FFF2-40B4-BE49-F238E27FC236}">
                <a16:creationId xmlns:a16="http://schemas.microsoft.com/office/drawing/2014/main" id="{D0FFAF21-0D27-F8AC-B1BE-4DF096699BC6}"/>
              </a:ext>
            </a:extLst>
          </p:cNvPr>
          <p:cNvSpPr/>
          <p:nvPr/>
        </p:nvSpPr>
        <p:spPr>
          <a:xfrm>
            <a:off x="8405259" y="4099586"/>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cxnSp>
        <p:nvCxnSpPr>
          <p:cNvPr id="22" name="直線單箭頭接點 35">
            <a:extLst>
              <a:ext uri="{FF2B5EF4-FFF2-40B4-BE49-F238E27FC236}">
                <a16:creationId xmlns:a16="http://schemas.microsoft.com/office/drawing/2014/main" id="{5807A18E-4906-5F28-10EF-F5ECEA8BE5BE}"/>
              </a:ext>
            </a:extLst>
          </p:cNvPr>
          <p:cNvCxnSpPr>
            <a:stCxn id="42" idx="6"/>
            <a:endCxn id="19" idx="2"/>
          </p:cNvCxnSpPr>
          <p:nvPr/>
        </p:nvCxnSpPr>
        <p:spPr>
          <a:xfrm flipV="1">
            <a:off x="4795750" y="4559575"/>
            <a:ext cx="1872956" cy="107277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36">
            <a:extLst>
              <a:ext uri="{FF2B5EF4-FFF2-40B4-BE49-F238E27FC236}">
                <a16:creationId xmlns:a16="http://schemas.microsoft.com/office/drawing/2014/main" id="{93AD1403-3B1A-B28E-7705-F88864C68181}"/>
              </a:ext>
            </a:extLst>
          </p:cNvPr>
          <p:cNvCxnSpPr>
            <a:endCxn id="43" idx="2"/>
          </p:cNvCxnSpPr>
          <p:nvPr/>
        </p:nvCxnSpPr>
        <p:spPr>
          <a:xfrm>
            <a:off x="4815198" y="5632351"/>
            <a:ext cx="18535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37">
            <a:extLst>
              <a:ext uri="{FF2B5EF4-FFF2-40B4-BE49-F238E27FC236}">
                <a16:creationId xmlns:a16="http://schemas.microsoft.com/office/drawing/2014/main" id="{BD68865F-7EFD-81CD-6EBB-6F5C373CD788}"/>
              </a:ext>
            </a:extLst>
          </p:cNvPr>
          <p:cNvCxnSpPr>
            <a:stCxn id="13" idx="6"/>
            <a:endCxn id="17" idx="2"/>
          </p:cNvCxnSpPr>
          <p:nvPr/>
        </p:nvCxnSpPr>
        <p:spPr>
          <a:xfrm flipV="1">
            <a:off x="4798092" y="2476443"/>
            <a:ext cx="1831452" cy="102545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38">
            <a:extLst>
              <a:ext uri="{FF2B5EF4-FFF2-40B4-BE49-F238E27FC236}">
                <a16:creationId xmlns:a16="http://schemas.microsoft.com/office/drawing/2014/main" id="{9461FA38-CED7-C8A7-FD52-1698F85B3082}"/>
              </a:ext>
            </a:extLst>
          </p:cNvPr>
          <p:cNvCxnSpPr>
            <a:stCxn id="11" idx="6"/>
            <a:endCxn id="18" idx="2"/>
          </p:cNvCxnSpPr>
          <p:nvPr/>
        </p:nvCxnSpPr>
        <p:spPr>
          <a:xfrm>
            <a:off x="4795750" y="2476444"/>
            <a:ext cx="1846848" cy="10415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39">
            <a:extLst>
              <a:ext uri="{FF2B5EF4-FFF2-40B4-BE49-F238E27FC236}">
                <a16:creationId xmlns:a16="http://schemas.microsoft.com/office/drawing/2014/main" id="{F5E42FA7-4AF1-30D3-FF3A-329395219731}"/>
              </a:ext>
            </a:extLst>
          </p:cNvPr>
          <p:cNvCxnSpPr>
            <a:stCxn id="11" idx="6"/>
            <a:endCxn id="19" idx="2"/>
          </p:cNvCxnSpPr>
          <p:nvPr/>
        </p:nvCxnSpPr>
        <p:spPr>
          <a:xfrm>
            <a:off x="4795750" y="2476444"/>
            <a:ext cx="1872956" cy="20831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40">
            <a:extLst>
              <a:ext uri="{FF2B5EF4-FFF2-40B4-BE49-F238E27FC236}">
                <a16:creationId xmlns:a16="http://schemas.microsoft.com/office/drawing/2014/main" id="{AAC63429-1023-DF20-3F65-56CDEA08A118}"/>
              </a:ext>
            </a:extLst>
          </p:cNvPr>
          <p:cNvCxnSpPr>
            <a:stCxn id="13" idx="6"/>
            <a:endCxn id="19" idx="2"/>
          </p:cNvCxnSpPr>
          <p:nvPr/>
        </p:nvCxnSpPr>
        <p:spPr>
          <a:xfrm>
            <a:off x="4798092" y="3501896"/>
            <a:ext cx="1870614" cy="10576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41">
            <a:extLst>
              <a:ext uri="{FF2B5EF4-FFF2-40B4-BE49-F238E27FC236}">
                <a16:creationId xmlns:a16="http://schemas.microsoft.com/office/drawing/2014/main" id="{BFBD3E4B-D9C8-D1A3-BC3F-E350D535DCC8}"/>
              </a:ext>
            </a:extLst>
          </p:cNvPr>
          <p:cNvCxnSpPr>
            <a:stCxn id="14" idx="6"/>
            <a:endCxn id="17" idx="2"/>
          </p:cNvCxnSpPr>
          <p:nvPr/>
        </p:nvCxnSpPr>
        <p:spPr>
          <a:xfrm flipV="1">
            <a:off x="4805908" y="2476442"/>
            <a:ext cx="1823637" cy="20831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42">
            <a:extLst>
              <a:ext uri="{FF2B5EF4-FFF2-40B4-BE49-F238E27FC236}">
                <a16:creationId xmlns:a16="http://schemas.microsoft.com/office/drawing/2014/main" id="{47A6876C-25F4-0E2C-11AA-B04F9E0375CB}"/>
              </a:ext>
            </a:extLst>
          </p:cNvPr>
          <p:cNvCxnSpPr>
            <a:stCxn id="14" idx="6"/>
            <a:endCxn id="18" idx="2"/>
          </p:cNvCxnSpPr>
          <p:nvPr/>
        </p:nvCxnSpPr>
        <p:spPr>
          <a:xfrm flipV="1">
            <a:off x="4805908" y="3518008"/>
            <a:ext cx="1836691" cy="10415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46">
            <a:extLst>
              <a:ext uri="{FF2B5EF4-FFF2-40B4-BE49-F238E27FC236}">
                <a16:creationId xmlns:a16="http://schemas.microsoft.com/office/drawing/2014/main" id="{F4D82616-022D-7AAF-2DA6-D72574FEA233}"/>
              </a:ext>
            </a:extLst>
          </p:cNvPr>
          <p:cNvCxnSpPr>
            <a:stCxn id="7" idx="3"/>
            <a:endCxn id="11" idx="2"/>
          </p:cNvCxnSpPr>
          <p:nvPr/>
        </p:nvCxnSpPr>
        <p:spPr>
          <a:xfrm flipV="1">
            <a:off x="2643882" y="2476443"/>
            <a:ext cx="1577711" cy="9933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47">
            <a:extLst>
              <a:ext uri="{FF2B5EF4-FFF2-40B4-BE49-F238E27FC236}">
                <a16:creationId xmlns:a16="http://schemas.microsoft.com/office/drawing/2014/main" id="{D0E4B1FD-20B3-D40B-3D36-316AB423E911}"/>
              </a:ext>
            </a:extLst>
          </p:cNvPr>
          <p:cNvCxnSpPr>
            <a:stCxn id="6" idx="3"/>
            <a:endCxn id="13" idx="2"/>
          </p:cNvCxnSpPr>
          <p:nvPr/>
        </p:nvCxnSpPr>
        <p:spPr>
          <a:xfrm flipV="1">
            <a:off x="2648644" y="3501896"/>
            <a:ext cx="1575290" cy="356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48">
            <a:extLst>
              <a:ext uri="{FF2B5EF4-FFF2-40B4-BE49-F238E27FC236}">
                <a16:creationId xmlns:a16="http://schemas.microsoft.com/office/drawing/2014/main" id="{77428B95-4446-8B71-8F56-4418F3568CC3}"/>
              </a:ext>
            </a:extLst>
          </p:cNvPr>
          <p:cNvCxnSpPr>
            <a:stCxn id="6" idx="3"/>
            <a:endCxn id="42" idx="2"/>
          </p:cNvCxnSpPr>
          <p:nvPr/>
        </p:nvCxnSpPr>
        <p:spPr>
          <a:xfrm>
            <a:off x="2648644" y="3505465"/>
            <a:ext cx="1572948" cy="21268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49">
            <a:extLst>
              <a:ext uri="{FF2B5EF4-FFF2-40B4-BE49-F238E27FC236}">
                <a16:creationId xmlns:a16="http://schemas.microsoft.com/office/drawing/2014/main" id="{3016C73D-84C3-3987-15C5-B19F414677F6}"/>
              </a:ext>
            </a:extLst>
          </p:cNvPr>
          <p:cNvCxnSpPr>
            <a:stCxn id="10" idx="3"/>
            <a:endCxn id="11" idx="2"/>
          </p:cNvCxnSpPr>
          <p:nvPr/>
        </p:nvCxnSpPr>
        <p:spPr>
          <a:xfrm flipV="1">
            <a:off x="2704866" y="2476443"/>
            <a:ext cx="1516727" cy="21286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50">
            <a:extLst>
              <a:ext uri="{FF2B5EF4-FFF2-40B4-BE49-F238E27FC236}">
                <a16:creationId xmlns:a16="http://schemas.microsoft.com/office/drawing/2014/main" id="{113B3A6D-847B-FA82-B6BB-CA8AE746531E}"/>
              </a:ext>
            </a:extLst>
          </p:cNvPr>
          <p:cNvCxnSpPr>
            <a:stCxn id="9" idx="3"/>
            <a:endCxn id="13" idx="2"/>
          </p:cNvCxnSpPr>
          <p:nvPr/>
        </p:nvCxnSpPr>
        <p:spPr>
          <a:xfrm flipV="1">
            <a:off x="2671528" y="3501896"/>
            <a:ext cx="1552407" cy="11265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51">
            <a:extLst>
              <a:ext uri="{FF2B5EF4-FFF2-40B4-BE49-F238E27FC236}">
                <a16:creationId xmlns:a16="http://schemas.microsoft.com/office/drawing/2014/main" id="{534C91B7-84E6-C1FA-C4A9-675ED4B5798F}"/>
              </a:ext>
            </a:extLst>
          </p:cNvPr>
          <p:cNvCxnSpPr>
            <a:stCxn id="9" idx="3"/>
            <a:endCxn id="42" idx="2"/>
          </p:cNvCxnSpPr>
          <p:nvPr/>
        </p:nvCxnSpPr>
        <p:spPr>
          <a:xfrm>
            <a:off x="2671528" y="4628413"/>
            <a:ext cx="1550065" cy="100393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55">
            <a:extLst>
              <a:ext uri="{FF2B5EF4-FFF2-40B4-BE49-F238E27FC236}">
                <a16:creationId xmlns:a16="http://schemas.microsoft.com/office/drawing/2014/main" id="{138E52DC-23D5-5F58-3D15-203009E9C9A1}"/>
              </a:ext>
            </a:extLst>
          </p:cNvPr>
          <p:cNvCxnSpPr>
            <a:stCxn id="17" idx="6"/>
          </p:cNvCxnSpPr>
          <p:nvPr/>
        </p:nvCxnSpPr>
        <p:spPr>
          <a:xfrm>
            <a:off x="7203702" y="2476443"/>
            <a:ext cx="1165922" cy="11493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56">
            <a:extLst>
              <a:ext uri="{FF2B5EF4-FFF2-40B4-BE49-F238E27FC236}">
                <a16:creationId xmlns:a16="http://schemas.microsoft.com/office/drawing/2014/main" id="{1953FD0A-424F-5602-8670-B43C38E086C1}"/>
              </a:ext>
            </a:extLst>
          </p:cNvPr>
          <p:cNvCxnSpPr>
            <a:stCxn id="18" idx="6"/>
          </p:cNvCxnSpPr>
          <p:nvPr/>
        </p:nvCxnSpPr>
        <p:spPr>
          <a:xfrm>
            <a:off x="7216756" y="3518009"/>
            <a:ext cx="1152868" cy="89951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58">
            <a:extLst>
              <a:ext uri="{FF2B5EF4-FFF2-40B4-BE49-F238E27FC236}">
                <a16:creationId xmlns:a16="http://schemas.microsoft.com/office/drawing/2014/main" id="{332411BE-1D9E-EB74-9FD9-11A016257AB7}"/>
              </a:ext>
            </a:extLst>
          </p:cNvPr>
          <p:cNvCxnSpPr>
            <a:stCxn id="18" idx="6"/>
          </p:cNvCxnSpPr>
          <p:nvPr/>
        </p:nvCxnSpPr>
        <p:spPr>
          <a:xfrm>
            <a:off x="7216756" y="3518009"/>
            <a:ext cx="1152868" cy="107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59">
            <a:extLst>
              <a:ext uri="{FF2B5EF4-FFF2-40B4-BE49-F238E27FC236}">
                <a16:creationId xmlns:a16="http://schemas.microsoft.com/office/drawing/2014/main" id="{9D9DA435-DFBF-EAC6-F7C2-A15B0F1C4BAA}"/>
              </a:ext>
            </a:extLst>
          </p:cNvPr>
          <p:cNvCxnSpPr>
            <a:stCxn id="17" idx="6"/>
          </p:cNvCxnSpPr>
          <p:nvPr/>
        </p:nvCxnSpPr>
        <p:spPr>
          <a:xfrm>
            <a:off x="7203702" y="2476443"/>
            <a:ext cx="1168264" cy="192789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62">
            <a:extLst>
              <a:ext uri="{FF2B5EF4-FFF2-40B4-BE49-F238E27FC236}">
                <a16:creationId xmlns:a16="http://schemas.microsoft.com/office/drawing/2014/main" id="{77C7C227-F7EE-8107-4F29-170253737EB9}"/>
              </a:ext>
            </a:extLst>
          </p:cNvPr>
          <p:cNvCxnSpPr>
            <a:stCxn id="19" idx="6"/>
          </p:cNvCxnSpPr>
          <p:nvPr/>
        </p:nvCxnSpPr>
        <p:spPr>
          <a:xfrm flipV="1">
            <a:off x="7242864" y="3625770"/>
            <a:ext cx="1126760" cy="93380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63">
            <a:extLst>
              <a:ext uri="{FF2B5EF4-FFF2-40B4-BE49-F238E27FC236}">
                <a16:creationId xmlns:a16="http://schemas.microsoft.com/office/drawing/2014/main" id="{0743B834-E741-989C-C248-26CA2B97AC3E}"/>
              </a:ext>
            </a:extLst>
          </p:cNvPr>
          <p:cNvCxnSpPr>
            <a:stCxn id="19" idx="6"/>
          </p:cNvCxnSpPr>
          <p:nvPr/>
        </p:nvCxnSpPr>
        <p:spPr>
          <a:xfrm flipV="1">
            <a:off x="7242864" y="4404340"/>
            <a:ext cx="1129102" cy="1552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橢圓 64">
            <a:extLst>
              <a:ext uri="{FF2B5EF4-FFF2-40B4-BE49-F238E27FC236}">
                <a16:creationId xmlns:a16="http://schemas.microsoft.com/office/drawing/2014/main" id="{64F10C2C-722F-3A98-483E-5D41908D84F5}"/>
              </a:ext>
            </a:extLst>
          </p:cNvPr>
          <p:cNvSpPr/>
          <p:nvPr/>
        </p:nvSpPr>
        <p:spPr>
          <a:xfrm>
            <a:off x="4221592" y="5345272"/>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43" name="橢圓 65">
            <a:extLst>
              <a:ext uri="{FF2B5EF4-FFF2-40B4-BE49-F238E27FC236}">
                <a16:creationId xmlns:a16="http://schemas.microsoft.com/office/drawing/2014/main" id="{F4C1738A-C4D0-875A-52DF-633778C4366C}"/>
              </a:ext>
            </a:extLst>
          </p:cNvPr>
          <p:cNvSpPr/>
          <p:nvPr/>
        </p:nvSpPr>
        <p:spPr>
          <a:xfrm>
            <a:off x="6668706" y="5345272"/>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cxnSp>
        <p:nvCxnSpPr>
          <p:cNvPr id="44" name="直線單箭頭接點 100">
            <a:extLst>
              <a:ext uri="{FF2B5EF4-FFF2-40B4-BE49-F238E27FC236}">
                <a16:creationId xmlns:a16="http://schemas.microsoft.com/office/drawing/2014/main" id="{B09202E9-284F-D7DB-889E-38B55092B757}"/>
              </a:ext>
            </a:extLst>
          </p:cNvPr>
          <p:cNvCxnSpPr>
            <a:stCxn id="9" idx="3"/>
            <a:endCxn id="14" idx="2"/>
          </p:cNvCxnSpPr>
          <p:nvPr/>
        </p:nvCxnSpPr>
        <p:spPr>
          <a:xfrm flipV="1">
            <a:off x="2671527" y="4559574"/>
            <a:ext cx="1560222" cy="6883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103">
            <a:extLst>
              <a:ext uri="{FF2B5EF4-FFF2-40B4-BE49-F238E27FC236}">
                <a16:creationId xmlns:a16="http://schemas.microsoft.com/office/drawing/2014/main" id="{B4175A97-496B-7515-8891-4B486E69C137}"/>
              </a:ext>
            </a:extLst>
          </p:cNvPr>
          <p:cNvCxnSpPr>
            <a:stCxn id="6" idx="3"/>
            <a:endCxn id="14" idx="2"/>
          </p:cNvCxnSpPr>
          <p:nvPr/>
        </p:nvCxnSpPr>
        <p:spPr>
          <a:xfrm>
            <a:off x="2648645" y="3505464"/>
            <a:ext cx="1583105" cy="105411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112">
            <a:extLst>
              <a:ext uri="{FF2B5EF4-FFF2-40B4-BE49-F238E27FC236}">
                <a16:creationId xmlns:a16="http://schemas.microsoft.com/office/drawing/2014/main" id="{E9A5700B-FD64-91C5-3E15-9771A5AD802A}"/>
              </a:ext>
            </a:extLst>
          </p:cNvPr>
          <p:cNvCxnSpPr>
            <a:stCxn id="42" idx="6"/>
            <a:endCxn id="18" idx="2"/>
          </p:cNvCxnSpPr>
          <p:nvPr/>
        </p:nvCxnSpPr>
        <p:spPr>
          <a:xfrm flipV="1">
            <a:off x="4795750" y="3518009"/>
            <a:ext cx="1846848" cy="21143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115">
            <a:extLst>
              <a:ext uri="{FF2B5EF4-FFF2-40B4-BE49-F238E27FC236}">
                <a16:creationId xmlns:a16="http://schemas.microsoft.com/office/drawing/2014/main" id="{CEFDEAE8-910C-C72D-10D5-229F88113E10}"/>
              </a:ext>
            </a:extLst>
          </p:cNvPr>
          <p:cNvCxnSpPr>
            <a:stCxn id="42" idx="6"/>
            <a:endCxn id="17" idx="2"/>
          </p:cNvCxnSpPr>
          <p:nvPr/>
        </p:nvCxnSpPr>
        <p:spPr>
          <a:xfrm flipV="1">
            <a:off x="4795750" y="2476443"/>
            <a:ext cx="1833794" cy="315590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118">
            <a:extLst>
              <a:ext uri="{FF2B5EF4-FFF2-40B4-BE49-F238E27FC236}">
                <a16:creationId xmlns:a16="http://schemas.microsoft.com/office/drawing/2014/main" id="{AAA568DA-1B58-E7D6-6869-E8821FFA0C69}"/>
              </a:ext>
            </a:extLst>
          </p:cNvPr>
          <p:cNvCxnSpPr>
            <a:endCxn id="43" idx="2"/>
          </p:cNvCxnSpPr>
          <p:nvPr/>
        </p:nvCxnSpPr>
        <p:spPr>
          <a:xfrm>
            <a:off x="4811146" y="4555893"/>
            <a:ext cx="1857560" cy="10764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120">
            <a:extLst>
              <a:ext uri="{FF2B5EF4-FFF2-40B4-BE49-F238E27FC236}">
                <a16:creationId xmlns:a16="http://schemas.microsoft.com/office/drawing/2014/main" id="{ED2A2E2A-D3D8-34BD-FF0D-D86FA2FFBF68}"/>
              </a:ext>
            </a:extLst>
          </p:cNvPr>
          <p:cNvCxnSpPr>
            <a:stCxn id="14" idx="6"/>
            <a:endCxn id="19" idx="2"/>
          </p:cNvCxnSpPr>
          <p:nvPr/>
        </p:nvCxnSpPr>
        <p:spPr>
          <a:xfrm>
            <a:off x="4805908" y="4559574"/>
            <a:ext cx="18627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123">
            <a:extLst>
              <a:ext uri="{FF2B5EF4-FFF2-40B4-BE49-F238E27FC236}">
                <a16:creationId xmlns:a16="http://schemas.microsoft.com/office/drawing/2014/main" id="{D0D373F9-926A-1325-DCCC-9FE91D24E4A7}"/>
              </a:ext>
            </a:extLst>
          </p:cNvPr>
          <p:cNvCxnSpPr/>
          <p:nvPr/>
        </p:nvCxnSpPr>
        <p:spPr>
          <a:xfrm>
            <a:off x="4795751" y="3518008"/>
            <a:ext cx="18627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124">
            <a:extLst>
              <a:ext uri="{FF2B5EF4-FFF2-40B4-BE49-F238E27FC236}">
                <a16:creationId xmlns:a16="http://schemas.microsoft.com/office/drawing/2014/main" id="{BC1AFDF2-EC2A-9BF7-DB6C-EC66065238D2}"/>
              </a:ext>
            </a:extLst>
          </p:cNvPr>
          <p:cNvCxnSpPr/>
          <p:nvPr/>
        </p:nvCxnSpPr>
        <p:spPr>
          <a:xfrm>
            <a:off x="4815199" y="2476442"/>
            <a:ext cx="18627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125">
            <a:extLst>
              <a:ext uri="{FF2B5EF4-FFF2-40B4-BE49-F238E27FC236}">
                <a16:creationId xmlns:a16="http://schemas.microsoft.com/office/drawing/2014/main" id="{2BC74352-A27A-3EB4-80A8-949183280A30}"/>
              </a:ext>
            </a:extLst>
          </p:cNvPr>
          <p:cNvCxnSpPr>
            <a:stCxn id="13" idx="6"/>
            <a:endCxn id="43" idx="2"/>
          </p:cNvCxnSpPr>
          <p:nvPr/>
        </p:nvCxnSpPr>
        <p:spPr>
          <a:xfrm>
            <a:off x="4798092" y="3501895"/>
            <a:ext cx="1870614" cy="213045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128">
            <a:extLst>
              <a:ext uri="{FF2B5EF4-FFF2-40B4-BE49-F238E27FC236}">
                <a16:creationId xmlns:a16="http://schemas.microsoft.com/office/drawing/2014/main" id="{096F2ECC-EAAB-293E-6F08-0B10C03911BA}"/>
              </a:ext>
            </a:extLst>
          </p:cNvPr>
          <p:cNvCxnSpPr>
            <a:stCxn id="11" idx="6"/>
            <a:endCxn id="43" idx="2"/>
          </p:cNvCxnSpPr>
          <p:nvPr/>
        </p:nvCxnSpPr>
        <p:spPr>
          <a:xfrm>
            <a:off x="4795750" y="2476443"/>
            <a:ext cx="1872956" cy="31559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137">
            <a:extLst>
              <a:ext uri="{FF2B5EF4-FFF2-40B4-BE49-F238E27FC236}">
                <a16:creationId xmlns:a16="http://schemas.microsoft.com/office/drawing/2014/main" id="{E4F1104A-485C-A68C-B221-FDCFBC94545D}"/>
              </a:ext>
            </a:extLst>
          </p:cNvPr>
          <p:cNvCxnSpPr>
            <a:stCxn id="43" idx="6"/>
            <a:endCxn id="21" idx="2"/>
          </p:cNvCxnSpPr>
          <p:nvPr/>
        </p:nvCxnSpPr>
        <p:spPr>
          <a:xfrm flipV="1">
            <a:off x="7242865" y="4386665"/>
            <a:ext cx="1162395" cy="12456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140">
            <a:extLst>
              <a:ext uri="{FF2B5EF4-FFF2-40B4-BE49-F238E27FC236}">
                <a16:creationId xmlns:a16="http://schemas.microsoft.com/office/drawing/2014/main" id="{0202A771-0C9D-1B1C-9F99-D300FD69F53F}"/>
              </a:ext>
            </a:extLst>
          </p:cNvPr>
          <p:cNvCxnSpPr>
            <a:stCxn id="43" idx="6"/>
            <a:endCxn id="20" idx="2"/>
          </p:cNvCxnSpPr>
          <p:nvPr/>
        </p:nvCxnSpPr>
        <p:spPr>
          <a:xfrm flipV="1">
            <a:off x="7242865" y="3626757"/>
            <a:ext cx="1160053" cy="20055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接點 144">
            <a:extLst>
              <a:ext uri="{FF2B5EF4-FFF2-40B4-BE49-F238E27FC236}">
                <a16:creationId xmlns:a16="http://schemas.microsoft.com/office/drawing/2014/main" id="{7CF70D4B-5F5F-8EEF-3DC3-2EBD2371F354}"/>
              </a:ext>
            </a:extLst>
          </p:cNvPr>
          <p:cNvCxnSpPr/>
          <p:nvPr/>
        </p:nvCxnSpPr>
        <p:spPr>
          <a:xfrm>
            <a:off x="4269791" y="2575240"/>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線接點 145">
            <a:extLst>
              <a:ext uri="{FF2B5EF4-FFF2-40B4-BE49-F238E27FC236}">
                <a16:creationId xmlns:a16="http://schemas.microsoft.com/office/drawing/2014/main" id="{6794157C-596F-05AD-0978-F17FCDF993EE}"/>
              </a:ext>
            </a:extLst>
          </p:cNvPr>
          <p:cNvCxnSpPr/>
          <p:nvPr/>
        </p:nvCxnSpPr>
        <p:spPr>
          <a:xfrm flipV="1">
            <a:off x="4494127" y="2288165"/>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線接點 158">
            <a:extLst>
              <a:ext uri="{FF2B5EF4-FFF2-40B4-BE49-F238E27FC236}">
                <a16:creationId xmlns:a16="http://schemas.microsoft.com/office/drawing/2014/main" id="{0891AEC9-9EE1-3E84-ED3B-AF8F3A92E458}"/>
              </a:ext>
            </a:extLst>
          </p:cNvPr>
          <p:cNvCxnSpPr/>
          <p:nvPr/>
        </p:nvCxnSpPr>
        <p:spPr>
          <a:xfrm>
            <a:off x="4276746" y="3613281"/>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線接點 159">
            <a:extLst>
              <a:ext uri="{FF2B5EF4-FFF2-40B4-BE49-F238E27FC236}">
                <a16:creationId xmlns:a16="http://schemas.microsoft.com/office/drawing/2014/main" id="{631D453B-5202-0453-4E55-E3D073595FB6}"/>
              </a:ext>
            </a:extLst>
          </p:cNvPr>
          <p:cNvCxnSpPr/>
          <p:nvPr/>
        </p:nvCxnSpPr>
        <p:spPr>
          <a:xfrm flipV="1">
            <a:off x="4501082" y="3326206"/>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線接點 160">
            <a:extLst>
              <a:ext uri="{FF2B5EF4-FFF2-40B4-BE49-F238E27FC236}">
                <a16:creationId xmlns:a16="http://schemas.microsoft.com/office/drawing/2014/main" id="{33B5DBD7-E664-F3F3-F968-6C040AE1F774}"/>
              </a:ext>
            </a:extLst>
          </p:cNvPr>
          <p:cNvCxnSpPr/>
          <p:nvPr/>
        </p:nvCxnSpPr>
        <p:spPr>
          <a:xfrm>
            <a:off x="4269791" y="4683279"/>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線接點 161">
            <a:extLst>
              <a:ext uri="{FF2B5EF4-FFF2-40B4-BE49-F238E27FC236}">
                <a16:creationId xmlns:a16="http://schemas.microsoft.com/office/drawing/2014/main" id="{2C9E5893-2D9E-2589-23E0-B58B71D74CEF}"/>
              </a:ext>
            </a:extLst>
          </p:cNvPr>
          <p:cNvCxnSpPr/>
          <p:nvPr/>
        </p:nvCxnSpPr>
        <p:spPr>
          <a:xfrm flipV="1">
            <a:off x="4494127" y="4396204"/>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線接點 162">
            <a:extLst>
              <a:ext uri="{FF2B5EF4-FFF2-40B4-BE49-F238E27FC236}">
                <a16:creationId xmlns:a16="http://schemas.microsoft.com/office/drawing/2014/main" id="{69BDFA99-5E1C-CFC5-B069-EBA555FD88EF}"/>
              </a:ext>
            </a:extLst>
          </p:cNvPr>
          <p:cNvCxnSpPr/>
          <p:nvPr/>
        </p:nvCxnSpPr>
        <p:spPr>
          <a:xfrm>
            <a:off x="4276746" y="5744675"/>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線接點 163">
            <a:extLst>
              <a:ext uri="{FF2B5EF4-FFF2-40B4-BE49-F238E27FC236}">
                <a16:creationId xmlns:a16="http://schemas.microsoft.com/office/drawing/2014/main" id="{22ED9F44-5FE9-622D-2D04-B38CC485D9AE}"/>
              </a:ext>
            </a:extLst>
          </p:cNvPr>
          <p:cNvCxnSpPr/>
          <p:nvPr/>
        </p:nvCxnSpPr>
        <p:spPr>
          <a:xfrm flipV="1">
            <a:off x="4501082" y="5457600"/>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線接點 164">
            <a:extLst>
              <a:ext uri="{FF2B5EF4-FFF2-40B4-BE49-F238E27FC236}">
                <a16:creationId xmlns:a16="http://schemas.microsoft.com/office/drawing/2014/main" id="{014B2220-C16B-BF95-FE02-88122B63FD7B}"/>
              </a:ext>
            </a:extLst>
          </p:cNvPr>
          <p:cNvCxnSpPr/>
          <p:nvPr/>
        </p:nvCxnSpPr>
        <p:spPr>
          <a:xfrm>
            <a:off x="6706831" y="5744841"/>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線接點 165">
            <a:extLst>
              <a:ext uri="{FF2B5EF4-FFF2-40B4-BE49-F238E27FC236}">
                <a16:creationId xmlns:a16="http://schemas.microsoft.com/office/drawing/2014/main" id="{9DDA4D85-97F9-54EC-9E00-A1E2E6EA0BAB}"/>
              </a:ext>
            </a:extLst>
          </p:cNvPr>
          <p:cNvCxnSpPr/>
          <p:nvPr/>
        </p:nvCxnSpPr>
        <p:spPr>
          <a:xfrm flipV="1">
            <a:off x="6931167" y="5457766"/>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線接點 166">
            <a:extLst>
              <a:ext uri="{FF2B5EF4-FFF2-40B4-BE49-F238E27FC236}">
                <a16:creationId xmlns:a16="http://schemas.microsoft.com/office/drawing/2014/main" id="{6D5208C3-8102-21ED-1326-AC0A151FD6C1}"/>
              </a:ext>
            </a:extLst>
          </p:cNvPr>
          <p:cNvCxnSpPr/>
          <p:nvPr/>
        </p:nvCxnSpPr>
        <p:spPr>
          <a:xfrm>
            <a:off x="6728711" y="4661188"/>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線接點 167">
            <a:extLst>
              <a:ext uri="{FF2B5EF4-FFF2-40B4-BE49-F238E27FC236}">
                <a16:creationId xmlns:a16="http://schemas.microsoft.com/office/drawing/2014/main" id="{CC22EED3-E649-13C1-1A8B-B5C807D968B2}"/>
              </a:ext>
            </a:extLst>
          </p:cNvPr>
          <p:cNvCxnSpPr/>
          <p:nvPr/>
        </p:nvCxnSpPr>
        <p:spPr>
          <a:xfrm flipV="1">
            <a:off x="6953047" y="4374113"/>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線接點 168">
            <a:extLst>
              <a:ext uri="{FF2B5EF4-FFF2-40B4-BE49-F238E27FC236}">
                <a16:creationId xmlns:a16="http://schemas.microsoft.com/office/drawing/2014/main" id="{843873CB-973A-27E8-1A6F-206C3514809A}"/>
              </a:ext>
            </a:extLst>
          </p:cNvPr>
          <p:cNvCxnSpPr/>
          <p:nvPr/>
        </p:nvCxnSpPr>
        <p:spPr>
          <a:xfrm>
            <a:off x="6677994" y="3623707"/>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線接點 169">
            <a:extLst>
              <a:ext uri="{FF2B5EF4-FFF2-40B4-BE49-F238E27FC236}">
                <a16:creationId xmlns:a16="http://schemas.microsoft.com/office/drawing/2014/main" id="{C8F1E21D-960D-8679-2630-FC261AF2A765}"/>
              </a:ext>
            </a:extLst>
          </p:cNvPr>
          <p:cNvCxnSpPr/>
          <p:nvPr/>
        </p:nvCxnSpPr>
        <p:spPr>
          <a:xfrm flipV="1">
            <a:off x="6902330" y="3336632"/>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線接點 170">
            <a:extLst>
              <a:ext uri="{FF2B5EF4-FFF2-40B4-BE49-F238E27FC236}">
                <a16:creationId xmlns:a16="http://schemas.microsoft.com/office/drawing/2014/main" id="{6E5D8D96-DA26-B791-7DD7-777AFEDA731F}"/>
              </a:ext>
            </a:extLst>
          </p:cNvPr>
          <p:cNvCxnSpPr/>
          <p:nvPr/>
        </p:nvCxnSpPr>
        <p:spPr>
          <a:xfrm>
            <a:off x="6684698" y="2553625"/>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線接點 171">
            <a:extLst>
              <a:ext uri="{FF2B5EF4-FFF2-40B4-BE49-F238E27FC236}">
                <a16:creationId xmlns:a16="http://schemas.microsoft.com/office/drawing/2014/main" id="{E7039930-652D-5BC7-0E25-80581E1AACE2}"/>
              </a:ext>
            </a:extLst>
          </p:cNvPr>
          <p:cNvCxnSpPr/>
          <p:nvPr/>
        </p:nvCxnSpPr>
        <p:spPr>
          <a:xfrm flipV="1">
            <a:off x="6909034" y="2266550"/>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文字方塊 172">
            <a:extLst>
              <a:ext uri="{FF2B5EF4-FFF2-40B4-BE49-F238E27FC236}">
                <a16:creationId xmlns:a16="http://schemas.microsoft.com/office/drawing/2014/main" id="{A65BF407-1E80-D1F7-57D9-5C157CBC8D15}"/>
              </a:ext>
            </a:extLst>
          </p:cNvPr>
          <p:cNvSpPr txBox="1"/>
          <p:nvPr/>
        </p:nvSpPr>
        <p:spPr>
          <a:xfrm>
            <a:off x="4618954" y="4601022"/>
            <a:ext cx="514457" cy="523220"/>
          </a:xfrm>
          <a:prstGeom prst="rect">
            <a:avLst/>
          </a:prstGeom>
          <a:noFill/>
        </p:spPr>
        <p:txBody>
          <a:bodyPr wrap="square" rtlCol="0">
            <a:spAutoFit/>
          </a:bodyPr>
          <a:lstStyle/>
          <a:p>
            <a:pPr algn="ctr">
              <a:defRPr/>
            </a:pPr>
            <a:r>
              <a:rPr lang="en-US" altLang="zh-TW" sz="2800" dirty="0">
                <a:solidFill>
                  <a:srgbClr val="FF0000"/>
                </a:solidFill>
                <a:latin typeface="Calibri" panose="020F0502020204030204"/>
                <a:ea typeface="新細明體" panose="02020500000000000000" pitchFamily="18" charset="-120"/>
              </a:rPr>
              <a:t>0</a:t>
            </a:r>
            <a:endParaRPr lang="zh-TW" altLang="en-US" sz="2800" dirty="0">
              <a:solidFill>
                <a:srgbClr val="FF0000"/>
              </a:solidFill>
              <a:latin typeface="Calibri" panose="020F0502020204030204"/>
              <a:ea typeface="新細明體" panose="02020500000000000000" pitchFamily="18" charset="-120"/>
            </a:endParaRPr>
          </a:p>
        </p:txBody>
      </p:sp>
      <p:sp>
        <p:nvSpPr>
          <p:cNvPr id="73" name="文字方塊 173">
            <a:extLst>
              <a:ext uri="{FF2B5EF4-FFF2-40B4-BE49-F238E27FC236}">
                <a16:creationId xmlns:a16="http://schemas.microsoft.com/office/drawing/2014/main" id="{61CB7A81-9761-712B-A65B-A0E45659821E}"/>
              </a:ext>
            </a:extLst>
          </p:cNvPr>
          <p:cNvSpPr txBox="1"/>
          <p:nvPr/>
        </p:nvSpPr>
        <p:spPr>
          <a:xfrm>
            <a:off x="4612052" y="5699268"/>
            <a:ext cx="514457" cy="523220"/>
          </a:xfrm>
          <a:prstGeom prst="rect">
            <a:avLst/>
          </a:prstGeom>
          <a:noFill/>
        </p:spPr>
        <p:txBody>
          <a:bodyPr wrap="square" rtlCol="0">
            <a:spAutoFit/>
          </a:bodyPr>
          <a:lstStyle/>
          <a:p>
            <a:pPr algn="ctr">
              <a:defRPr/>
            </a:pPr>
            <a:r>
              <a:rPr lang="en-US" altLang="zh-TW" sz="2800" dirty="0">
                <a:solidFill>
                  <a:srgbClr val="FF0000"/>
                </a:solidFill>
                <a:latin typeface="Calibri" panose="020F0502020204030204"/>
                <a:ea typeface="新細明體" panose="02020500000000000000" pitchFamily="18" charset="-120"/>
              </a:rPr>
              <a:t>0</a:t>
            </a:r>
            <a:endParaRPr lang="zh-TW" altLang="en-US" sz="2800" dirty="0">
              <a:solidFill>
                <a:srgbClr val="FF0000"/>
              </a:solidFill>
              <a:latin typeface="Calibri" panose="020F0502020204030204"/>
              <a:ea typeface="新細明體" panose="02020500000000000000" pitchFamily="18" charset="-120"/>
            </a:endParaRPr>
          </a:p>
        </p:txBody>
      </p:sp>
      <p:sp>
        <p:nvSpPr>
          <p:cNvPr id="74" name="文字方塊 174">
            <a:extLst>
              <a:ext uri="{FF2B5EF4-FFF2-40B4-BE49-F238E27FC236}">
                <a16:creationId xmlns:a16="http://schemas.microsoft.com/office/drawing/2014/main" id="{4CE9FFA2-9A21-4268-2354-D01EA19779E2}"/>
              </a:ext>
            </a:extLst>
          </p:cNvPr>
          <p:cNvSpPr txBox="1"/>
          <p:nvPr/>
        </p:nvSpPr>
        <p:spPr>
          <a:xfrm>
            <a:off x="7080069" y="2003901"/>
            <a:ext cx="514457" cy="523220"/>
          </a:xfrm>
          <a:prstGeom prst="rect">
            <a:avLst/>
          </a:prstGeom>
          <a:noFill/>
        </p:spPr>
        <p:txBody>
          <a:bodyPr wrap="square" rtlCol="0">
            <a:spAutoFit/>
          </a:bodyPr>
          <a:lstStyle/>
          <a:p>
            <a:pPr algn="ctr">
              <a:defRPr/>
            </a:pPr>
            <a:r>
              <a:rPr lang="en-US" altLang="zh-TW" sz="2800" dirty="0">
                <a:solidFill>
                  <a:srgbClr val="FF0000"/>
                </a:solidFill>
                <a:latin typeface="Calibri" panose="020F0502020204030204"/>
                <a:ea typeface="新細明體" panose="02020500000000000000" pitchFamily="18" charset="-120"/>
              </a:rPr>
              <a:t>0</a:t>
            </a:r>
            <a:endParaRPr lang="zh-TW" altLang="en-US" sz="2800" dirty="0">
              <a:solidFill>
                <a:srgbClr val="FF0000"/>
              </a:solidFill>
              <a:latin typeface="Calibri" panose="020F0502020204030204"/>
              <a:ea typeface="新細明體" panose="02020500000000000000" pitchFamily="18" charset="-120"/>
            </a:endParaRPr>
          </a:p>
        </p:txBody>
      </p:sp>
      <p:sp>
        <p:nvSpPr>
          <p:cNvPr id="75" name="文字方塊 175">
            <a:extLst>
              <a:ext uri="{FF2B5EF4-FFF2-40B4-BE49-F238E27FC236}">
                <a16:creationId xmlns:a16="http://schemas.microsoft.com/office/drawing/2014/main" id="{868BAF26-2997-3E1E-CFB3-E8698A7AB532}"/>
              </a:ext>
            </a:extLst>
          </p:cNvPr>
          <p:cNvSpPr txBox="1"/>
          <p:nvPr/>
        </p:nvSpPr>
        <p:spPr>
          <a:xfrm>
            <a:off x="7089782" y="4029641"/>
            <a:ext cx="514457" cy="523220"/>
          </a:xfrm>
          <a:prstGeom prst="rect">
            <a:avLst/>
          </a:prstGeom>
          <a:noFill/>
        </p:spPr>
        <p:txBody>
          <a:bodyPr wrap="square" rtlCol="0">
            <a:spAutoFit/>
          </a:bodyPr>
          <a:lstStyle/>
          <a:p>
            <a:pPr algn="ctr">
              <a:defRPr/>
            </a:pPr>
            <a:r>
              <a:rPr lang="en-US" altLang="zh-TW" sz="2800" dirty="0">
                <a:solidFill>
                  <a:srgbClr val="FF0000"/>
                </a:solidFill>
                <a:latin typeface="Calibri" panose="020F0502020204030204"/>
                <a:ea typeface="新細明體" panose="02020500000000000000" pitchFamily="18" charset="-120"/>
              </a:rPr>
              <a:t>0</a:t>
            </a:r>
            <a:endParaRPr lang="zh-TW" altLang="en-US" sz="2800" dirty="0">
              <a:solidFill>
                <a:srgbClr val="FF0000"/>
              </a:solidFill>
              <a:latin typeface="Calibri" panose="020F0502020204030204"/>
              <a:ea typeface="新細明體" panose="02020500000000000000" pitchFamily="18" charset="-120"/>
            </a:endParaRPr>
          </a:p>
        </p:txBody>
      </p:sp>
      <p:grpSp>
        <p:nvGrpSpPr>
          <p:cNvPr id="76" name="群組 75">
            <a:extLst>
              <a:ext uri="{FF2B5EF4-FFF2-40B4-BE49-F238E27FC236}">
                <a16:creationId xmlns:a16="http://schemas.microsoft.com/office/drawing/2014/main" id="{7071BC7A-FB74-DED5-2195-F00874CA83D1}"/>
              </a:ext>
            </a:extLst>
          </p:cNvPr>
          <p:cNvGrpSpPr/>
          <p:nvPr/>
        </p:nvGrpSpPr>
        <p:grpSpPr>
          <a:xfrm>
            <a:off x="9214017" y="495210"/>
            <a:ext cx="2709950" cy="2809363"/>
            <a:chOff x="6200673" y="3815455"/>
            <a:chExt cx="2709950" cy="2809363"/>
          </a:xfrm>
        </p:grpSpPr>
        <p:cxnSp>
          <p:nvCxnSpPr>
            <p:cNvPr id="77" name="直線單箭頭接點 77">
              <a:extLst>
                <a:ext uri="{FF2B5EF4-FFF2-40B4-BE49-F238E27FC236}">
                  <a16:creationId xmlns:a16="http://schemas.microsoft.com/office/drawing/2014/main" id="{FE36283C-800A-C5EA-7ACE-6B6D21387059}"/>
                </a:ext>
              </a:extLst>
            </p:cNvPr>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8">
              <a:extLst>
                <a:ext uri="{FF2B5EF4-FFF2-40B4-BE49-F238E27FC236}">
                  <a16:creationId xmlns:a16="http://schemas.microsoft.com/office/drawing/2014/main" id="{33794CE5-E4CA-9521-21F9-05A830106CCE}"/>
                </a:ext>
              </a:extLst>
            </p:cNvPr>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文字方塊 79">
                  <a:extLst>
                    <a:ext uri="{FF2B5EF4-FFF2-40B4-BE49-F238E27FC236}">
                      <a16:creationId xmlns:a16="http://schemas.microsoft.com/office/drawing/2014/main" id="{CE93A105-45F3-1105-AB47-C57EA5DB540D}"/>
                    </a:ext>
                  </a:extLst>
                </p:cNvPr>
                <p:cNvSpPr txBox="1"/>
                <p:nvPr/>
              </p:nvSpPr>
              <p:spPr>
                <a:xfrm>
                  <a:off x="8687357" y="5527718"/>
                  <a:ext cx="223266"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𝑧</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2" name="文字方塊 91"/>
                <p:cNvSpPr txBox="1">
                  <a:spLocks noRot="1" noChangeAspect="1" noMove="1" noResize="1" noEditPoints="1" noAdjustHandles="1" noChangeArrowheads="1" noChangeShapeType="1" noTextEdit="1"/>
                </p:cNvSpPr>
                <p:nvPr/>
              </p:nvSpPr>
              <p:spPr>
                <a:xfrm>
                  <a:off x="8687357" y="5527718"/>
                  <a:ext cx="223266" cy="369332"/>
                </a:xfrm>
                <a:prstGeom prst="rect">
                  <a:avLst/>
                </a:prstGeom>
                <a:blipFill rotWithShape="0">
                  <a:blip r:embed="rId19"/>
                  <a:stretch>
                    <a:fillRect l="-16216" r="-162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0" name="文字方塊 80">
                  <a:extLst>
                    <a:ext uri="{FF2B5EF4-FFF2-40B4-BE49-F238E27FC236}">
                      <a16:creationId xmlns:a16="http://schemas.microsoft.com/office/drawing/2014/main" id="{4ADCA7A1-FBD0-1B1F-C368-8F11DE10CA07}"/>
                    </a:ext>
                  </a:extLst>
                </p:cNvPr>
                <p:cNvSpPr txBox="1"/>
                <p:nvPr/>
              </p:nvSpPr>
              <p:spPr>
                <a:xfrm>
                  <a:off x="7313865" y="3815455"/>
                  <a:ext cx="247953"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3" name="文字方塊 92"/>
                <p:cNvSpPr txBox="1">
                  <a:spLocks noRot="1" noChangeAspect="1" noMove="1" noResize="1" noEditPoints="1" noAdjustHandles="1" noChangeArrowheads="1" noChangeShapeType="1" noTextEdit="1"/>
                </p:cNvSpPr>
                <p:nvPr/>
              </p:nvSpPr>
              <p:spPr>
                <a:xfrm>
                  <a:off x="7313865" y="3815455"/>
                  <a:ext cx="247953" cy="369332"/>
                </a:xfrm>
                <a:prstGeom prst="rect">
                  <a:avLst/>
                </a:prstGeom>
                <a:blipFill rotWithShape="0">
                  <a:blip r:embed="rId20"/>
                  <a:stretch>
                    <a:fillRect l="-17500" r="-15000"/>
                  </a:stretch>
                </a:blipFill>
              </p:spPr>
              <p:txBody>
                <a:bodyPr/>
                <a:lstStyle/>
                <a:p>
                  <a:r>
                    <a:rPr lang="zh-TW" altLang="en-US">
                      <a:noFill/>
                    </a:rPr>
                    <a:t> </a:t>
                  </a:r>
                </a:p>
              </p:txBody>
            </p:sp>
          </mc:Fallback>
        </mc:AlternateContent>
        <p:cxnSp>
          <p:nvCxnSpPr>
            <p:cNvPr id="81" name="直線接點 81">
              <a:extLst>
                <a:ext uri="{FF2B5EF4-FFF2-40B4-BE49-F238E27FC236}">
                  <a16:creationId xmlns:a16="http://schemas.microsoft.com/office/drawing/2014/main" id="{44905435-EA60-EAFB-3C98-57F270FBDB3B}"/>
                </a:ext>
              </a:extLst>
            </p:cNvPr>
            <p:cNvCxnSpPr/>
            <p:nvPr/>
          </p:nvCxnSpPr>
          <p:spPr>
            <a:xfrm>
              <a:off x="6228958" y="5708803"/>
              <a:ext cx="1237168"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2" name="直線接點 82">
              <a:extLst>
                <a:ext uri="{FF2B5EF4-FFF2-40B4-BE49-F238E27FC236}">
                  <a16:creationId xmlns:a16="http://schemas.microsoft.com/office/drawing/2014/main" id="{0BF0616C-BA98-AFEE-DD57-D24D1CAE935E}"/>
                </a:ext>
              </a:extLst>
            </p:cNvPr>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3" name="文字方塊 83">
                  <a:extLst>
                    <a:ext uri="{FF2B5EF4-FFF2-40B4-BE49-F238E27FC236}">
                      <a16:creationId xmlns:a16="http://schemas.microsoft.com/office/drawing/2014/main" id="{8F6380ED-33F4-964A-7030-07590BA9FB0B}"/>
                    </a:ext>
                  </a:extLst>
                </p:cNvPr>
                <p:cNvSpPr txBox="1"/>
                <p:nvPr/>
              </p:nvSpPr>
              <p:spPr>
                <a:xfrm>
                  <a:off x="7985942" y="4252893"/>
                  <a:ext cx="802464"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r>
                          <a:rPr lang="en-US" altLang="zh-TW" sz="2400" i="1">
                            <a:solidFill>
                              <a:prstClr val="black"/>
                            </a:solidFill>
                            <a:latin typeface="Cambria Math" panose="02040503050406030204" pitchFamily="18" charset="0"/>
                          </a:rPr>
                          <m:t>=</m:t>
                        </m:r>
                        <m:r>
                          <a:rPr lang="en-US" altLang="zh-TW" sz="2400" i="1">
                            <a:solidFill>
                              <a:prstClr val="black"/>
                            </a:solidFill>
                            <a:latin typeface="Cambria Math" panose="02040503050406030204" pitchFamily="18" charset="0"/>
                          </a:rPr>
                          <m:t>𝑧</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8" name="文字方塊 97"/>
                <p:cNvSpPr txBox="1">
                  <a:spLocks noRot="1" noChangeAspect="1" noMove="1" noResize="1" noEditPoints="1" noAdjustHandles="1" noChangeArrowheads="1" noChangeShapeType="1" noTextEdit="1"/>
                </p:cNvSpPr>
                <p:nvPr/>
              </p:nvSpPr>
              <p:spPr>
                <a:xfrm>
                  <a:off x="7985942" y="4252893"/>
                  <a:ext cx="802464" cy="369332"/>
                </a:xfrm>
                <a:prstGeom prst="rect">
                  <a:avLst/>
                </a:prstGeom>
                <a:blipFill rotWithShape="0">
                  <a:blip r:embed="rId21"/>
                  <a:stretch>
                    <a:fillRect l="-4545" r="-37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4" name="文字方塊 84">
                  <a:extLst>
                    <a:ext uri="{FF2B5EF4-FFF2-40B4-BE49-F238E27FC236}">
                      <a16:creationId xmlns:a16="http://schemas.microsoft.com/office/drawing/2014/main" id="{8B8EAF58-8F1F-136D-384D-1DF58451ADDD}"/>
                    </a:ext>
                  </a:extLst>
                </p:cNvPr>
                <p:cNvSpPr txBox="1"/>
                <p:nvPr/>
              </p:nvSpPr>
              <p:spPr>
                <a:xfrm>
                  <a:off x="6401952" y="5321208"/>
                  <a:ext cx="818044"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r>
                          <a:rPr lang="en-US" altLang="zh-TW" sz="2400" i="1">
                            <a:solidFill>
                              <a:prstClr val="black"/>
                            </a:solidFill>
                            <a:latin typeface="Cambria Math" panose="02040503050406030204" pitchFamily="18" charset="0"/>
                          </a:rPr>
                          <m:t>=0</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9" name="文字方塊 98"/>
                <p:cNvSpPr txBox="1">
                  <a:spLocks noRot="1" noChangeAspect="1" noMove="1" noResize="1" noEditPoints="1" noAdjustHandles="1" noChangeArrowheads="1" noChangeShapeType="1" noTextEdit="1"/>
                </p:cNvSpPr>
                <p:nvPr/>
              </p:nvSpPr>
              <p:spPr>
                <a:xfrm>
                  <a:off x="6401952" y="5321208"/>
                  <a:ext cx="818044" cy="369332"/>
                </a:xfrm>
                <a:prstGeom prst="rect">
                  <a:avLst/>
                </a:prstGeom>
                <a:blipFill rotWithShape="0">
                  <a:blip r:embed="rId22"/>
                  <a:stretch>
                    <a:fillRect l="-4478" r="-8955" b="-6557"/>
                  </a:stretch>
                </a:blipFill>
              </p:spPr>
              <p:txBody>
                <a:bodyPr/>
                <a:lstStyle/>
                <a:p>
                  <a:r>
                    <a:rPr lang="zh-TW" altLang="en-US">
                      <a:noFill/>
                    </a:rPr>
                    <a:t> </a:t>
                  </a:r>
                </a:p>
              </p:txBody>
            </p:sp>
          </mc:Fallback>
        </mc:AlternateContent>
      </p:grpSp>
      <p:cxnSp>
        <p:nvCxnSpPr>
          <p:cNvPr id="85" name="直線接點 85">
            <a:extLst>
              <a:ext uri="{FF2B5EF4-FFF2-40B4-BE49-F238E27FC236}">
                <a16:creationId xmlns:a16="http://schemas.microsoft.com/office/drawing/2014/main" id="{A86CA903-90A6-BA20-B4EC-CB38532BD460}"/>
              </a:ext>
            </a:extLst>
          </p:cNvPr>
          <p:cNvCxnSpPr/>
          <p:nvPr/>
        </p:nvCxnSpPr>
        <p:spPr>
          <a:xfrm flipH="1">
            <a:off x="4322465" y="2288165"/>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直線接點 86">
            <a:extLst>
              <a:ext uri="{FF2B5EF4-FFF2-40B4-BE49-F238E27FC236}">
                <a16:creationId xmlns:a16="http://schemas.microsoft.com/office/drawing/2014/main" id="{64FEC2A6-7C5B-60F6-AE65-786F78917AC1}"/>
              </a:ext>
            </a:extLst>
          </p:cNvPr>
          <p:cNvCxnSpPr/>
          <p:nvPr/>
        </p:nvCxnSpPr>
        <p:spPr>
          <a:xfrm flipH="1">
            <a:off x="4314189" y="3326005"/>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直線接點 87">
            <a:extLst>
              <a:ext uri="{FF2B5EF4-FFF2-40B4-BE49-F238E27FC236}">
                <a16:creationId xmlns:a16="http://schemas.microsoft.com/office/drawing/2014/main" id="{DCBB5E30-32AF-7A47-C91B-505FA6C6954A}"/>
              </a:ext>
            </a:extLst>
          </p:cNvPr>
          <p:cNvCxnSpPr/>
          <p:nvPr/>
        </p:nvCxnSpPr>
        <p:spPr>
          <a:xfrm flipH="1">
            <a:off x="6730190" y="3333771"/>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直線接點 88">
            <a:extLst>
              <a:ext uri="{FF2B5EF4-FFF2-40B4-BE49-F238E27FC236}">
                <a16:creationId xmlns:a16="http://schemas.microsoft.com/office/drawing/2014/main" id="{059C4A65-4396-3E37-117E-8B445BCC017D}"/>
              </a:ext>
            </a:extLst>
          </p:cNvPr>
          <p:cNvCxnSpPr/>
          <p:nvPr/>
        </p:nvCxnSpPr>
        <p:spPr>
          <a:xfrm flipH="1">
            <a:off x="6781180" y="5450923"/>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89" name="內容版面配置區 2">
            <a:extLst>
              <a:ext uri="{FF2B5EF4-FFF2-40B4-BE49-F238E27FC236}">
                <a16:creationId xmlns:a16="http://schemas.microsoft.com/office/drawing/2014/main" id="{6AE61B0A-8FD5-1BB0-2987-570BE68A73F7}"/>
              </a:ext>
            </a:extLst>
          </p:cNvPr>
          <p:cNvSpPr txBox="1">
            <a:spLocks/>
          </p:cNvSpPr>
          <p:nvPr/>
        </p:nvSpPr>
        <p:spPr>
          <a:xfrm>
            <a:off x="587917" y="979346"/>
            <a:ext cx="10515600" cy="725183"/>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Ø"/>
            </a:pPr>
            <a:r>
              <a:rPr lang="zh-CN" altLang="en-US" dirty="0">
                <a:latin typeface="+mn-ea"/>
              </a:rPr>
              <a:t> </a:t>
            </a:r>
            <a:r>
              <a:rPr lang="zh-CN" altLang="en-CN" dirty="0">
                <a:latin typeface="+mn-ea"/>
              </a:rPr>
              <a:t>使用</a:t>
            </a:r>
            <a:r>
              <a:rPr lang="en-US" altLang="zh-CN" dirty="0" err="1">
                <a:latin typeface="+mn-ea"/>
              </a:rPr>
              <a:t>ReLU</a:t>
            </a:r>
            <a:r>
              <a:rPr lang="zh-CN" altLang="en-US" dirty="0">
                <a:latin typeface="+mn-ea"/>
              </a:rPr>
              <a:t>函数作为激活函数的神经网络</a:t>
            </a:r>
            <a:endParaRPr lang="en-US" altLang="zh-CN" dirty="0">
              <a:latin typeface="+mn-ea"/>
            </a:endParaRPr>
          </a:p>
          <a:p>
            <a:pPr>
              <a:buFont typeface="Wingdings" pitchFamily="2" charset="2"/>
              <a:buChar char="Ø"/>
            </a:pPr>
            <a:endParaRPr lang="en-US" altLang="zh-TW" dirty="0">
              <a:latin typeface="+mn-ea"/>
            </a:endParaRPr>
          </a:p>
        </p:txBody>
      </p:sp>
      <p:sp>
        <p:nvSpPr>
          <p:cNvPr id="90" name="內容版面配置區 2">
            <a:extLst>
              <a:ext uri="{FF2B5EF4-FFF2-40B4-BE49-F238E27FC236}">
                <a16:creationId xmlns:a16="http://schemas.microsoft.com/office/drawing/2014/main" id="{ACE0DD48-E9EA-148D-01EF-98D8291F720F}"/>
              </a:ext>
            </a:extLst>
          </p:cNvPr>
          <p:cNvSpPr txBox="1">
            <a:spLocks/>
          </p:cNvSpPr>
          <p:nvPr/>
        </p:nvSpPr>
        <p:spPr>
          <a:xfrm>
            <a:off x="875901" y="1631435"/>
            <a:ext cx="10515600" cy="725183"/>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q"/>
            </a:pPr>
            <a:r>
              <a:rPr lang="zh-CN" altLang="en-US" sz="2400" dirty="0">
                <a:latin typeface="+mn-ea"/>
              </a:rPr>
              <a:t>神经元的输出要么等于输入的</a:t>
            </a:r>
            <a:r>
              <a:rPr lang="zh-CN" altLang="en-CN" sz="2400" dirty="0">
                <a:latin typeface="+mn-ea"/>
              </a:rPr>
              <a:t>加权和</a:t>
            </a:r>
            <a:r>
              <a:rPr lang="zh-CN" altLang="en-US" sz="2400" dirty="0">
                <a:latin typeface="+mn-ea"/>
              </a:rPr>
              <a:t>，要么等于</a:t>
            </a:r>
            <a:r>
              <a:rPr lang="en-US" altLang="zh-CN" sz="2400" dirty="0">
                <a:latin typeface="+mn-ea"/>
              </a:rPr>
              <a:t>0</a:t>
            </a:r>
            <a:endParaRPr lang="en-US" altLang="zh-TW" sz="2400" dirty="0">
              <a:latin typeface="+mn-ea"/>
            </a:endParaRPr>
          </a:p>
        </p:txBody>
      </p:sp>
      <p:sp>
        <p:nvSpPr>
          <p:cNvPr id="91" name="灯片编号占位符 90"/>
          <p:cNvSpPr>
            <a:spLocks noGrp="1"/>
          </p:cNvSpPr>
          <p:nvPr>
            <p:ph type="sldNum" sz="quarter" idx="14"/>
          </p:nvPr>
        </p:nvSpPr>
        <p:spPr/>
        <p:txBody>
          <a:bodyPr/>
          <a:lstStyle/>
          <a:p>
            <a:fld id="{AF69888C-E133-43D9-A638-B5C95925B91C}" type="slidenum">
              <a:rPr lang="zh-CN" altLang="en-US" smtClean="0"/>
              <a:t>45</a:t>
            </a:fld>
            <a:endParaRPr lang="zh-CN" altLang="en-US" dirty="0"/>
          </a:p>
        </p:txBody>
      </p:sp>
    </p:spTree>
    <p:extLst>
      <p:ext uri="{BB962C8B-B14F-4D97-AF65-F5344CB8AC3E}">
        <p14:creationId xmlns:p14="http://schemas.microsoft.com/office/powerpoint/2010/main" val="4193261727"/>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p:bldP spid="74" grpId="0"/>
      <p:bldP spid="75" grpId="0"/>
      <p:bldP spid="89" grpId="0"/>
      <p:bldP spid="9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752E49C0-DDF6-121C-0162-2A3E8E280C3B}"/>
              </a:ext>
            </a:extLst>
          </p:cNvPr>
          <p:cNvSpPr txBox="1"/>
          <p:nvPr/>
        </p:nvSpPr>
        <p:spPr>
          <a:xfrm>
            <a:off x="604531" y="9260"/>
            <a:ext cx="6096000" cy="905761"/>
          </a:xfrm>
          <a:prstGeom prst="rect">
            <a:avLst/>
          </a:prstGeom>
          <a:noFill/>
        </p:spPr>
        <p:txBody>
          <a:bodyPr wrap="square">
            <a:spAutoFit/>
          </a:bodyPr>
          <a:lstStyle/>
          <a:p>
            <a:pPr algn="l">
              <a:lnSpc>
                <a:spcPct val="150000"/>
              </a:lnSpc>
            </a:pPr>
            <a:r>
              <a:rPr lang="en-US" altLang="zh-CN" sz="4000" b="1" dirty="0">
                <a:sym typeface="+mn-ea"/>
              </a:rPr>
              <a:t>4</a:t>
            </a:r>
            <a:r>
              <a:rPr lang="zh-CN" altLang="en-US" sz="4000" b="1" dirty="0">
                <a:sym typeface="+mn-ea"/>
              </a:rPr>
              <a:t> 梯度消失</a:t>
            </a:r>
          </a:p>
        </p:txBody>
      </p:sp>
      <p:cxnSp>
        <p:nvCxnSpPr>
          <p:cNvPr id="2" name="直線單箭頭接點 4">
            <a:extLst>
              <a:ext uri="{FF2B5EF4-FFF2-40B4-BE49-F238E27FC236}">
                <a16:creationId xmlns:a16="http://schemas.microsoft.com/office/drawing/2014/main" id="{AB14428F-9C05-0E2E-A383-A70B106AD61A}"/>
              </a:ext>
            </a:extLst>
          </p:cNvPr>
          <p:cNvCxnSpPr/>
          <p:nvPr/>
        </p:nvCxnSpPr>
        <p:spPr>
          <a:xfrm>
            <a:off x="8213149" y="3832678"/>
            <a:ext cx="70132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 name="直線單箭頭接點 6">
            <a:extLst>
              <a:ext uri="{FF2B5EF4-FFF2-40B4-BE49-F238E27FC236}">
                <a16:creationId xmlns:a16="http://schemas.microsoft.com/office/drawing/2014/main" id="{4662E3B6-0B5F-C347-BBC0-065570FF0FB5}"/>
              </a:ext>
            </a:extLst>
          </p:cNvPr>
          <p:cNvCxnSpPr/>
          <p:nvPr/>
        </p:nvCxnSpPr>
        <p:spPr>
          <a:xfrm>
            <a:off x="8189265" y="3053875"/>
            <a:ext cx="72521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 name="群組 66">
            <a:extLst>
              <a:ext uri="{FF2B5EF4-FFF2-40B4-BE49-F238E27FC236}">
                <a16:creationId xmlns:a16="http://schemas.microsoft.com/office/drawing/2014/main" id="{D1828E18-3775-E8F8-199B-BFE65072A183}"/>
              </a:ext>
            </a:extLst>
          </p:cNvPr>
          <p:cNvGrpSpPr/>
          <p:nvPr/>
        </p:nvGrpSpPr>
        <p:grpSpPr>
          <a:xfrm>
            <a:off x="1805013" y="2675239"/>
            <a:ext cx="342900" cy="461962"/>
            <a:chOff x="1378935" y="1958800"/>
            <a:chExt cx="342900" cy="461962"/>
          </a:xfrm>
        </p:grpSpPr>
        <p:sp>
          <p:nvSpPr>
            <p:cNvPr id="6" name="矩形 8">
              <a:extLst>
                <a:ext uri="{FF2B5EF4-FFF2-40B4-BE49-F238E27FC236}">
                  <a16:creationId xmlns:a16="http://schemas.microsoft.com/office/drawing/2014/main" id="{5BBE5A29-9DF0-C550-3235-6F54F54D2E1F}"/>
                </a:ext>
              </a:extLst>
            </p:cNvPr>
            <p:cNvSpPr/>
            <p:nvPr/>
          </p:nvSpPr>
          <p:spPr>
            <a:xfrm>
              <a:off x="1378935" y="205405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graphicFrame>
          <p:nvGraphicFramePr>
            <p:cNvPr id="7" name="Object 12">
              <a:extLst>
                <a:ext uri="{FF2B5EF4-FFF2-40B4-BE49-F238E27FC236}">
                  <a16:creationId xmlns:a16="http://schemas.microsoft.com/office/drawing/2014/main" id="{1B9A4F5A-A85F-B1E2-5814-3829A4F37E00}"/>
                </a:ext>
              </a:extLst>
            </p:cNvPr>
            <p:cNvGraphicFramePr>
              <a:graphicFrameLocks noChangeAspect="1"/>
            </p:cNvGraphicFramePr>
            <p:nvPr/>
          </p:nvGraphicFramePr>
          <p:xfrm>
            <a:off x="1391634" y="1958800"/>
            <a:ext cx="325438" cy="461962"/>
          </p:xfrm>
          <a:graphic>
            <a:graphicData uri="http://schemas.openxmlformats.org/presentationml/2006/ole">
              <mc:AlternateContent xmlns:mc="http://schemas.openxmlformats.org/markup-compatibility/2006">
                <mc:Choice xmlns:v="urn:schemas-microsoft-com:vml" Requires="v">
                  <p:oleObj name="方程式" r:id="rId3" imgW="152280" imgH="215640" progId="Equation.3">
                    <p:embed/>
                  </p:oleObj>
                </mc:Choice>
                <mc:Fallback>
                  <p:oleObj name="方程式" r:id="rId3" imgW="152280" imgH="215640" progId="Equation.3">
                    <p:embed/>
                    <p:pic>
                      <p:nvPicPr>
                        <p:cNvPr id="7" name="Object 12">
                          <a:extLst>
                            <a:ext uri="{FF2B5EF4-FFF2-40B4-BE49-F238E27FC236}">
                              <a16:creationId xmlns:a16="http://schemas.microsoft.com/office/drawing/2014/main" id="{1B9A4F5A-A85F-B1E2-5814-3829A4F37E00}"/>
                            </a:ext>
                          </a:extLst>
                        </p:cNvPr>
                        <p:cNvPicPr>
                          <a:picLocks noChangeAspect="1" noChangeArrowheads="1"/>
                        </p:cNvPicPr>
                        <p:nvPr/>
                      </p:nvPicPr>
                      <p:blipFill>
                        <a:blip r:embed="rId4"/>
                        <a:srcRect/>
                        <a:stretch>
                          <a:fillRect/>
                        </a:stretch>
                      </p:blipFill>
                      <p:spPr bwMode="auto">
                        <a:xfrm>
                          <a:off x="1391634" y="1958800"/>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8" name="群組 67">
            <a:extLst>
              <a:ext uri="{FF2B5EF4-FFF2-40B4-BE49-F238E27FC236}">
                <a16:creationId xmlns:a16="http://schemas.microsoft.com/office/drawing/2014/main" id="{BB0D820F-DD18-DAA4-849C-4400A7408267}"/>
              </a:ext>
            </a:extLst>
          </p:cNvPr>
          <p:cNvGrpSpPr/>
          <p:nvPr/>
        </p:nvGrpSpPr>
        <p:grpSpPr>
          <a:xfrm>
            <a:off x="1827896" y="3810588"/>
            <a:ext cx="376238" cy="461963"/>
            <a:chOff x="1373117" y="2541529"/>
            <a:chExt cx="376238" cy="461963"/>
          </a:xfrm>
        </p:grpSpPr>
        <p:sp>
          <p:nvSpPr>
            <p:cNvPr id="9" name="矩形 7">
              <a:extLst>
                <a:ext uri="{FF2B5EF4-FFF2-40B4-BE49-F238E27FC236}">
                  <a16:creationId xmlns:a16="http://schemas.microsoft.com/office/drawing/2014/main" id="{4F63B001-5305-0B27-F358-FEEB4DB9BA5F}"/>
                </a:ext>
              </a:extLst>
            </p:cNvPr>
            <p:cNvSpPr/>
            <p:nvPr/>
          </p:nvSpPr>
          <p:spPr>
            <a:xfrm>
              <a:off x="1373117" y="262437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graphicFrame>
          <p:nvGraphicFramePr>
            <p:cNvPr id="10" name="Object 12">
              <a:extLst>
                <a:ext uri="{FF2B5EF4-FFF2-40B4-BE49-F238E27FC236}">
                  <a16:creationId xmlns:a16="http://schemas.microsoft.com/office/drawing/2014/main" id="{4132A79C-C183-7E79-E9F2-35B3ACC0CDEF}"/>
                </a:ext>
              </a:extLst>
            </p:cNvPr>
            <p:cNvGraphicFramePr>
              <a:graphicFrameLocks noChangeAspect="1"/>
            </p:cNvGraphicFramePr>
            <p:nvPr/>
          </p:nvGraphicFramePr>
          <p:xfrm>
            <a:off x="1396930" y="2541529"/>
            <a:ext cx="352425" cy="461963"/>
          </p:xfrm>
          <a:graphic>
            <a:graphicData uri="http://schemas.openxmlformats.org/presentationml/2006/ole">
              <mc:AlternateContent xmlns:mc="http://schemas.openxmlformats.org/markup-compatibility/2006">
                <mc:Choice xmlns:v="urn:schemas-microsoft-com:vml" Requires="v">
                  <p:oleObj name="方程式" r:id="rId5" imgW="164880" imgH="215640" progId="Equation.3">
                    <p:embed/>
                  </p:oleObj>
                </mc:Choice>
                <mc:Fallback>
                  <p:oleObj name="方程式" r:id="rId5" imgW="164880" imgH="215640" progId="Equation.3">
                    <p:embed/>
                    <p:pic>
                      <p:nvPicPr>
                        <p:cNvPr id="10" name="Object 12">
                          <a:extLst>
                            <a:ext uri="{FF2B5EF4-FFF2-40B4-BE49-F238E27FC236}">
                              <a16:creationId xmlns:a16="http://schemas.microsoft.com/office/drawing/2014/main" id="{4132A79C-C183-7E79-E9F2-35B3ACC0CDEF}"/>
                            </a:ext>
                          </a:extLst>
                        </p:cNvPr>
                        <p:cNvPicPr>
                          <a:picLocks noChangeAspect="1" noChangeArrowheads="1"/>
                        </p:cNvPicPr>
                        <p:nvPr/>
                      </p:nvPicPr>
                      <p:blipFill>
                        <a:blip r:embed="rId6"/>
                        <a:srcRect/>
                        <a:stretch>
                          <a:fillRect/>
                        </a:stretch>
                      </p:blipFill>
                      <p:spPr bwMode="auto">
                        <a:xfrm>
                          <a:off x="1396930" y="2541529"/>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1" name="橢圓 11">
            <a:extLst>
              <a:ext uri="{FF2B5EF4-FFF2-40B4-BE49-F238E27FC236}">
                <a16:creationId xmlns:a16="http://schemas.microsoft.com/office/drawing/2014/main" id="{7FD92EDF-E1A2-B257-9F0F-29770964F25C}"/>
              </a:ext>
            </a:extLst>
          </p:cNvPr>
          <p:cNvSpPr/>
          <p:nvPr/>
        </p:nvSpPr>
        <p:spPr>
          <a:xfrm>
            <a:off x="3720861" y="1625839"/>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3" name="橢圓 12">
            <a:extLst>
              <a:ext uri="{FF2B5EF4-FFF2-40B4-BE49-F238E27FC236}">
                <a16:creationId xmlns:a16="http://schemas.microsoft.com/office/drawing/2014/main" id="{6ADD8ACF-D3D6-5FC5-AD54-06FF79C09679}"/>
              </a:ext>
            </a:extLst>
          </p:cNvPr>
          <p:cNvSpPr/>
          <p:nvPr/>
        </p:nvSpPr>
        <p:spPr>
          <a:xfrm>
            <a:off x="3723203" y="2651291"/>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graphicFrame>
        <p:nvGraphicFramePr>
          <p:cNvPr id="14" name="Object 12">
            <a:extLst>
              <a:ext uri="{FF2B5EF4-FFF2-40B4-BE49-F238E27FC236}">
                <a16:creationId xmlns:a16="http://schemas.microsoft.com/office/drawing/2014/main" id="{EC4400EF-1954-DEC8-2E7A-74B17820625D}"/>
              </a:ext>
            </a:extLst>
          </p:cNvPr>
          <p:cNvGraphicFramePr>
            <a:graphicFrameLocks noChangeAspect="1"/>
          </p:cNvGraphicFramePr>
          <p:nvPr/>
        </p:nvGraphicFramePr>
        <p:xfrm>
          <a:off x="9007985" y="2772005"/>
          <a:ext cx="352425" cy="461962"/>
        </p:xfrm>
        <a:graphic>
          <a:graphicData uri="http://schemas.openxmlformats.org/presentationml/2006/ole">
            <mc:AlternateContent xmlns:mc="http://schemas.openxmlformats.org/markup-compatibility/2006">
              <mc:Choice xmlns:v="urn:schemas-microsoft-com:vml" Requires="v">
                <p:oleObj name="方程式" r:id="rId7" imgW="164880" imgH="215640" progId="Equation.3">
                  <p:embed/>
                </p:oleObj>
              </mc:Choice>
              <mc:Fallback>
                <p:oleObj name="方程式" r:id="rId7" imgW="164880" imgH="215640" progId="Equation.3">
                  <p:embed/>
                  <p:pic>
                    <p:nvPicPr>
                      <p:cNvPr id="14" name="Object 12">
                        <a:extLst>
                          <a:ext uri="{FF2B5EF4-FFF2-40B4-BE49-F238E27FC236}">
                            <a16:creationId xmlns:a16="http://schemas.microsoft.com/office/drawing/2014/main" id="{EC4400EF-1954-DEC8-2E7A-74B17820625D}"/>
                          </a:ext>
                        </a:extLst>
                      </p:cNvPr>
                      <p:cNvPicPr>
                        <a:picLocks noChangeAspect="1" noChangeArrowheads="1"/>
                      </p:cNvPicPr>
                      <p:nvPr/>
                    </p:nvPicPr>
                    <p:blipFill>
                      <a:blip r:embed="rId8"/>
                      <a:srcRect/>
                      <a:stretch>
                        <a:fillRect/>
                      </a:stretch>
                    </p:blipFill>
                    <p:spPr bwMode="auto">
                      <a:xfrm>
                        <a:off x="9007985" y="2772005"/>
                        <a:ext cx="352425"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2">
            <a:extLst>
              <a:ext uri="{FF2B5EF4-FFF2-40B4-BE49-F238E27FC236}">
                <a16:creationId xmlns:a16="http://schemas.microsoft.com/office/drawing/2014/main" id="{AC053A49-9593-2C06-B3C1-9C0B23EE40F6}"/>
              </a:ext>
            </a:extLst>
          </p:cNvPr>
          <p:cNvGraphicFramePr>
            <a:graphicFrameLocks noChangeAspect="1"/>
          </p:cNvGraphicFramePr>
          <p:nvPr/>
        </p:nvGraphicFramePr>
        <p:xfrm>
          <a:off x="8980997" y="3555183"/>
          <a:ext cx="379412" cy="461963"/>
        </p:xfrm>
        <a:graphic>
          <a:graphicData uri="http://schemas.openxmlformats.org/presentationml/2006/ole">
            <mc:AlternateContent xmlns:mc="http://schemas.openxmlformats.org/markup-compatibility/2006">
              <mc:Choice xmlns:v="urn:schemas-microsoft-com:vml" Requires="v">
                <p:oleObj name="方程式" r:id="rId9" imgW="177480" imgH="215640" progId="Equation.3">
                  <p:embed/>
                </p:oleObj>
              </mc:Choice>
              <mc:Fallback>
                <p:oleObj name="方程式" r:id="rId9" imgW="177480" imgH="215640" progId="Equation.3">
                  <p:embed/>
                  <p:pic>
                    <p:nvPicPr>
                      <p:cNvPr id="15" name="Object 12">
                        <a:extLst>
                          <a:ext uri="{FF2B5EF4-FFF2-40B4-BE49-F238E27FC236}">
                            <a16:creationId xmlns:a16="http://schemas.microsoft.com/office/drawing/2014/main" id="{AC053A49-9593-2C06-B3C1-9C0B23EE40F6}"/>
                          </a:ext>
                        </a:extLst>
                      </p:cNvPr>
                      <p:cNvPicPr>
                        <a:picLocks noChangeAspect="1" noChangeArrowheads="1"/>
                      </p:cNvPicPr>
                      <p:nvPr/>
                    </p:nvPicPr>
                    <p:blipFill>
                      <a:blip r:embed="rId10"/>
                      <a:srcRect/>
                      <a:stretch>
                        <a:fillRect/>
                      </a:stretch>
                    </p:blipFill>
                    <p:spPr bwMode="auto">
                      <a:xfrm>
                        <a:off x="8980997" y="3555183"/>
                        <a:ext cx="379412"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橢圓 22">
            <a:extLst>
              <a:ext uri="{FF2B5EF4-FFF2-40B4-BE49-F238E27FC236}">
                <a16:creationId xmlns:a16="http://schemas.microsoft.com/office/drawing/2014/main" id="{0B1DA56C-AC86-BBF0-F1DC-950254F2C934}"/>
              </a:ext>
            </a:extLst>
          </p:cNvPr>
          <p:cNvSpPr/>
          <p:nvPr/>
        </p:nvSpPr>
        <p:spPr>
          <a:xfrm>
            <a:off x="6141867" y="266740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7" name="橢圓 26">
            <a:extLst>
              <a:ext uri="{FF2B5EF4-FFF2-40B4-BE49-F238E27FC236}">
                <a16:creationId xmlns:a16="http://schemas.microsoft.com/office/drawing/2014/main" id="{7184CF76-1237-3DF0-B951-601D7D08883D}"/>
              </a:ext>
            </a:extLst>
          </p:cNvPr>
          <p:cNvSpPr/>
          <p:nvPr/>
        </p:nvSpPr>
        <p:spPr>
          <a:xfrm>
            <a:off x="7902186" y="2776152"/>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8" name="橢圓 27">
            <a:extLst>
              <a:ext uri="{FF2B5EF4-FFF2-40B4-BE49-F238E27FC236}">
                <a16:creationId xmlns:a16="http://schemas.microsoft.com/office/drawing/2014/main" id="{125E46E1-10D3-2F10-38FC-C6F954BDE29C}"/>
              </a:ext>
            </a:extLst>
          </p:cNvPr>
          <p:cNvSpPr/>
          <p:nvPr/>
        </p:nvSpPr>
        <p:spPr>
          <a:xfrm>
            <a:off x="7904528" y="3536061"/>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cxnSp>
        <p:nvCxnSpPr>
          <p:cNvPr id="19" name="直線單箭頭接點 38">
            <a:extLst>
              <a:ext uri="{FF2B5EF4-FFF2-40B4-BE49-F238E27FC236}">
                <a16:creationId xmlns:a16="http://schemas.microsoft.com/office/drawing/2014/main" id="{8B26066F-C395-9A62-D897-AC77EA167268}"/>
              </a:ext>
            </a:extLst>
          </p:cNvPr>
          <p:cNvCxnSpPr>
            <a:stCxn id="11" idx="6"/>
            <a:endCxn id="16" idx="2"/>
          </p:cNvCxnSpPr>
          <p:nvPr/>
        </p:nvCxnSpPr>
        <p:spPr>
          <a:xfrm>
            <a:off x="4295019" y="1912919"/>
            <a:ext cx="1846848" cy="10415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46">
            <a:extLst>
              <a:ext uri="{FF2B5EF4-FFF2-40B4-BE49-F238E27FC236}">
                <a16:creationId xmlns:a16="http://schemas.microsoft.com/office/drawing/2014/main" id="{17735BFD-75DF-7045-F63B-46205320D5B2}"/>
              </a:ext>
            </a:extLst>
          </p:cNvPr>
          <p:cNvCxnSpPr>
            <a:stCxn id="7" idx="3"/>
            <a:endCxn id="11" idx="2"/>
          </p:cNvCxnSpPr>
          <p:nvPr/>
        </p:nvCxnSpPr>
        <p:spPr>
          <a:xfrm flipV="1">
            <a:off x="2143151" y="1912918"/>
            <a:ext cx="1577711" cy="99330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47">
            <a:extLst>
              <a:ext uri="{FF2B5EF4-FFF2-40B4-BE49-F238E27FC236}">
                <a16:creationId xmlns:a16="http://schemas.microsoft.com/office/drawing/2014/main" id="{E4A7BBA9-1E34-DC0B-2214-437B85E3D1DA}"/>
              </a:ext>
            </a:extLst>
          </p:cNvPr>
          <p:cNvCxnSpPr>
            <a:stCxn id="6" idx="3"/>
            <a:endCxn id="13" idx="2"/>
          </p:cNvCxnSpPr>
          <p:nvPr/>
        </p:nvCxnSpPr>
        <p:spPr>
          <a:xfrm flipV="1">
            <a:off x="2147913" y="2938371"/>
            <a:ext cx="1575290" cy="356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49">
            <a:extLst>
              <a:ext uri="{FF2B5EF4-FFF2-40B4-BE49-F238E27FC236}">
                <a16:creationId xmlns:a16="http://schemas.microsoft.com/office/drawing/2014/main" id="{DB072E27-B203-7262-B54C-50E1E838D73D}"/>
              </a:ext>
            </a:extLst>
          </p:cNvPr>
          <p:cNvCxnSpPr>
            <a:stCxn id="10" idx="3"/>
            <a:endCxn id="11" idx="2"/>
          </p:cNvCxnSpPr>
          <p:nvPr/>
        </p:nvCxnSpPr>
        <p:spPr>
          <a:xfrm flipV="1">
            <a:off x="2204135" y="1912918"/>
            <a:ext cx="1516727" cy="21286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50">
            <a:extLst>
              <a:ext uri="{FF2B5EF4-FFF2-40B4-BE49-F238E27FC236}">
                <a16:creationId xmlns:a16="http://schemas.microsoft.com/office/drawing/2014/main" id="{625BF959-A3C0-2D92-E399-6DA4B4B03D70}"/>
              </a:ext>
            </a:extLst>
          </p:cNvPr>
          <p:cNvCxnSpPr>
            <a:stCxn id="9" idx="3"/>
            <a:endCxn id="13" idx="2"/>
          </p:cNvCxnSpPr>
          <p:nvPr/>
        </p:nvCxnSpPr>
        <p:spPr>
          <a:xfrm flipV="1">
            <a:off x="2170797" y="2938371"/>
            <a:ext cx="1552407" cy="112651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56">
            <a:extLst>
              <a:ext uri="{FF2B5EF4-FFF2-40B4-BE49-F238E27FC236}">
                <a16:creationId xmlns:a16="http://schemas.microsoft.com/office/drawing/2014/main" id="{A52431C2-54BC-2204-E8AB-DDBE6F707A99}"/>
              </a:ext>
            </a:extLst>
          </p:cNvPr>
          <p:cNvCxnSpPr>
            <a:stCxn id="16" idx="6"/>
          </p:cNvCxnSpPr>
          <p:nvPr/>
        </p:nvCxnSpPr>
        <p:spPr>
          <a:xfrm>
            <a:off x="6716025" y="2954484"/>
            <a:ext cx="1152868" cy="89951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58">
            <a:extLst>
              <a:ext uri="{FF2B5EF4-FFF2-40B4-BE49-F238E27FC236}">
                <a16:creationId xmlns:a16="http://schemas.microsoft.com/office/drawing/2014/main" id="{F263EB9F-8616-279B-32A0-A59704622503}"/>
              </a:ext>
            </a:extLst>
          </p:cNvPr>
          <p:cNvCxnSpPr>
            <a:stCxn id="16" idx="6"/>
          </p:cNvCxnSpPr>
          <p:nvPr/>
        </p:nvCxnSpPr>
        <p:spPr>
          <a:xfrm>
            <a:off x="6716025" y="2954484"/>
            <a:ext cx="1152868" cy="10776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橢圓 65">
            <a:extLst>
              <a:ext uri="{FF2B5EF4-FFF2-40B4-BE49-F238E27FC236}">
                <a16:creationId xmlns:a16="http://schemas.microsoft.com/office/drawing/2014/main" id="{98CD9BAC-AE70-FBDD-6446-1534D5C53BAA}"/>
              </a:ext>
            </a:extLst>
          </p:cNvPr>
          <p:cNvSpPr/>
          <p:nvPr/>
        </p:nvSpPr>
        <p:spPr>
          <a:xfrm>
            <a:off x="6167975" y="4781747"/>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cxnSp>
        <p:nvCxnSpPr>
          <p:cNvPr id="27" name="直線單箭頭接點 123">
            <a:extLst>
              <a:ext uri="{FF2B5EF4-FFF2-40B4-BE49-F238E27FC236}">
                <a16:creationId xmlns:a16="http://schemas.microsoft.com/office/drawing/2014/main" id="{398AFA9F-CCA8-03E8-60FF-3FF20B73D05B}"/>
              </a:ext>
            </a:extLst>
          </p:cNvPr>
          <p:cNvCxnSpPr/>
          <p:nvPr/>
        </p:nvCxnSpPr>
        <p:spPr>
          <a:xfrm>
            <a:off x="4295020" y="2954483"/>
            <a:ext cx="18627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125">
            <a:extLst>
              <a:ext uri="{FF2B5EF4-FFF2-40B4-BE49-F238E27FC236}">
                <a16:creationId xmlns:a16="http://schemas.microsoft.com/office/drawing/2014/main" id="{8C7C5653-25CE-3A63-1577-6272037EBCCE}"/>
              </a:ext>
            </a:extLst>
          </p:cNvPr>
          <p:cNvCxnSpPr>
            <a:stCxn id="13" idx="6"/>
            <a:endCxn id="26" idx="2"/>
          </p:cNvCxnSpPr>
          <p:nvPr/>
        </p:nvCxnSpPr>
        <p:spPr>
          <a:xfrm>
            <a:off x="4297361" y="2938370"/>
            <a:ext cx="1870614" cy="213045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128">
            <a:extLst>
              <a:ext uri="{FF2B5EF4-FFF2-40B4-BE49-F238E27FC236}">
                <a16:creationId xmlns:a16="http://schemas.microsoft.com/office/drawing/2014/main" id="{EFDAA4CF-A72B-7205-2452-B11780D27B51}"/>
              </a:ext>
            </a:extLst>
          </p:cNvPr>
          <p:cNvCxnSpPr>
            <a:stCxn id="11" idx="6"/>
            <a:endCxn id="26" idx="2"/>
          </p:cNvCxnSpPr>
          <p:nvPr/>
        </p:nvCxnSpPr>
        <p:spPr>
          <a:xfrm>
            <a:off x="4295019" y="1912918"/>
            <a:ext cx="1872956" cy="31559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137">
            <a:extLst>
              <a:ext uri="{FF2B5EF4-FFF2-40B4-BE49-F238E27FC236}">
                <a16:creationId xmlns:a16="http://schemas.microsoft.com/office/drawing/2014/main" id="{2789CC4B-896B-CDE5-74CB-BC0F4FA80A20}"/>
              </a:ext>
            </a:extLst>
          </p:cNvPr>
          <p:cNvCxnSpPr>
            <a:stCxn id="26" idx="6"/>
            <a:endCxn id="18" idx="2"/>
          </p:cNvCxnSpPr>
          <p:nvPr/>
        </p:nvCxnSpPr>
        <p:spPr>
          <a:xfrm flipV="1">
            <a:off x="6742134" y="3823140"/>
            <a:ext cx="1162395" cy="124568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140">
            <a:extLst>
              <a:ext uri="{FF2B5EF4-FFF2-40B4-BE49-F238E27FC236}">
                <a16:creationId xmlns:a16="http://schemas.microsoft.com/office/drawing/2014/main" id="{13AEDA38-9762-EB7D-BA21-EA9A7F3AC4B4}"/>
              </a:ext>
            </a:extLst>
          </p:cNvPr>
          <p:cNvCxnSpPr>
            <a:stCxn id="26" idx="6"/>
            <a:endCxn id="17" idx="2"/>
          </p:cNvCxnSpPr>
          <p:nvPr/>
        </p:nvCxnSpPr>
        <p:spPr>
          <a:xfrm flipV="1">
            <a:off x="6742134" y="3063232"/>
            <a:ext cx="1160053" cy="20055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接點 144">
            <a:extLst>
              <a:ext uri="{FF2B5EF4-FFF2-40B4-BE49-F238E27FC236}">
                <a16:creationId xmlns:a16="http://schemas.microsoft.com/office/drawing/2014/main" id="{E5798AB6-6989-8BD6-1969-4A693D6DE5B4}"/>
              </a:ext>
            </a:extLst>
          </p:cNvPr>
          <p:cNvCxnSpPr/>
          <p:nvPr/>
        </p:nvCxnSpPr>
        <p:spPr>
          <a:xfrm>
            <a:off x="3769060" y="2011715"/>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接點 145">
            <a:extLst>
              <a:ext uri="{FF2B5EF4-FFF2-40B4-BE49-F238E27FC236}">
                <a16:creationId xmlns:a16="http://schemas.microsoft.com/office/drawing/2014/main" id="{D09EEB5B-9F9F-6D4A-9D11-9A822F9D0CAC}"/>
              </a:ext>
            </a:extLst>
          </p:cNvPr>
          <p:cNvCxnSpPr/>
          <p:nvPr/>
        </p:nvCxnSpPr>
        <p:spPr>
          <a:xfrm flipV="1">
            <a:off x="3993396" y="1724640"/>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接點 158">
            <a:extLst>
              <a:ext uri="{FF2B5EF4-FFF2-40B4-BE49-F238E27FC236}">
                <a16:creationId xmlns:a16="http://schemas.microsoft.com/office/drawing/2014/main" id="{78512156-8D7A-CB54-7678-1DB1CAFF3D69}"/>
              </a:ext>
            </a:extLst>
          </p:cNvPr>
          <p:cNvCxnSpPr/>
          <p:nvPr/>
        </p:nvCxnSpPr>
        <p:spPr>
          <a:xfrm>
            <a:off x="3776015" y="3049756"/>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接點 159">
            <a:extLst>
              <a:ext uri="{FF2B5EF4-FFF2-40B4-BE49-F238E27FC236}">
                <a16:creationId xmlns:a16="http://schemas.microsoft.com/office/drawing/2014/main" id="{135592FA-1E53-A482-4AE6-DCCD1A3F1B71}"/>
              </a:ext>
            </a:extLst>
          </p:cNvPr>
          <p:cNvCxnSpPr/>
          <p:nvPr/>
        </p:nvCxnSpPr>
        <p:spPr>
          <a:xfrm flipV="1">
            <a:off x="4000351" y="2762681"/>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線接點 164">
            <a:extLst>
              <a:ext uri="{FF2B5EF4-FFF2-40B4-BE49-F238E27FC236}">
                <a16:creationId xmlns:a16="http://schemas.microsoft.com/office/drawing/2014/main" id="{FF4333BF-1985-D6D6-69C3-1FF21B6D178B}"/>
              </a:ext>
            </a:extLst>
          </p:cNvPr>
          <p:cNvCxnSpPr/>
          <p:nvPr/>
        </p:nvCxnSpPr>
        <p:spPr>
          <a:xfrm>
            <a:off x="6206100" y="5181316"/>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線接點 165">
            <a:extLst>
              <a:ext uri="{FF2B5EF4-FFF2-40B4-BE49-F238E27FC236}">
                <a16:creationId xmlns:a16="http://schemas.microsoft.com/office/drawing/2014/main" id="{7D8A3849-FA77-8850-52A9-E7376AD7D397}"/>
              </a:ext>
            </a:extLst>
          </p:cNvPr>
          <p:cNvCxnSpPr/>
          <p:nvPr/>
        </p:nvCxnSpPr>
        <p:spPr>
          <a:xfrm flipV="1">
            <a:off x="6430436" y="4894241"/>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接點 168">
            <a:extLst>
              <a:ext uri="{FF2B5EF4-FFF2-40B4-BE49-F238E27FC236}">
                <a16:creationId xmlns:a16="http://schemas.microsoft.com/office/drawing/2014/main" id="{7FFEB234-20B5-DF8C-FFB2-04FB26966950}"/>
              </a:ext>
            </a:extLst>
          </p:cNvPr>
          <p:cNvCxnSpPr/>
          <p:nvPr/>
        </p:nvCxnSpPr>
        <p:spPr>
          <a:xfrm>
            <a:off x="6177263" y="3060182"/>
            <a:ext cx="22433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接點 169">
            <a:extLst>
              <a:ext uri="{FF2B5EF4-FFF2-40B4-BE49-F238E27FC236}">
                <a16:creationId xmlns:a16="http://schemas.microsoft.com/office/drawing/2014/main" id="{5FC355AE-19FE-6F53-B221-6671B38B2AF6}"/>
              </a:ext>
            </a:extLst>
          </p:cNvPr>
          <p:cNvCxnSpPr/>
          <p:nvPr/>
        </p:nvCxnSpPr>
        <p:spPr>
          <a:xfrm flipV="1">
            <a:off x="6401599" y="2773107"/>
            <a:ext cx="197226" cy="28707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文字方塊 2">
            <a:extLst>
              <a:ext uri="{FF2B5EF4-FFF2-40B4-BE49-F238E27FC236}">
                <a16:creationId xmlns:a16="http://schemas.microsoft.com/office/drawing/2014/main" id="{BBDE21A0-A082-0727-3D5B-4C088E800185}"/>
              </a:ext>
            </a:extLst>
          </p:cNvPr>
          <p:cNvSpPr txBox="1"/>
          <p:nvPr/>
        </p:nvSpPr>
        <p:spPr>
          <a:xfrm>
            <a:off x="2370274" y="957651"/>
            <a:ext cx="3860800" cy="523220"/>
          </a:xfrm>
          <a:prstGeom prst="rect">
            <a:avLst/>
          </a:prstGeom>
        </p:spPr>
        <p:style>
          <a:lnRef idx="0">
            <a:schemeClr val="accent5"/>
          </a:lnRef>
          <a:fillRef idx="3">
            <a:schemeClr val="accent5"/>
          </a:fillRef>
          <a:effectRef idx="3">
            <a:schemeClr val="accent5"/>
          </a:effectRef>
          <a:fontRef idx="minor">
            <a:schemeClr val="lt1"/>
          </a:fontRef>
        </p:style>
        <p:txBody>
          <a:bodyPr wrap="square" rtlCol="0">
            <a:spAutoFit/>
          </a:bodyPr>
          <a:lstStyle/>
          <a:p>
            <a:pPr algn="ctr">
              <a:defRPr/>
            </a:pPr>
            <a:r>
              <a:rPr lang="zh-TW" altLang="en-US" sz="2800" dirty="0">
                <a:solidFill>
                  <a:prstClr val="white"/>
                </a:solidFill>
                <a:latin typeface="+mn-ea"/>
              </a:rPr>
              <a:t>一个瘦长的线性网络</a:t>
            </a:r>
          </a:p>
        </p:txBody>
      </p:sp>
      <p:cxnSp>
        <p:nvCxnSpPr>
          <p:cNvPr id="41" name="直線接點 5">
            <a:extLst>
              <a:ext uri="{FF2B5EF4-FFF2-40B4-BE49-F238E27FC236}">
                <a16:creationId xmlns:a16="http://schemas.microsoft.com/office/drawing/2014/main" id="{7AB56148-38F3-6E98-01F8-838641E3774F}"/>
              </a:ext>
            </a:extLst>
          </p:cNvPr>
          <p:cNvCxnSpPr/>
          <p:nvPr/>
        </p:nvCxnSpPr>
        <p:spPr>
          <a:xfrm flipH="1">
            <a:off x="3821734" y="1724640"/>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直線接點 79">
            <a:extLst>
              <a:ext uri="{FF2B5EF4-FFF2-40B4-BE49-F238E27FC236}">
                <a16:creationId xmlns:a16="http://schemas.microsoft.com/office/drawing/2014/main" id="{95B2E765-EE3D-9753-5B38-43BF47B7C5A5}"/>
              </a:ext>
            </a:extLst>
          </p:cNvPr>
          <p:cNvCxnSpPr/>
          <p:nvPr/>
        </p:nvCxnSpPr>
        <p:spPr>
          <a:xfrm flipH="1">
            <a:off x="3813458" y="2762480"/>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直線接點 80">
            <a:extLst>
              <a:ext uri="{FF2B5EF4-FFF2-40B4-BE49-F238E27FC236}">
                <a16:creationId xmlns:a16="http://schemas.microsoft.com/office/drawing/2014/main" id="{E132B177-4B1C-79E2-A1C0-C37881A22398}"/>
              </a:ext>
            </a:extLst>
          </p:cNvPr>
          <p:cNvCxnSpPr/>
          <p:nvPr/>
        </p:nvCxnSpPr>
        <p:spPr>
          <a:xfrm flipH="1">
            <a:off x="6229459" y="2770246"/>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線接點 81">
            <a:extLst>
              <a:ext uri="{FF2B5EF4-FFF2-40B4-BE49-F238E27FC236}">
                <a16:creationId xmlns:a16="http://schemas.microsoft.com/office/drawing/2014/main" id="{6B44A514-B58F-EDF2-9300-08CB17C052CB}"/>
              </a:ext>
            </a:extLst>
          </p:cNvPr>
          <p:cNvCxnSpPr/>
          <p:nvPr/>
        </p:nvCxnSpPr>
        <p:spPr>
          <a:xfrm flipH="1">
            <a:off x="6280449" y="4887398"/>
            <a:ext cx="362857" cy="362857"/>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矩形圖說文字 14">
            <a:extLst>
              <a:ext uri="{FF2B5EF4-FFF2-40B4-BE49-F238E27FC236}">
                <a16:creationId xmlns:a16="http://schemas.microsoft.com/office/drawing/2014/main" id="{30FB7207-8000-4B3A-5AEB-031FDEBCA19E}"/>
              </a:ext>
            </a:extLst>
          </p:cNvPr>
          <p:cNvSpPr/>
          <p:nvPr/>
        </p:nvSpPr>
        <p:spPr>
          <a:xfrm>
            <a:off x="2390518" y="4366090"/>
            <a:ext cx="2862430" cy="1016000"/>
          </a:xfrm>
          <a:prstGeom prst="wedgeRectCallout">
            <a:avLst>
              <a:gd name="adj1" fmla="val -27942"/>
              <a:gd name="adj2" fmla="val -137500"/>
            </a:avLst>
          </a:prstGeom>
          <a:gradFill>
            <a:gsLst>
              <a:gs pos="64000">
                <a:schemeClr val="tx1">
                  <a:lumMod val="85000"/>
                  <a:lumOff val="15000"/>
                </a:schemeClr>
              </a:gs>
              <a:gs pos="95000">
                <a:schemeClr val="accent6">
                  <a:satMod val="110000"/>
                  <a:lumMod val="100000"/>
                  <a:shade val="100000"/>
                </a:schemeClr>
              </a:gs>
              <a:gs pos="61000">
                <a:schemeClr val="accent6">
                  <a:lumMod val="99000"/>
                  <a:satMod val="120000"/>
                  <a:shade val="78000"/>
                </a:schemeClr>
              </a:gs>
            </a:gsLst>
          </a:gradFill>
        </p:spPr>
        <p:style>
          <a:lnRef idx="0">
            <a:schemeClr val="accent6"/>
          </a:lnRef>
          <a:fillRef idx="3">
            <a:schemeClr val="accent6"/>
          </a:fillRef>
          <a:effectRef idx="3">
            <a:schemeClr val="accent6"/>
          </a:effectRef>
          <a:fontRef idx="minor">
            <a:schemeClr val="lt1"/>
          </a:fontRef>
        </p:style>
        <p:txBody>
          <a:bodyPr rtlCol="0" anchor="ctr"/>
          <a:lstStyle/>
          <a:p>
            <a:pPr algn="ctr">
              <a:defRPr/>
            </a:pPr>
            <a:r>
              <a:rPr lang="zh-TW" altLang="en-US" sz="2800" dirty="0">
                <a:solidFill>
                  <a:prstClr val="white"/>
                </a:solidFill>
                <a:latin typeface="+mn-ea"/>
              </a:rPr>
              <a:t>不会出现小梯度</a:t>
            </a:r>
          </a:p>
        </p:txBody>
      </p:sp>
      <p:grpSp>
        <p:nvGrpSpPr>
          <p:cNvPr id="46" name="群組 44">
            <a:extLst>
              <a:ext uri="{FF2B5EF4-FFF2-40B4-BE49-F238E27FC236}">
                <a16:creationId xmlns:a16="http://schemas.microsoft.com/office/drawing/2014/main" id="{8D499A1A-338E-6FF1-38CB-05900E8986BB}"/>
              </a:ext>
            </a:extLst>
          </p:cNvPr>
          <p:cNvGrpSpPr/>
          <p:nvPr/>
        </p:nvGrpSpPr>
        <p:grpSpPr>
          <a:xfrm>
            <a:off x="7815728" y="216785"/>
            <a:ext cx="2709950" cy="2809363"/>
            <a:chOff x="6200673" y="3815455"/>
            <a:chExt cx="2709950" cy="2809363"/>
          </a:xfrm>
        </p:grpSpPr>
        <p:cxnSp>
          <p:nvCxnSpPr>
            <p:cNvPr id="47" name="直線單箭頭接點 45">
              <a:extLst>
                <a:ext uri="{FF2B5EF4-FFF2-40B4-BE49-F238E27FC236}">
                  <a16:creationId xmlns:a16="http://schemas.microsoft.com/office/drawing/2014/main" id="{C8B5DC91-208B-AC21-9CFB-0B3584C25EDD}"/>
                </a:ext>
              </a:extLst>
            </p:cNvPr>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48">
              <a:extLst>
                <a:ext uri="{FF2B5EF4-FFF2-40B4-BE49-F238E27FC236}">
                  <a16:creationId xmlns:a16="http://schemas.microsoft.com/office/drawing/2014/main" id="{AA1AB1EA-BB52-F4BD-5DF9-7026D3E5DB54}"/>
                </a:ext>
              </a:extLst>
            </p:cNvPr>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文字方塊 51">
                  <a:extLst>
                    <a:ext uri="{FF2B5EF4-FFF2-40B4-BE49-F238E27FC236}">
                      <a16:creationId xmlns:a16="http://schemas.microsoft.com/office/drawing/2014/main" id="{8AE0E60C-D091-685C-A938-10297164F6F7}"/>
                    </a:ext>
                  </a:extLst>
                </p:cNvPr>
                <p:cNvSpPr txBox="1"/>
                <p:nvPr/>
              </p:nvSpPr>
              <p:spPr>
                <a:xfrm>
                  <a:off x="8687357" y="5527718"/>
                  <a:ext cx="223266"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𝑧</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2" name="文字方塊 91"/>
                <p:cNvSpPr txBox="1">
                  <a:spLocks noRot="1" noChangeAspect="1" noMove="1" noResize="1" noEditPoints="1" noAdjustHandles="1" noChangeArrowheads="1" noChangeShapeType="1" noTextEdit="1"/>
                </p:cNvSpPr>
                <p:nvPr/>
              </p:nvSpPr>
              <p:spPr>
                <a:xfrm>
                  <a:off x="8687357" y="5527718"/>
                  <a:ext cx="223266" cy="369332"/>
                </a:xfrm>
                <a:prstGeom prst="rect">
                  <a:avLst/>
                </a:prstGeom>
                <a:blipFill rotWithShape="0">
                  <a:blip r:embed="rId19"/>
                  <a:stretch>
                    <a:fillRect l="-16216" r="-162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52">
                  <a:extLst>
                    <a:ext uri="{FF2B5EF4-FFF2-40B4-BE49-F238E27FC236}">
                      <a16:creationId xmlns:a16="http://schemas.microsoft.com/office/drawing/2014/main" id="{64C7CE0B-2FC7-FCE6-F0BD-AEFE98B4B261}"/>
                    </a:ext>
                  </a:extLst>
                </p:cNvPr>
                <p:cNvSpPr txBox="1"/>
                <p:nvPr/>
              </p:nvSpPr>
              <p:spPr>
                <a:xfrm>
                  <a:off x="7313865" y="3815455"/>
                  <a:ext cx="247953"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3" name="文字方塊 92"/>
                <p:cNvSpPr txBox="1">
                  <a:spLocks noRot="1" noChangeAspect="1" noMove="1" noResize="1" noEditPoints="1" noAdjustHandles="1" noChangeArrowheads="1" noChangeShapeType="1" noTextEdit="1"/>
                </p:cNvSpPr>
                <p:nvPr/>
              </p:nvSpPr>
              <p:spPr>
                <a:xfrm>
                  <a:off x="7313865" y="3815455"/>
                  <a:ext cx="247953" cy="369332"/>
                </a:xfrm>
                <a:prstGeom prst="rect">
                  <a:avLst/>
                </a:prstGeom>
                <a:blipFill rotWithShape="0">
                  <a:blip r:embed="rId20"/>
                  <a:stretch>
                    <a:fillRect l="-17500" r="-15000"/>
                  </a:stretch>
                </a:blipFill>
              </p:spPr>
              <p:txBody>
                <a:bodyPr/>
                <a:lstStyle/>
                <a:p>
                  <a:r>
                    <a:rPr lang="zh-TW" altLang="en-US">
                      <a:noFill/>
                    </a:rPr>
                    <a:t> </a:t>
                  </a:r>
                </a:p>
              </p:txBody>
            </p:sp>
          </mc:Fallback>
        </mc:AlternateContent>
        <p:cxnSp>
          <p:nvCxnSpPr>
            <p:cNvPr id="51" name="直線接點 53">
              <a:extLst>
                <a:ext uri="{FF2B5EF4-FFF2-40B4-BE49-F238E27FC236}">
                  <a16:creationId xmlns:a16="http://schemas.microsoft.com/office/drawing/2014/main" id="{03B93DBA-1D2F-711C-1CD9-1DC0D8AE5FA6}"/>
                </a:ext>
              </a:extLst>
            </p:cNvPr>
            <p:cNvCxnSpPr/>
            <p:nvPr/>
          </p:nvCxnSpPr>
          <p:spPr>
            <a:xfrm>
              <a:off x="6228958" y="5708803"/>
              <a:ext cx="1237168"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2" name="直線接點 54">
              <a:extLst>
                <a:ext uri="{FF2B5EF4-FFF2-40B4-BE49-F238E27FC236}">
                  <a16:creationId xmlns:a16="http://schemas.microsoft.com/office/drawing/2014/main" id="{FBE2DBF1-6BD1-0BA8-31CE-4B8026C8F9CA}"/>
                </a:ext>
              </a:extLst>
            </p:cNvPr>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字方塊 55">
                  <a:extLst>
                    <a:ext uri="{FF2B5EF4-FFF2-40B4-BE49-F238E27FC236}">
                      <a16:creationId xmlns:a16="http://schemas.microsoft.com/office/drawing/2014/main" id="{6B072E16-1FD0-8A71-5140-C164A09DA9AF}"/>
                    </a:ext>
                  </a:extLst>
                </p:cNvPr>
                <p:cNvSpPr txBox="1"/>
                <p:nvPr/>
              </p:nvSpPr>
              <p:spPr>
                <a:xfrm>
                  <a:off x="7985942" y="4252893"/>
                  <a:ext cx="802464"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r>
                          <a:rPr lang="en-US" altLang="zh-TW" sz="2400" i="1">
                            <a:solidFill>
                              <a:prstClr val="black"/>
                            </a:solidFill>
                            <a:latin typeface="Cambria Math" panose="02040503050406030204" pitchFamily="18" charset="0"/>
                          </a:rPr>
                          <m:t>=</m:t>
                        </m:r>
                        <m:r>
                          <a:rPr lang="en-US" altLang="zh-TW" sz="2400" i="1">
                            <a:solidFill>
                              <a:prstClr val="black"/>
                            </a:solidFill>
                            <a:latin typeface="Cambria Math" panose="02040503050406030204" pitchFamily="18" charset="0"/>
                          </a:rPr>
                          <m:t>𝑧</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8" name="文字方塊 97"/>
                <p:cNvSpPr txBox="1">
                  <a:spLocks noRot="1" noChangeAspect="1" noMove="1" noResize="1" noEditPoints="1" noAdjustHandles="1" noChangeArrowheads="1" noChangeShapeType="1" noTextEdit="1"/>
                </p:cNvSpPr>
                <p:nvPr/>
              </p:nvSpPr>
              <p:spPr>
                <a:xfrm>
                  <a:off x="7985942" y="4252893"/>
                  <a:ext cx="802464" cy="369332"/>
                </a:xfrm>
                <a:prstGeom prst="rect">
                  <a:avLst/>
                </a:prstGeom>
                <a:blipFill rotWithShape="0">
                  <a:blip r:embed="rId21"/>
                  <a:stretch>
                    <a:fillRect l="-4545" r="-37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7">
                  <a:extLst>
                    <a:ext uri="{FF2B5EF4-FFF2-40B4-BE49-F238E27FC236}">
                      <a16:creationId xmlns:a16="http://schemas.microsoft.com/office/drawing/2014/main" id="{16175B00-AE64-9545-3713-623C1FF59F0B}"/>
                    </a:ext>
                  </a:extLst>
                </p:cNvPr>
                <p:cNvSpPr txBox="1"/>
                <p:nvPr/>
              </p:nvSpPr>
              <p:spPr>
                <a:xfrm>
                  <a:off x="6401952" y="5321208"/>
                  <a:ext cx="818044"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r>
                          <a:rPr lang="en-US" altLang="zh-TW" sz="2400" i="1">
                            <a:solidFill>
                              <a:prstClr val="black"/>
                            </a:solidFill>
                            <a:latin typeface="Cambria Math" panose="02040503050406030204" pitchFamily="18" charset="0"/>
                          </a:rPr>
                          <m:t>=0</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9" name="文字方塊 98"/>
                <p:cNvSpPr txBox="1">
                  <a:spLocks noRot="1" noChangeAspect="1" noMove="1" noResize="1" noEditPoints="1" noAdjustHandles="1" noChangeArrowheads="1" noChangeShapeType="1" noTextEdit="1"/>
                </p:cNvSpPr>
                <p:nvPr/>
              </p:nvSpPr>
              <p:spPr>
                <a:xfrm>
                  <a:off x="6401952" y="5321208"/>
                  <a:ext cx="818044" cy="369332"/>
                </a:xfrm>
                <a:prstGeom prst="rect">
                  <a:avLst/>
                </a:prstGeom>
                <a:blipFill rotWithShape="0">
                  <a:blip r:embed="rId22"/>
                  <a:stretch>
                    <a:fillRect l="-4478" r="-8955" b="-6557"/>
                  </a:stretch>
                </a:blipFill>
              </p:spPr>
              <p:txBody>
                <a:bodyPr/>
                <a:lstStyle/>
                <a:p>
                  <a:r>
                    <a:rPr lang="zh-TW" altLang="en-US">
                      <a:noFill/>
                    </a:rPr>
                    <a:t> </a:t>
                  </a:r>
                </a:p>
              </p:txBody>
            </p:sp>
          </mc:Fallback>
        </mc:AlternateContent>
      </p:grpSp>
      <p:sp>
        <p:nvSpPr>
          <p:cNvPr id="55" name="灯片编号占位符 54"/>
          <p:cNvSpPr>
            <a:spLocks noGrp="1"/>
          </p:cNvSpPr>
          <p:nvPr>
            <p:ph type="sldNum" sz="quarter" idx="14"/>
          </p:nvPr>
        </p:nvSpPr>
        <p:spPr/>
        <p:txBody>
          <a:bodyPr/>
          <a:lstStyle/>
          <a:p>
            <a:fld id="{AF69888C-E133-43D9-A638-B5C95925B91C}" type="slidenum">
              <a:rPr lang="zh-CN" altLang="en-US" smtClean="0"/>
              <a:t>46</a:t>
            </a:fld>
            <a:endParaRPr lang="zh-CN" altLang="en-US" dirty="0"/>
          </a:p>
        </p:txBody>
      </p:sp>
    </p:spTree>
    <p:extLst>
      <p:ext uri="{BB962C8B-B14F-4D97-AF65-F5344CB8AC3E}">
        <p14:creationId xmlns:p14="http://schemas.microsoft.com/office/powerpoint/2010/main" val="381988966"/>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752E49C0-DDF6-121C-0162-2A3E8E280C3B}"/>
              </a:ext>
            </a:extLst>
          </p:cNvPr>
          <p:cNvSpPr txBox="1"/>
          <p:nvPr/>
        </p:nvSpPr>
        <p:spPr>
          <a:xfrm>
            <a:off x="604531" y="9260"/>
            <a:ext cx="6096000" cy="905761"/>
          </a:xfrm>
          <a:prstGeom prst="rect">
            <a:avLst/>
          </a:prstGeom>
          <a:noFill/>
        </p:spPr>
        <p:txBody>
          <a:bodyPr wrap="square">
            <a:spAutoFit/>
          </a:bodyPr>
          <a:lstStyle/>
          <a:p>
            <a:pPr algn="l">
              <a:lnSpc>
                <a:spcPct val="150000"/>
              </a:lnSpc>
            </a:pPr>
            <a:r>
              <a:rPr lang="en-US" altLang="zh-CN" sz="4000" b="1" dirty="0">
                <a:sym typeface="+mn-ea"/>
              </a:rPr>
              <a:t>4</a:t>
            </a:r>
            <a:r>
              <a:rPr lang="zh-CN" altLang="en-US" sz="4000" b="1" dirty="0">
                <a:sym typeface="+mn-ea"/>
              </a:rPr>
              <a:t> 梯度消失</a:t>
            </a:r>
          </a:p>
        </p:txBody>
      </p:sp>
      <p:grpSp>
        <p:nvGrpSpPr>
          <p:cNvPr id="2" name="群組 3">
            <a:extLst>
              <a:ext uri="{FF2B5EF4-FFF2-40B4-BE49-F238E27FC236}">
                <a16:creationId xmlns:a16="http://schemas.microsoft.com/office/drawing/2014/main" id="{B1C76FD8-ACE8-18CE-7C0C-19DCD2BD29D5}"/>
              </a:ext>
            </a:extLst>
          </p:cNvPr>
          <p:cNvGrpSpPr/>
          <p:nvPr/>
        </p:nvGrpSpPr>
        <p:grpSpPr>
          <a:xfrm>
            <a:off x="2623160" y="2138131"/>
            <a:ext cx="3065937" cy="3267845"/>
            <a:chOff x="7326642" y="417698"/>
            <a:chExt cx="3065937" cy="3267845"/>
          </a:xfrm>
        </p:grpSpPr>
        <p:grpSp>
          <p:nvGrpSpPr>
            <p:cNvPr id="4" name="群組 4">
              <a:extLst>
                <a:ext uri="{FF2B5EF4-FFF2-40B4-BE49-F238E27FC236}">
                  <a16:creationId xmlns:a16="http://schemas.microsoft.com/office/drawing/2014/main" id="{0AC5485E-F132-AA0C-EDFC-872B97523DDC}"/>
                </a:ext>
              </a:extLst>
            </p:cNvPr>
            <p:cNvGrpSpPr/>
            <p:nvPr/>
          </p:nvGrpSpPr>
          <p:grpSpPr>
            <a:xfrm>
              <a:off x="7326642" y="876180"/>
              <a:ext cx="3065937" cy="2809363"/>
              <a:chOff x="5844686" y="3815455"/>
              <a:chExt cx="3065937" cy="2809363"/>
            </a:xfrm>
          </p:grpSpPr>
          <p:cxnSp>
            <p:nvCxnSpPr>
              <p:cNvPr id="6" name="直線單箭頭接點 6">
                <a:extLst>
                  <a:ext uri="{FF2B5EF4-FFF2-40B4-BE49-F238E27FC236}">
                    <a16:creationId xmlns:a16="http://schemas.microsoft.com/office/drawing/2014/main" id="{B004F709-7936-8E33-0CDD-6BB145210153}"/>
                  </a:ext>
                </a:extLst>
              </p:cNvPr>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7">
                <a:extLst>
                  <a:ext uri="{FF2B5EF4-FFF2-40B4-BE49-F238E27FC236}">
                    <a16:creationId xmlns:a16="http://schemas.microsoft.com/office/drawing/2014/main" id="{1CC64A09-848A-D318-5E8C-83AEE472D92B}"/>
                  </a:ext>
                </a:extLst>
              </p:cNvPr>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文字方塊 8">
                    <a:extLst>
                      <a:ext uri="{FF2B5EF4-FFF2-40B4-BE49-F238E27FC236}">
                        <a16:creationId xmlns:a16="http://schemas.microsoft.com/office/drawing/2014/main" id="{4AB46CDD-5971-BE57-9DE9-879EC6FACE49}"/>
                      </a:ext>
                    </a:extLst>
                  </p:cNvPr>
                  <p:cNvSpPr txBox="1"/>
                  <p:nvPr/>
                </p:nvSpPr>
                <p:spPr>
                  <a:xfrm>
                    <a:off x="8687357" y="5527718"/>
                    <a:ext cx="223266"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𝑧</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2" name="文字方塊 91"/>
                  <p:cNvSpPr txBox="1">
                    <a:spLocks noRot="1" noChangeAspect="1" noMove="1" noResize="1" noEditPoints="1" noAdjustHandles="1" noChangeArrowheads="1" noChangeShapeType="1" noTextEdit="1"/>
                  </p:cNvSpPr>
                  <p:nvPr/>
                </p:nvSpPr>
                <p:spPr>
                  <a:xfrm>
                    <a:off x="8687357" y="5527718"/>
                    <a:ext cx="223266" cy="369332"/>
                  </a:xfrm>
                  <a:prstGeom prst="rect">
                    <a:avLst/>
                  </a:prstGeom>
                  <a:blipFill rotWithShape="0">
                    <a:blip r:embed="rId19"/>
                    <a:stretch>
                      <a:fillRect l="-16216" r="-162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9">
                    <a:extLst>
                      <a:ext uri="{FF2B5EF4-FFF2-40B4-BE49-F238E27FC236}">
                        <a16:creationId xmlns:a16="http://schemas.microsoft.com/office/drawing/2014/main" id="{282BEFA7-A73C-9485-1493-7E56473C50CB}"/>
                      </a:ext>
                    </a:extLst>
                  </p:cNvPr>
                  <p:cNvSpPr txBox="1"/>
                  <p:nvPr/>
                </p:nvSpPr>
                <p:spPr>
                  <a:xfrm>
                    <a:off x="7313865" y="3815455"/>
                    <a:ext cx="247953"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3" name="文字方塊 92"/>
                  <p:cNvSpPr txBox="1">
                    <a:spLocks noRot="1" noChangeAspect="1" noMove="1" noResize="1" noEditPoints="1" noAdjustHandles="1" noChangeArrowheads="1" noChangeShapeType="1" noTextEdit="1"/>
                  </p:cNvSpPr>
                  <p:nvPr/>
                </p:nvSpPr>
                <p:spPr>
                  <a:xfrm>
                    <a:off x="7313865" y="3815455"/>
                    <a:ext cx="247953" cy="369332"/>
                  </a:xfrm>
                  <a:prstGeom prst="rect">
                    <a:avLst/>
                  </a:prstGeom>
                  <a:blipFill rotWithShape="0">
                    <a:blip r:embed="rId20"/>
                    <a:stretch>
                      <a:fillRect l="-17500" r="-15000"/>
                    </a:stretch>
                  </a:blipFill>
                </p:spPr>
                <p:txBody>
                  <a:bodyPr/>
                  <a:lstStyle/>
                  <a:p>
                    <a:r>
                      <a:rPr lang="zh-TW" altLang="en-US">
                        <a:noFill/>
                      </a:rPr>
                      <a:t> </a:t>
                    </a:r>
                  </a:p>
                </p:txBody>
              </p:sp>
            </mc:Fallback>
          </mc:AlternateContent>
          <p:cxnSp>
            <p:nvCxnSpPr>
              <p:cNvPr id="10" name="直線接點 10">
                <a:extLst>
                  <a:ext uri="{FF2B5EF4-FFF2-40B4-BE49-F238E27FC236}">
                    <a16:creationId xmlns:a16="http://schemas.microsoft.com/office/drawing/2014/main" id="{006EF90F-CB12-A4AB-C2DA-22F1EF7B41C4}"/>
                  </a:ext>
                </a:extLst>
              </p:cNvPr>
              <p:cNvCxnSpPr/>
              <p:nvPr/>
            </p:nvCxnSpPr>
            <p:spPr>
              <a:xfrm flipV="1">
                <a:off x="6200673" y="5708803"/>
                <a:ext cx="1265453" cy="33385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 name="直線接點 11">
                <a:extLst>
                  <a:ext uri="{FF2B5EF4-FFF2-40B4-BE49-F238E27FC236}">
                    <a16:creationId xmlns:a16="http://schemas.microsoft.com/office/drawing/2014/main" id="{4530E1E4-1FFA-E614-F997-9C6F5EEF8209}"/>
                  </a:ext>
                </a:extLst>
              </p:cNvPr>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文字方塊 12">
                    <a:extLst>
                      <a:ext uri="{FF2B5EF4-FFF2-40B4-BE49-F238E27FC236}">
                        <a16:creationId xmlns:a16="http://schemas.microsoft.com/office/drawing/2014/main" id="{EA028AB8-0BC2-7BF5-EDC7-D622C5A0CDE0}"/>
                      </a:ext>
                    </a:extLst>
                  </p:cNvPr>
                  <p:cNvSpPr txBox="1"/>
                  <p:nvPr/>
                </p:nvSpPr>
                <p:spPr>
                  <a:xfrm>
                    <a:off x="7985942" y="4252893"/>
                    <a:ext cx="802464"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r>
                            <a:rPr lang="en-US" altLang="zh-TW" sz="2400" i="1">
                              <a:solidFill>
                                <a:prstClr val="black"/>
                              </a:solidFill>
                              <a:latin typeface="Cambria Math" panose="02040503050406030204" pitchFamily="18" charset="0"/>
                            </a:rPr>
                            <m:t>=</m:t>
                          </m:r>
                          <m:r>
                            <a:rPr lang="en-US" altLang="zh-TW" sz="2400" i="1">
                              <a:solidFill>
                                <a:prstClr val="black"/>
                              </a:solidFill>
                              <a:latin typeface="Cambria Math" panose="02040503050406030204" pitchFamily="18" charset="0"/>
                            </a:rPr>
                            <m:t>𝑧</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8" name="文字方塊 97"/>
                  <p:cNvSpPr txBox="1">
                    <a:spLocks noRot="1" noChangeAspect="1" noMove="1" noResize="1" noEditPoints="1" noAdjustHandles="1" noChangeArrowheads="1" noChangeShapeType="1" noTextEdit="1"/>
                  </p:cNvSpPr>
                  <p:nvPr/>
                </p:nvSpPr>
                <p:spPr>
                  <a:xfrm>
                    <a:off x="7985942" y="4252893"/>
                    <a:ext cx="802464" cy="369332"/>
                  </a:xfrm>
                  <a:prstGeom prst="rect">
                    <a:avLst/>
                  </a:prstGeom>
                  <a:blipFill rotWithShape="0">
                    <a:blip r:embed="rId21"/>
                    <a:stretch>
                      <a:fillRect l="-4545" r="-37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a:extLst>
                      <a:ext uri="{FF2B5EF4-FFF2-40B4-BE49-F238E27FC236}">
                        <a16:creationId xmlns:a16="http://schemas.microsoft.com/office/drawing/2014/main" id="{D27CA67E-0691-C2AE-B76E-33793D360A57}"/>
                      </a:ext>
                    </a:extLst>
                  </p:cNvPr>
                  <p:cNvSpPr txBox="1"/>
                  <p:nvPr/>
                </p:nvSpPr>
                <p:spPr>
                  <a:xfrm>
                    <a:off x="5844686" y="6082863"/>
                    <a:ext cx="1374735"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r>
                            <a:rPr lang="en-US" altLang="zh-TW" sz="2400" i="1">
                              <a:solidFill>
                                <a:prstClr val="black"/>
                              </a:solidFill>
                              <a:latin typeface="Cambria Math" panose="02040503050406030204" pitchFamily="18" charset="0"/>
                            </a:rPr>
                            <m:t>=0.01</m:t>
                          </m:r>
                          <m:r>
                            <a:rPr lang="en-US" altLang="zh-TW" sz="2400" i="1">
                              <a:solidFill>
                                <a:prstClr val="black"/>
                              </a:solidFill>
                              <a:latin typeface="Cambria Math" panose="02040503050406030204" pitchFamily="18" charset="0"/>
                            </a:rPr>
                            <m:t>𝑧</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14" name="文字方塊 13"/>
                  <p:cNvSpPr txBox="1">
                    <a:spLocks noRot="1" noChangeAspect="1" noMove="1" noResize="1" noEditPoints="1" noAdjustHandles="1" noChangeArrowheads="1" noChangeShapeType="1" noTextEdit="1"/>
                  </p:cNvSpPr>
                  <p:nvPr/>
                </p:nvSpPr>
                <p:spPr>
                  <a:xfrm>
                    <a:off x="5844686" y="6082863"/>
                    <a:ext cx="1374735" cy="369332"/>
                  </a:xfrm>
                  <a:prstGeom prst="rect">
                    <a:avLst/>
                  </a:prstGeom>
                  <a:blipFill rotWithShape="0">
                    <a:blip r:embed="rId22"/>
                    <a:stretch>
                      <a:fillRect l="-2212" r="-2655" b="-6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 name="文字方塊 5">
                  <a:extLst>
                    <a:ext uri="{FF2B5EF4-FFF2-40B4-BE49-F238E27FC236}">
                      <a16:creationId xmlns:a16="http://schemas.microsoft.com/office/drawing/2014/main" id="{7E5C0143-EAD0-8DF1-37E2-194FA916F3F9}"/>
                    </a:ext>
                  </a:extLst>
                </p:cNvPr>
                <p:cNvSpPr txBox="1"/>
                <p:nvPr/>
              </p:nvSpPr>
              <p:spPr>
                <a:xfrm>
                  <a:off x="7926576" y="417698"/>
                  <a:ext cx="1986441" cy="430887"/>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800" i="1">
                            <a:solidFill>
                              <a:prstClr val="black"/>
                            </a:solidFill>
                            <a:latin typeface="Cambria Math" panose="02040503050406030204" pitchFamily="18" charset="0"/>
                          </a:rPr>
                          <m:t>𝐿𝑒𝑎𝑘𝑦</m:t>
                        </m:r>
                        <m:r>
                          <a:rPr lang="en-US" altLang="zh-TW" sz="2800" i="1">
                            <a:solidFill>
                              <a:prstClr val="black"/>
                            </a:solidFill>
                            <a:latin typeface="Cambria Math" panose="02040503050406030204" pitchFamily="18" charset="0"/>
                          </a:rPr>
                          <m:t> </m:t>
                        </m:r>
                        <m:r>
                          <a:rPr lang="en-US" altLang="zh-TW" sz="2800" i="1">
                            <a:solidFill>
                              <a:prstClr val="black"/>
                            </a:solidFill>
                            <a:latin typeface="Cambria Math" panose="02040503050406030204" pitchFamily="18" charset="0"/>
                          </a:rPr>
                          <m:t>𝑅𝑒𝐿𝑈</m:t>
                        </m:r>
                      </m:oMath>
                    </m:oMathPara>
                  </a14:m>
                  <a:endParaRPr lang="zh-TW" altLang="en-US" sz="2800" dirty="0">
                    <a:solidFill>
                      <a:prstClr val="black"/>
                    </a:solidFill>
                    <a:latin typeface="Calibri" panose="020F0502020204030204"/>
                    <a:ea typeface="新細明體" panose="02020500000000000000" pitchFamily="18" charset="-120"/>
                  </a:endParaRPr>
                </a:p>
              </p:txBody>
            </p:sp>
          </mc:Choice>
          <mc:Fallback xmlns="">
            <p:sp>
              <p:nvSpPr>
                <p:cNvPr id="6" name="文字方塊 5"/>
                <p:cNvSpPr txBox="1">
                  <a:spLocks noRot="1" noChangeAspect="1" noMove="1" noResize="1" noEditPoints="1" noAdjustHandles="1" noChangeArrowheads="1" noChangeShapeType="1" noTextEdit="1"/>
                </p:cNvSpPr>
                <p:nvPr/>
              </p:nvSpPr>
              <p:spPr>
                <a:xfrm>
                  <a:off x="7926576" y="417698"/>
                  <a:ext cx="1986441" cy="430887"/>
                </a:xfrm>
                <a:prstGeom prst="rect">
                  <a:avLst/>
                </a:prstGeom>
                <a:blipFill rotWithShape="0">
                  <a:blip r:embed="rId23"/>
                  <a:stretch>
                    <a:fillRect/>
                  </a:stretch>
                </a:blipFill>
              </p:spPr>
              <p:txBody>
                <a:bodyPr/>
                <a:lstStyle/>
                <a:p>
                  <a:r>
                    <a:rPr lang="zh-TW" altLang="en-US">
                      <a:noFill/>
                    </a:rPr>
                    <a:t> </a:t>
                  </a:r>
                </a:p>
              </p:txBody>
            </p:sp>
          </mc:Fallback>
        </mc:AlternateContent>
      </p:grpSp>
      <p:grpSp>
        <p:nvGrpSpPr>
          <p:cNvPr id="15" name="群組 14">
            <a:extLst>
              <a:ext uri="{FF2B5EF4-FFF2-40B4-BE49-F238E27FC236}">
                <a16:creationId xmlns:a16="http://schemas.microsoft.com/office/drawing/2014/main" id="{D29EE8F8-85C7-D69E-7864-3E61B7A43F8D}"/>
              </a:ext>
            </a:extLst>
          </p:cNvPr>
          <p:cNvGrpSpPr/>
          <p:nvPr/>
        </p:nvGrpSpPr>
        <p:grpSpPr>
          <a:xfrm>
            <a:off x="6449769" y="2168302"/>
            <a:ext cx="3053828" cy="3328700"/>
            <a:chOff x="7434636" y="356843"/>
            <a:chExt cx="3053828" cy="3328700"/>
          </a:xfrm>
        </p:grpSpPr>
        <p:grpSp>
          <p:nvGrpSpPr>
            <p:cNvPr id="16" name="群組 15">
              <a:extLst>
                <a:ext uri="{FF2B5EF4-FFF2-40B4-BE49-F238E27FC236}">
                  <a16:creationId xmlns:a16="http://schemas.microsoft.com/office/drawing/2014/main" id="{C32D16AC-5BC4-C0F4-4B79-BFFFB3257923}"/>
                </a:ext>
              </a:extLst>
            </p:cNvPr>
            <p:cNvGrpSpPr/>
            <p:nvPr/>
          </p:nvGrpSpPr>
          <p:grpSpPr>
            <a:xfrm>
              <a:off x="7434636" y="876180"/>
              <a:ext cx="2957943" cy="2809363"/>
              <a:chOff x="5952680" y="3815455"/>
              <a:chExt cx="2957943" cy="2809363"/>
            </a:xfrm>
          </p:grpSpPr>
          <p:cxnSp>
            <p:nvCxnSpPr>
              <p:cNvPr id="18" name="直線單箭頭接點 17">
                <a:extLst>
                  <a:ext uri="{FF2B5EF4-FFF2-40B4-BE49-F238E27FC236}">
                    <a16:creationId xmlns:a16="http://schemas.microsoft.com/office/drawing/2014/main" id="{58977C08-B66D-B8A2-B7B9-BAFEE5775A98}"/>
                  </a:ext>
                </a:extLst>
              </p:cNvPr>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a:extLst>
                  <a:ext uri="{FF2B5EF4-FFF2-40B4-BE49-F238E27FC236}">
                    <a16:creationId xmlns:a16="http://schemas.microsoft.com/office/drawing/2014/main" id="{5CC0F528-483C-5D51-61BF-47B997D4A037}"/>
                  </a:ext>
                </a:extLst>
              </p:cNvPr>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BB530F21-2858-79BE-D0D1-A27AFE57D418}"/>
                      </a:ext>
                    </a:extLst>
                  </p:cNvPr>
                  <p:cNvSpPr txBox="1"/>
                  <p:nvPr/>
                </p:nvSpPr>
                <p:spPr>
                  <a:xfrm>
                    <a:off x="8687357" y="5527718"/>
                    <a:ext cx="223266"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𝑧</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2" name="文字方塊 91"/>
                  <p:cNvSpPr txBox="1">
                    <a:spLocks noRot="1" noChangeAspect="1" noMove="1" noResize="1" noEditPoints="1" noAdjustHandles="1" noChangeArrowheads="1" noChangeShapeType="1" noTextEdit="1"/>
                  </p:cNvSpPr>
                  <p:nvPr/>
                </p:nvSpPr>
                <p:spPr>
                  <a:xfrm>
                    <a:off x="8687357" y="5527718"/>
                    <a:ext cx="223266" cy="369332"/>
                  </a:xfrm>
                  <a:prstGeom prst="rect">
                    <a:avLst/>
                  </a:prstGeom>
                  <a:blipFill rotWithShape="0">
                    <a:blip r:embed="rId19"/>
                    <a:stretch>
                      <a:fillRect l="-16216" r="-162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D436B390-6635-CD0E-BE69-B5449332AE8C}"/>
                      </a:ext>
                    </a:extLst>
                  </p:cNvPr>
                  <p:cNvSpPr txBox="1"/>
                  <p:nvPr/>
                </p:nvSpPr>
                <p:spPr>
                  <a:xfrm>
                    <a:off x="7313865" y="3815455"/>
                    <a:ext cx="247953"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3" name="文字方塊 92"/>
                  <p:cNvSpPr txBox="1">
                    <a:spLocks noRot="1" noChangeAspect="1" noMove="1" noResize="1" noEditPoints="1" noAdjustHandles="1" noChangeArrowheads="1" noChangeShapeType="1" noTextEdit="1"/>
                  </p:cNvSpPr>
                  <p:nvPr/>
                </p:nvSpPr>
                <p:spPr>
                  <a:xfrm>
                    <a:off x="7313865" y="3815455"/>
                    <a:ext cx="247953" cy="369332"/>
                  </a:xfrm>
                  <a:prstGeom prst="rect">
                    <a:avLst/>
                  </a:prstGeom>
                  <a:blipFill rotWithShape="0">
                    <a:blip r:embed="rId20"/>
                    <a:stretch>
                      <a:fillRect l="-17500" r="-15000"/>
                    </a:stretch>
                  </a:blipFill>
                </p:spPr>
                <p:txBody>
                  <a:bodyPr/>
                  <a:lstStyle/>
                  <a:p>
                    <a:r>
                      <a:rPr lang="zh-TW" altLang="en-US">
                        <a:noFill/>
                      </a:rPr>
                      <a:t> </a:t>
                    </a:r>
                  </a:p>
                </p:txBody>
              </p:sp>
            </mc:Fallback>
          </mc:AlternateContent>
          <p:cxnSp>
            <p:nvCxnSpPr>
              <p:cNvPr id="22" name="直線接點 21">
                <a:extLst>
                  <a:ext uri="{FF2B5EF4-FFF2-40B4-BE49-F238E27FC236}">
                    <a16:creationId xmlns:a16="http://schemas.microsoft.com/office/drawing/2014/main" id="{300BCFE8-213B-6282-8667-BA2A0223640D}"/>
                  </a:ext>
                </a:extLst>
              </p:cNvPr>
              <p:cNvCxnSpPr/>
              <p:nvPr/>
            </p:nvCxnSpPr>
            <p:spPr>
              <a:xfrm flipV="1">
                <a:off x="6200673" y="5708803"/>
                <a:ext cx="1265453" cy="333850"/>
              </a:xfrm>
              <a:prstGeom prst="line">
                <a:avLst/>
              </a:prstGeom>
              <a:ln w="76200">
                <a:solidFill>
                  <a:srgbClr val="00B050"/>
                </a:solidFill>
              </a:ln>
            </p:spPr>
            <p:style>
              <a:lnRef idx="3">
                <a:schemeClr val="accent5"/>
              </a:lnRef>
              <a:fillRef idx="0">
                <a:schemeClr val="accent5"/>
              </a:fillRef>
              <a:effectRef idx="2">
                <a:schemeClr val="accent5"/>
              </a:effectRef>
              <a:fontRef idx="minor">
                <a:schemeClr val="tx1"/>
              </a:fontRef>
            </p:style>
          </p:cxnSp>
          <p:cxnSp>
            <p:nvCxnSpPr>
              <p:cNvPr id="23" name="直線接點 22">
                <a:extLst>
                  <a:ext uri="{FF2B5EF4-FFF2-40B4-BE49-F238E27FC236}">
                    <a16:creationId xmlns:a16="http://schemas.microsoft.com/office/drawing/2014/main" id="{827B1545-7D61-E345-DE04-0A9D219CB862}"/>
                  </a:ext>
                </a:extLst>
              </p:cNvPr>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文字方塊 23">
                    <a:extLst>
                      <a:ext uri="{FF2B5EF4-FFF2-40B4-BE49-F238E27FC236}">
                        <a16:creationId xmlns:a16="http://schemas.microsoft.com/office/drawing/2014/main" id="{B043E9AC-5B40-3E03-5845-497224416DA8}"/>
                      </a:ext>
                    </a:extLst>
                  </p:cNvPr>
                  <p:cNvSpPr txBox="1"/>
                  <p:nvPr/>
                </p:nvSpPr>
                <p:spPr>
                  <a:xfrm>
                    <a:off x="7985942" y="4252893"/>
                    <a:ext cx="802464"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r>
                            <a:rPr lang="en-US" altLang="zh-TW" sz="2400" i="1">
                              <a:solidFill>
                                <a:prstClr val="black"/>
                              </a:solidFill>
                              <a:latin typeface="Cambria Math" panose="02040503050406030204" pitchFamily="18" charset="0"/>
                            </a:rPr>
                            <m:t>=</m:t>
                          </m:r>
                          <m:r>
                            <a:rPr lang="en-US" altLang="zh-TW" sz="2400" i="1">
                              <a:solidFill>
                                <a:prstClr val="black"/>
                              </a:solidFill>
                              <a:latin typeface="Cambria Math" panose="02040503050406030204" pitchFamily="18" charset="0"/>
                            </a:rPr>
                            <m:t>𝑧</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98" name="文字方塊 97"/>
                  <p:cNvSpPr txBox="1">
                    <a:spLocks noRot="1" noChangeAspect="1" noMove="1" noResize="1" noEditPoints="1" noAdjustHandles="1" noChangeArrowheads="1" noChangeShapeType="1" noTextEdit="1"/>
                  </p:cNvSpPr>
                  <p:nvPr/>
                </p:nvSpPr>
                <p:spPr>
                  <a:xfrm>
                    <a:off x="7985942" y="4252893"/>
                    <a:ext cx="802464" cy="369332"/>
                  </a:xfrm>
                  <a:prstGeom prst="rect">
                    <a:avLst/>
                  </a:prstGeom>
                  <a:blipFill rotWithShape="0">
                    <a:blip r:embed="rId21"/>
                    <a:stretch>
                      <a:fillRect l="-4545" r="-37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a:extLst>
                      <a:ext uri="{FF2B5EF4-FFF2-40B4-BE49-F238E27FC236}">
                        <a16:creationId xmlns:a16="http://schemas.microsoft.com/office/drawing/2014/main" id="{90B79635-7FAC-9117-5384-8657DDCE3307}"/>
                      </a:ext>
                    </a:extLst>
                  </p:cNvPr>
                  <p:cNvSpPr txBox="1"/>
                  <p:nvPr/>
                </p:nvSpPr>
                <p:spPr>
                  <a:xfrm>
                    <a:off x="5952680" y="6055863"/>
                    <a:ext cx="986809" cy="369332"/>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black"/>
                              </a:solidFill>
                              <a:latin typeface="Cambria Math" panose="02040503050406030204" pitchFamily="18" charset="0"/>
                            </a:rPr>
                            <m:t>𝑎</m:t>
                          </m:r>
                          <m:r>
                            <a:rPr lang="en-US" altLang="zh-TW" sz="2400" i="1">
                              <a:solidFill>
                                <a:prstClr val="black"/>
                              </a:solidFill>
                              <a:latin typeface="Cambria Math" panose="02040503050406030204" pitchFamily="18" charset="0"/>
                            </a:rPr>
                            <m:t>=</m:t>
                          </m:r>
                          <m:r>
                            <a:rPr lang="zh-TW" altLang="en-US" sz="2400" i="1">
                              <a:solidFill>
                                <a:prstClr val="black"/>
                              </a:solidFill>
                              <a:latin typeface="Cambria Math" panose="02040503050406030204" pitchFamily="18" charset="0"/>
                            </a:rPr>
                            <m:t>𝛼</m:t>
                          </m:r>
                          <m:r>
                            <a:rPr lang="en-US" altLang="zh-TW" sz="2400" i="1">
                              <a:solidFill>
                                <a:prstClr val="black"/>
                              </a:solidFill>
                              <a:latin typeface="Cambria Math" panose="02040503050406030204" pitchFamily="18" charset="0"/>
                            </a:rPr>
                            <m:t>𝑧</m:t>
                          </m:r>
                        </m:oMath>
                      </m:oMathPara>
                    </a14:m>
                    <a:endParaRPr lang="zh-TW" altLang="en-US" sz="2400" dirty="0">
                      <a:solidFill>
                        <a:prstClr val="black"/>
                      </a:solidFill>
                      <a:latin typeface="Calibri" panose="020F0502020204030204"/>
                      <a:ea typeface="新細明體" panose="02020500000000000000" pitchFamily="18" charset="-120"/>
                    </a:endParaRPr>
                  </a:p>
                </p:txBody>
              </p:sp>
            </mc:Choice>
            <mc:Fallback xmlns="">
              <p:sp>
                <p:nvSpPr>
                  <p:cNvPr id="25" name="文字方塊 24"/>
                  <p:cNvSpPr txBox="1">
                    <a:spLocks noRot="1" noChangeAspect="1" noMove="1" noResize="1" noEditPoints="1" noAdjustHandles="1" noChangeArrowheads="1" noChangeShapeType="1" noTextEdit="1"/>
                  </p:cNvSpPr>
                  <p:nvPr/>
                </p:nvSpPr>
                <p:spPr>
                  <a:xfrm>
                    <a:off x="5952680" y="6055863"/>
                    <a:ext cx="986809" cy="369332"/>
                  </a:xfrm>
                  <a:prstGeom prst="rect">
                    <a:avLst/>
                  </a:prstGeom>
                  <a:blipFill rotWithShape="0">
                    <a:blip r:embed="rId24"/>
                    <a:stretch>
                      <a:fillRect l="-3704" r="-3086"/>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7" name="文字方塊 16">
                  <a:extLst>
                    <a:ext uri="{FF2B5EF4-FFF2-40B4-BE49-F238E27FC236}">
                      <a16:creationId xmlns:a16="http://schemas.microsoft.com/office/drawing/2014/main" id="{F902A1D5-9F46-7193-D83F-FFC6A4182747}"/>
                    </a:ext>
                  </a:extLst>
                </p:cNvPr>
                <p:cNvSpPr txBox="1"/>
                <p:nvPr/>
              </p:nvSpPr>
              <p:spPr>
                <a:xfrm>
                  <a:off x="7599083" y="356843"/>
                  <a:ext cx="2889381" cy="430887"/>
                </a:xfrm>
                <a:prstGeom prst="rect">
                  <a:avLst/>
                </a:prstGeom>
                <a:noFill/>
              </p:spPr>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800" i="1">
                            <a:solidFill>
                              <a:prstClr val="black"/>
                            </a:solidFill>
                            <a:latin typeface="Cambria Math" panose="02040503050406030204" pitchFamily="18" charset="0"/>
                          </a:rPr>
                          <m:t>𝑃𝑎𝑟𝑎𝑚𝑒𝑡𝑟𝑖𝑐</m:t>
                        </m:r>
                        <m:r>
                          <a:rPr lang="en-US" altLang="zh-TW" sz="2800" i="1">
                            <a:solidFill>
                              <a:prstClr val="black"/>
                            </a:solidFill>
                            <a:latin typeface="Cambria Math" panose="02040503050406030204" pitchFamily="18" charset="0"/>
                          </a:rPr>
                          <m:t> </m:t>
                        </m:r>
                        <m:r>
                          <a:rPr lang="en-US" altLang="zh-TW" sz="2800" i="1">
                            <a:solidFill>
                              <a:prstClr val="black"/>
                            </a:solidFill>
                            <a:latin typeface="Cambria Math" panose="02040503050406030204" pitchFamily="18" charset="0"/>
                          </a:rPr>
                          <m:t>𝑅𝑒𝐿𝑈</m:t>
                        </m:r>
                      </m:oMath>
                    </m:oMathPara>
                  </a14:m>
                  <a:endParaRPr lang="zh-TW" altLang="en-US" sz="2800" dirty="0">
                    <a:solidFill>
                      <a:prstClr val="black"/>
                    </a:solidFill>
                    <a:latin typeface="Calibri" panose="020F0502020204030204"/>
                    <a:ea typeface="新細明體" panose="02020500000000000000" pitchFamily="18" charset="-120"/>
                  </a:endParaRPr>
                </a:p>
              </p:txBody>
            </p:sp>
          </mc:Choice>
          <mc:Fallback xmlns="">
            <p:sp>
              <p:nvSpPr>
                <p:cNvPr id="17" name="文字方塊 16"/>
                <p:cNvSpPr txBox="1">
                  <a:spLocks noRot="1" noChangeAspect="1" noMove="1" noResize="1" noEditPoints="1" noAdjustHandles="1" noChangeArrowheads="1" noChangeShapeType="1" noTextEdit="1"/>
                </p:cNvSpPr>
                <p:nvPr/>
              </p:nvSpPr>
              <p:spPr>
                <a:xfrm>
                  <a:off x="7599083" y="356843"/>
                  <a:ext cx="2889381" cy="430887"/>
                </a:xfrm>
                <a:prstGeom prst="rect">
                  <a:avLst/>
                </a:prstGeom>
                <a:blipFill rotWithShape="0">
                  <a:blip r:embed="rId25"/>
                  <a:stretch>
                    <a:fillRect/>
                  </a:stretch>
                </a:blipFill>
              </p:spPr>
              <p:txBody>
                <a:bodyPr/>
                <a:lstStyle/>
                <a:p>
                  <a:r>
                    <a:rPr lang="zh-TW" altLang="en-US">
                      <a:noFill/>
                    </a:rPr>
                    <a:t> </a:t>
                  </a:r>
                </a:p>
              </p:txBody>
            </p:sp>
          </mc:Fallback>
        </mc:AlternateContent>
      </p:grpSp>
      <p:sp>
        <p:nvSpPr>
          <p:cNvPr id="26" name="文字方塊 25">
            <a:extLst>
              <a:ext uri="{FF2B5EF4-FFF2-40B4-BE49-F238E27FC236}">
                <a16:creationId xmlns:a16="http://schemas.microsoft.com/office/drawing/2014/main" id="{D1443D95-20B2-6C82-19DC-A7D57463C303}"/>
              </a:ext>
            </a:extLst>
          </p:cNvPr>
          <p:cNvSpPr txBox="1"/>
          <p:nvPr/>
        </p:nvSpPr>
        <p:spPr>
          <a:xfrm>
            <a:off x="6109071" y="5753862"/>
            <a:ext cx="4408001" cy="461665"/>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defRPr/>
            </a:pPr>
            <a:r>
              <a:rPr lang="el-GR" altLang="zh-TW" sz="2400" dirty="0">
                <a:solidFill>
                  <a:prstClr val="white"/>
                </a:solidFill>
                <a:latin typeface="+mn-ea"/>
              </a:rPr>
              <a:t>α</a:t>
            </a:r>
            <a:r>
              <a:rPr lang="en-US" altLang="zh-TW" sz="2400" dirty="0">
                <a:solidFill>
                  <a:prstClr val="white"/>
                </a:solidFill>
                <a:latin typeface="+mn-ea"/>
              </a:rPr>
              <a:t> </a:t>
            </a:r>
            <a:r>
              <a:rPr lang="zh-TW" altLang="en-US" sz="2400" dirty="0">
                <a:solidFill>
                  <a:prstClr val="white"/>
                </a:solidFill>
                <a:latin typeface="+mn-ea"/>
              </a:rPr>
              <a:t>也是由梯度下降法学习得到</a:t>
            </a:r>
          </a:p>
        </p:txBody>
      </p:sp>
      <p:sp>
        <p:nvSpPr>
          <p:cNvPr id="27" name="文本框 3">
            <a:extLst>
              <a:ext uri="{FF2B5EF4-FFF2-40B4-BE49-F238E27FC236}">
                <a16:creationId xmlns:a16="http://schemas.microsoft.com/office/drawing/2014/main" id="{6C13E201-D87B-D4A8-832B-7CA5CDC01234}"/>
              </a:ext>
            </a:extLst>
          </p:cNvPr>
          <p:cNvSpPr txBox="1"/>
          <p:nvPr/>
        </p:nvSpPr>
        <p:spPr>
          <a:xfrm>
            <a:off x="941412" y="962189"/>
            <a:ext cx="9401810" cy="580352"/>
          </a:xfrm>
          <a:prstGeom prst="rect">
            <a:avLst/>
          </a:prstGeom>
          <a:noFill/>
        </p:spPr>
        <p:txBody>
          <a:bodyPr wrap="square" rtlCol="0" anchor="t">
            <a:spAutoFit/>
          </a:bodyPr>
          <a:lstStyle/>
          <a:p>
            <a:pPr marL="342900" indent="-342900">
              <a:lnSpc>
                <a:spcPct val="150000"/>
              </a:lnSpc>
              <a:buFont typeface="Wingdings" pitchFamily="2" charset="2"/>
              <a:buChar char="Ø"/>
            </a:pPr>
            <a:r>
              <a:rPr lang="zh-CN" altLang="en-US" sz="2400" dirty="0"/>
              <a:t>其他</a:t>
            </a:r>
            <a:r>
              <a:rPr lang="en-US" altLang="zh-CN" sz="2400" dirty="0" err="1"/>
              <a:t>ReLU</a:t>
            </a:r>
            <a:r>
              <a:rPr lang="zh-CN" altLang="en-US" sz="2400" dirty="0"/>
              <a:t>函数：</a:t>
            </a:r>
          </a:p>
        </p:txBody>
      </p:sp>
      <p:sp>
        <p:nvSpPr>
          <p:cNvPr id="28" name="灯片编号占位符 27"/>
          <p:cNvSpPr>
            <a:spLocks noGrp="1"/>
          </p:cNvSpPr>
          <p:nvPr>
            <p:ph type="sldNum" sz="quarter" idx="14"/>
          </p:nvPr>
        </p:nvSpPr>
        <p:spPr/>
        <p:txBody>
          <a:bodyPr/>
          <a:lstStyle/>
          <a:p>
            <a:fld id="{AF69888C-E133-43D9-A638-B5C95925B91C}" type="slidenum">
              <a:rPr lang="zh-CN" altLang="en-US" smtClean="0"/>
              <a:t>47</a:t>
            </a:fld>
            <a:endParaRPr lang="zh-CN" altLang="en-US" dirty="0"/>
          </a:p>
        </p:txBody>
      </p:sp>
    </p:spTree>
    <p:extLst>
      <p:ext uri="{BB962C8B-B14F-4D97-AF65-F5344CB8AC3E}">
        <p14:creationId xmlns:p14="http://schemas.microsoft.com/office/powerpoint/2010/main" val="595401698"/>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752E49C0-DDF6-121C-0162-2A3E8E280C3B}"/>
              </a:ext>
            </a:extLst>
          </p:cNvPr>
          <p:cNvSpPr txBox="1"/>
          <p:nvPr/>
        </p:nvSpPr>
        <p:spPr>
          <a:xfrm>
            <a:off x="604531" y="9260"/>
            <a:ext cx="6096000" cy="905761"/>
          </a:xfrm>
          <a:prstGeom prst="rect">
            <a:avLst/>
          </a:prstGeom>
          <a:noFill/>
        </p:spPr>
        <p:txBody>
          <a:bodyPr wrap="square">
            <a:spAutoFit/>
          </a:bodyPr>
          <a:lstStyle/>
          <a:p>
            <a:pPr algn="l">
              <a:lnSpc>
                <a:spcPct val="150000"/>
              </a:lnSpc>
            </a:pPr>
            <a:r>
              <a:rPr lang="en-US" altLang="zh-CN" sz="4000" b="1" dirty="0">
                <a:sym typeface="+mn-ea"/>
              </a:rPr>
              <a:t>4</a:t>
            </a:r>
            <a:r>
              <a:rPr lang="zh-CN" altLang="en-US" sz="4000" b="1" dirty="0">
                <a:sym typeface="+mn-ea"/>
              </a:rPr>
              <a:t> 梯度消失</a:t>
            </a:r>
          </a:p>
        </p:txBody>
      </p:sp>
      <p:sp>
        <p:nvSpPr>
          <p:cNvPr id="2" name="矩形 141">
            <a:extLst>
              <a:ext uri="{FF2B5EF4-FFF2-40B4-BE49-F238E27FC236}">
                <a16:creationId xmlns:a16="http://schemas.microsoft.com/office/drawing/2014/main" id="{887A3FED-F78F-8E4C-C763-79898C9F3F2D}"/>
              </a:ext>
            </a:extLst>
          </p:cNvPr>
          <p:cNvSpPr/>
          <p:nvPr/>
        </p:nvSpPr>
        <p:spPr>
          <a:xfrm>
            <a:off x="7694640" y="2185872"/>
            <a:ext cx="450779" cy="3183199"/>
          </a:xfrm>
          <a:prstGeom prst="rect">
            <a:avLst/>
          </a:prstGeom>
          <a:solidFill>
            <a:schemeClr val="bg2"/>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4" name="橢圓 225">
            <a:extLst>
              <a:ext uri="{FF2B5EF4-FFF2-40B4-BE49-F238E27FC236}">
                <a16:creationId xmlns:a16="http://schemas.microsoft.com/office/drawing/2014/main" id="{D366347B-1E2D-EBB6-5482-7891EAAC89F2}"/>
              </a:ext>
            </a:extLst>
          </p:cNvPr>
          <p:cNvSpPr/>
          <p:nvPr/>
        </p:nvSpPr>
        <p:spPr>
          <a:xfrm>
            <a:off x="7575232" y="3924892"/>
            <a:ext cx="671512" cy="140719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5" name="橢圓 226">
            <a:extLst>
              <a:ext uri="{FF2B5EF4-FFF2-40B4-BE49-F238E27FC236}">
                <a16:creationId xmlns:a16="http://schemas.microsoft.com/office/drawing/2014/main" id="{339E0663-021E-171F-6E4E-62FCB7ACB4DE}"/>
              </a:ext>
            </a:extLst>
          </p:cNvPr>
          <p:cNvSpPr/>
          <p:nvPr/>
        </p:nvSpPr>
        <p:spPr>
          <a:xfrm>
            <a:off x="7566382" y="2159134"/>
            <a:ext cx="671512" cy="140719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6" name="矩形 139">
            <a:extLst>
              <a:ext uri="{FF2B5EF4-FFF2-40B4-BE49-F238E27FC236}">
                <a16:creationId xmlns:a16="http://schemas.microsoft.com/office/drawing/2014/main" id="{B03F7D21-F9DF-0E18-8288-D3792317480F}"/>
              </a:ext>
            </a:extLst>
          </p:cNvPr>
          <p:cNvSpPr/>
          <p:nvPr/>
        </p:nvSpPr>
        <p:spPr>
          <a:xfrm>
            <a:off x="3872446" y="2198628"/>
            <a:ext cx="450779" cy="3192928"/>
          </a:xfrm>
          <a:prstGeom prst="rect">
            <a:avLst/>
          </a:prstGeom>
          <a:solidFill>
            <a:schemeClr val="bg2"/>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7" name="橢圓 224">
            <a:extLst>
              <a:ext uri="{FF2B5EF4-FFF2-40B4-BE49-F238E27FC236}">
                <a16:creationId xmlns:a16="http://schemas.microsoft.com/office/drawing/2014/main" id="{95B70F31-3424-C530-1198-FEF28809DDB6}"/>
              </a:ext>
            </a:extLst>
          </p:cNvPr>
          <p:cNvSpPr/>
          <p:nvPr/>
        </p:nvSpPr>
        <p:spPr>
          <a:xfrm>
            <a:off x="3751032" y="3928972"/>
            <a:ext cx="671512" cy="140719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8" name="橢圓 223">
            <a:extLst>
              <a:ext uri="{FF2B5EF4-FFF2-40B4-BE49-F238E27FC236}">
                <a16:creationId xmlns:a16="http://schemas.microsoft.com/office/drawing/2014/main" id="{765C9955-6781-EBCD-4AC4-677309558030}"/>
              </a:ext>
            </a:extLst>
          </p:cNvPr>
          <p:cNvSpPr/>
          <p:nvPr/>
        </p:nvSpPr>
        <p:spPr>
          <a:xfrm>
            <a:off x="3742182" y="2163214"/>
            <a:ext cx="671512" cy="1407194"/>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9" name="矩形 142">
            <a:extLst>
              <a:ext uri="{FF2B5EF4-FFF2-40B4-BE49-F238E27FC236}">
                <a16:creationId xmlns:a16="http://schemas.microsoft.com/office/drawing/2014/main" id="{D50C8435-0A83-EDB1-37B9-76725158AA02}"/>
              </a:ext>
            </a:extLst>
          </p:cNvPr>
          <p:cNvSpPr/>
          <p:nvPr/>
        </p:nvSpPr>
        <p:spPr>
          <a:xfrm>
            <a:off x="9602581" y="2542721"/>
            <a:ext cx="450779" cy="2416621"/>
          </a:xfrm>
          <a:prstGeom prst="rect">
            <a:avLst/>
          </a:prstGeom>
          <a:solidFill>
            <a:schemeClr val="bg2"/>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0" name="矩形 140">
            <a:extLst>
              <a:ext uri="{FF2B5EF4-FFF2-40B4-BE49-F238E27FC236}">
                <a16:creationId xmlns:a16="http://schemas.microsoft.com/office/drawing/2014/main" id="{87DA6BF8-66CF-D86C-2FBA-334C024C3A82}"/>
              </a:ext>
            </a:extLst>
          </p:cNvPr>
          <p:cNvSpPr/>
          <p:nvPr/>
        </p:nvSpPr>
        <p:spPr>
          <a:xfrm>
            <a:off x="5782356" y="2533825"/>
            <a:ext cx="450779" cy="2426844"/>
          </a:xfrm>
          <a:prstGeom prst="rect">
            <a:avLst/>
          </a:prstGeom>
          <a:solidFill>
            <a:schemeClr val="bg2"/>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1" name="矩形 138">
            <a:extLst>
              <a:ext uri="{FF2B5EF4-FFF2-40B4-BE49-F238E27FC236}">
                <a16:creationId xmlns:a16="http://schemas.microsoft.com/office/drawing/2014/main" id="{25708C98-DDCE-5BC2-7117-0F36DEE3F520}"/>
              </a:ext>
            </a:extLst>
          </p:cNvPr>
          <p:cNvSpPr/>
          <p:nvPr/>
        </p:nvSpPr>
        <p:spPr>
          <a:xfrm>
            <a:off x="1782313" y="3038902"/>
            <a:ext cx="450779" cy="1477138"/>
          </a:xfrm>
          <a:prstGeom prst="rect">
            <a:avLst/>
          </a:prstGeom>
          <a:solidFill>
            <a:schemeClr val="bg2"/>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13" name="標題 1">
            <a:extLst>
              <a:ext uri="{FF2B5EF4-FFF2-40B4-BE49-F238E27FC236}">
                <a16:creationId xmlns:a16="http://schemas.microsoft.com/office/drawing/2014/main" id="{05D3C611-800C-4871-3E78-65AD3A0B2D3A}"/>
              </a:ext>
            </a:extLst>
          </p:cNvPr>
          <p:cNvSpPr txBox="1">
            <a:spLocks/>
          </p:cNvSpPr>
          <p:nvPr/>
        </p:nvSpPr>
        <p:spPr>
          <a:xfrm>
            <a:off x="752556" y="1051052"/>
            <a:ext cx="10516800" cy="1056000"/>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itchFamily="2" charset="2"/>
              <a:buChar char="Ø"/>
            </a:pPr>
            <a:r>
              <a:rPr lang="en-US" altLang="zh-TW" sz="2400" dirty="0" err="1"/>
              <a:t>Maxout</a:t>
            </a:r>
            <a:r>
              <a:rPr lang="zh-CN" altLang="en-US" sz="2400" dirty="0"/>
              <a:t>：网络自己学习激活函数 </a:t>
            </a:r>
            <a:r>
              <a:rPr lang="en-US" altLang="zh-TW" sz="2400" dirty="0">
                <a:solidFill>
                  <a:srgbClr val="0000FF"/>
                </a:solidFill>
              </a:rPr>
              <a:t>[Ian J. Goodfellow, ICML’13]</a:t>
            </a:r>
            <a:r>
              <a:rPr lang="en-US" altLang="zh-TW" sz="2400" dirty="0"/>
              <a:t> </a:t>
            </a:r>
            <a:endParaRPr lang="zh-TW" altLang="en-US" sz="2400" dirty="0"/>
          </a:p>
        </p:txBody>
      </p:sp>
      <p:sp>
        <p:nvSpPr>
          <p:cNvPr id="14" name="橢圓 7">
            <a:extLst>
              <a:ext uri="{FF2B5EF4-FFF2-40B4-BE49-F238E27FC236}">
                <a16:creationId xmlns:a16="http://schemas.microsoft.com/office/drawing/2014/main" id="{346FF88B-1F8B-FCD0-1181-44C7FC9EF927}"/>
              </a:ext>
            </a:extLst>
          </p:cNvPr>
          <p:cNvSpPr/>
          <p:nvPr/>
        </p:nvSpPr>
        <p:spPr>
          <a:xfrm>
            <a:off x="4774587" y="2601086"/>
            <a:ext cx="840932"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defRPr/>
            </a:pPr>
            <a:r>
              <a:rPr lang="en-US" altLang="zh-TW" dirty="0">
                <a:solidFill>
                  <a:prstClr val="black"/>
                </a:solidFill>
                <a:latin typeface="Calibri" panose="020F0502020204030204"/>
                <a:ea typeface="新細明體" panose="02020500000000000000" pitchFamily="18" charset="-120"/>
              </a:rPr>
              <a:t>Max</a:t>
            </a:r>
            <a:endParaRPr lang="zh-TW" altLang="en-US" dirty="0">
              <a:solidFill>
                <a:prstClr val="black"/>
              </a:solidFill>
              <a:latin typeface="Calibri" panose="020F0502020204030204"/>
              <a:ea typeface="新細明體" panose="02020500000000000000" pitchFamily="18" charset="-120"/>
            </a:endParaRPr>
          </a:p>
        </p:txBody>
      </p:sp>
      <p:grpSp>
        <p:nvGrpSpPr>
          <p:cNvPr id="15" name="群組 74">
            <a:extLst>
              <a:ext uri="{FF2B5EF4-FFF2-40B4-BE49-F238E27FC236}">
                <a16:creationId xmlns:a16="http://schemas.microsoft.com/office/drawing/2014/main" id="{6F0DA9D7-C950-5536-5DBE-A2C41277B4DD}"/>
              </a:ext>
            </a:extLst>
          </p:cNvPr>
          <p:cNvGrpSpPr/>
          <p:nvPr/>
        </p:nvGrpSpPr>
        <p:grpSpPr>
          <a:xfrm>
            <a:off x="1824587" y="3053617"/>
            <a:ext cx="342900" cy="461962"/>
            <a:chOff x="600453" y="3988847"/>
            <a:chExt cx="342900" cy="461962"/>
          </a:xfrm>
        </p:grpSpPr>
        <p:sp>
          <p:nvSpPr>
            <p:cNvPr id="16" name="矩形 29">
              <a:extLst>
                <a:ext uri="{FF2B5EF4-FFF2-40B4-BE49-F238E27FC236}">
                  <a16:creationId xmlns:a16="http://schemas.microsoft.com/office/drawing/2014/main" id="{6494B964-6F27-052F-4A34-8CBA6E71646D}"/>
                </a:ext>
              </a:extLst>
            </p:cNvPr>
            <p:cNvSpPr/>
            <p:nvPr/>
          </p:nvSpPr>
          <p:spPr>
            <a:xfrm>
              <a:off x="600453" y="4084097"/>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graphicFrame>
          <p:nvGraphicFramePr>
            <p:cNvPr id="17" name="Object 12">
              <a:extLst>
                <a:ext uri="{FF2B5EF4-FFF2-40B4-BE49-F238E27FC236}">
                  <a16:creationId xmlns:a16="http://schemas.microsoft.com/office/drawing/2014/main" id="{FE9BC813-0F51-156E-18F7-E9904D129F62}"/>
                </a:ext>
              </a:extLst>
            </p:cNvPr>
            <p:cNvGraphicFramePr>
              <a:graphicFrameLocks noChangeAspect="1"/>
            </p:cNvGraphicFramePr>
            <p:nvPr/>
          </p:nvGraphicFramePr>
          <p:xfrm>
            <a:off x="613152" y="3988847"/>
            <a:ext cx="325438" cy="461962"/>
          </p:xfrm>
          <a:graphic>
            <a:graphicData uri="http://schemas.openxmlformats.org/presentationml/2006/ole">
              <mc:AlternateContent xmlns:mc="http://schemas.openxmlformats.org/markup-compatibility/2006">
                <mc:Choice xmlns:v="urn:schemas-microsoft-com:vml" Requires="v">
                  <p:oleObj name="方程式" r:id="rId3" imgW="152280" imgH="215640" progId="Equation.3">
                    <p:embed/>
                  </p:oleObj>
                </mc:Choice>
                <mc:Fallback>
                  <p:oleObj name="方程式" r:id="rId3" imgW="152280" imgH="215640" progId="Equation.3">
                    <p:embed/>
                    <p:pic>
                      <p:nvPicPr>
                        <p:cNvPr id="17" name="Object 12">
                          <a:extLst>
                            <a:ext uri="{FF2B5EF4-FFF2-40B4-BE49-F238E27FC236}">
                              <a16:creationId xmlns:a16="http://schemas.microsoft.com/office/drawing/2014/main" id="{FE9BC813-0F51-156E-18F7-E9904D129F62}"/>
                            </a:ext>
                          </a:extLst>
                        </p:cNvPr>
                        <p:cNvPicPr>
                          <a:picLocks noChangeAspect="1" noChangeArrowheads="1"/>
                        </p:cNvPicPr>
                        <p:nvPr/>
                      </p:nvPicPr>
                      <p:blipFill>
                        <a:blip r:embed="rId4"/>
                        <a:srcRect/>
                        <a:stretch>
                          <a:fillRect/>
                        </a:stretch>
                      </p:blipFill>
                      <p:spPr bwMode="auto">
                        <a:xfrm>
                          <a:off x="613152" y="3988847"/>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8" name="群組 75">
            <a:extLst>
              <a:ext uri="{FF2B5EF4-FFF2-40B4-BE49-F238E27FC236}">
                <a16:creationId xmlns:a16="http://schemas.microsoft.com/office/drawing/2014/main" id="{6B102260-797F-4855-A6DB-4064DE1183BA}"/>
              </a:ext>
            </a:extLst>
          </p:cNvPr>
          <p:cNvGrpSpPr/>
          <p:nvPr/>
        </p:nvGrpSpPr>
        <p:grpSpPr>
          <a:xfrm>
            <a:off x="1826852" y="3903340"/>
            <a:ext cx="376238" cy="461963"/>
            <a:chOff x="594635" y="4571576"/>
            <a:chExt cx="376238" cy="461963"/>
          </a:xfrm>
        </p:grpSpPr>
        <p:sp>
          <p:nvSpPr>
            <p:cNvPr id="19" name="矩形 28">
              <a:extLst>
                <a:ext uri="{FF2B5EF4-FFF2-40B4-BE49-F238E27FC236}">
                  <a16:creationId xmlns:a16="http://schemas.microsoft.com/office/drawing/2014/main" id="{5C665069-8E03-B5AC-4C18-660BD6C98556}"/>
                </a:ext>
              </a:extLst>
            </p:cNvPr>
            <p:cNvSpPr/>
            <p:nvPr/>
          </p:nvSpPr>
          <p:spPr>
            <a:xfrm>
              <a:off x="594635" y="4654426"/>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graphicFrame>
          <p:nvGraphicFramePr>
            <p:cNvPr id="20" name="Object 12">
              <a:extLst>
                <a:ext uri="{FF2B5EF4-FFF2-40B4-BE49-F238E27FC236}">
                  <a16:creationId xmlns:a16="http://schemas.microsoft.com/office/drawing/2014/main" id="{1E10A4E3-12B4-5D55-47F5-2B6B8EFD7C2D}"/>
                </a:ext>
              </a:extLst>
            </p:cNvPr>
            <p:cNvGraphicFramePr>
              <a:graphicFrameLocks noChangeAspect="1"/>
            </p:cNvGraphicFramePr>
            <p:nvPr/>
          </p:nvGraphicFramePr>
          <p:xfrm>
            <a:off x="618448" y="4571576"/>
            <a:ext cx="352425" cy="461963"/>
          </p:xfrm>
          <a:graphic>
            <a:graphicData uri="http://schemas.openxmlformats.org/presentationml/2006/ole">
              <mc:AlternateContent xmlns:mc="http://schemas.openxmlformats.org/markup-compatibility/2006">
                <mc:Choice xmlns:v="urn:schemas-microsoft-com:vml" Requires="v">
                  <p:oleObj name="方程式" r:id="rId5" imgW="164880" imgH="215640" progId="Equation.3">
                    <p:embed/>
                  </p:oleObj>
                </mc:Choice>
                <mc:Fallback>
                  <p:oleObj name="方程式" r:id="rId5" imgW="164880" imgH="215640" progId="Equation.3">
                    <p:embed/>
                    <p:pic>
                      <p:nvPicPr>
                        <p:cNvPr id="20" name="Object 12">
                          <a:extLst>
                            <a:ext uri="{FF2B5EF4-FFF2-40B4-BE49-F238E27FC236}">
                              <a16:creationId xmlns:a16="http://schemas.microsoft.com/office/drawing/2014/main" id="{1E10A4E3-12B4-5D55-47F5-2B6B8EFD7C2D}"/>
                            </a:ext>
                          </a:extLst>
                        </p:cNvPr>
                        <p:cNvPicPr>
                          <a:picLocks noChangeAspect="1" noChangeArrowheads="1"/>
                        </p:cNvPicPr>
                        <p:nvPr/>
                      </p:nvPicPr>
                      <p:blipFill>
                        <a:blip r:embed="rId6"/>
                        <a:srcRect/>
                        <a:stretch>
                          <a:fillRect/>
                        </a:stretch>
                      </p:blipFill>
                      <p:spPr bwMode="auto">
                        <a:xfrm>
                          <a:off x="618448" y="4571576"/>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1" name="文字方塊 34">
            <a:extLst>
              <a:ext uri="{FF2B5EF4-FFF2-40B4-BE49-F238E27FC236}">
                <a16:creationId xmlns:a16="http://schemas.microsoft.com/office/drawing/2014/main" id="{A1DF7913-49D8-F0EE-F63D-119FC09CF580}"/>
              </a:ext>
            </a:extLst>
          </p:cNvPr>
          <p:cNvSpPr txBox="1"/>
          <p:nvPr/>
        </p:nvSpPr>
        <p:spPr>
          <a:xfrm>
            <a:off x="1439682" y="2399757"/>
            <a:ext cx="1134648" cy="461665"/>
          </a:xfrm>
          <a:prstGeom prst="rect">
            <a:avLst/>
          </a:prstGeom>
          <a:noFill/>
        </p:spPr>
        <p:txBody>
          <a:bodyPr wrap="square" rtlCol="0">
            <a:spAutoFit/>
          </a:bodyPr>
          <a:lstStyle/>
          <a:p>
            <a:pPr algn="ctr">
              <a:defRPr/>
            </a:pPr>
            <a:r>
              <a:rPr lang="en-US" altLang="zh-TW" sz="2400" dirty="0">
                <a:solidFill>
                  <a:prstClr val="black"/>
                </a:solidFill>
                <a:latin typeface="Calibri" panose="020F0502020204030204"/>
                <a:ea typeface="新細明體" panose="02020500000000000000" pitchFamily="18" charset="-120"/>
              </a:rPr>
              <a:t>Input</a:t>
            </a:r>
          </a:p>
        </p:txBody>
      </p:sp>
      <p:sp>
        <p:nvSpPr>
          <p:cNvPr id="22" name="橢圓 51">
            <a:extLst>
              <a:ext uri="{FF2B5EF4-FFF2-40B4-BE49-F238E27FC236}">
                <a16:creationId xmlns:a16="http://schemas.microsoft.com/office/drawing/2014/main" id="{A254DF6D-1DB3-17A3-0A15-5ECE1811F73E}"/>
              </a:ext>
            </a:extLst>
          </p:cNvPr>
          <p:cNvSpPr/>
          <p:nvPr/>
        </p:nvSpPr>
        <p:spPr>
          <a:xfrm>
            <a:off x="4782441" y="4427641"/>
            <a:ext cx="840932"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defRPr/>
            </a:pPr>
            <a:r>
              <a:rPr lang="en-US" altLang="zh-TW" dirty="0">
                <a:solidFill>
                  <a:prstClr val="black"/>
                </a:solidFill>
                <a:latin typeface="Calibri" panose="020F0502020204030204"/>
                <a:ea typeface="新細明體" panose="02020500000000000000" pitchFamily="18" charset="-120"/>
              </a:rPr>
              <a:t>Max</a:t>
            </a:r>
            <a:endParaRPr lang="zh-TW" altLang="en-US" dirty="0">
              <a:solidFill>
                <a:prstClr val="black"/>
              </a:solidFill>
              <a:latin typeface="Calibri" panose="020F0502020204030204"/>
              <a:ea typeface="新細明體" panose="02020500000000000000" pitchFamily="18" charset="-120"/>
            </a:endParaRPr>
          </a:p>
        </p:txBody>
      </p:sp>
      <p:grpSp>
        <p:nvGrpSpPr>
          <p:cNvPr id="23" name="群組 84">
            <a:extLst>
              <a:ext uri="{FF2B5EF4-FFF2-40B4-BE49-F238E27FC236}">
                <a16:creationId xmlns:a16="http://schemas.microsoft.com/office/drawing/2014/main" id="{FC05EEFB-203A-57B1-C1AC-4E715AD6EDAD}"/>
              </a:ext>
            </a:extLst>
          </p:cNvPr>
          <p:cNvGrpSpPr/>
          <p:nvPr/>
        </p:nvGrpSpPr>
        <p:grpSpPr>
          <a:xfrm>
            <a:off x="3272855" y="2197010"/>
            <a:ext cx="926032" cy="523220"/>
            <a:chOff x="3518823" y="2481252"/>
            <a:chExt cx="926032" cy="523220"/>
          </a:xfrm>
        </p:grpSpPr>
        <p:grpSp>
          <p:nvGrpSpPr>
            <p:cNvPr id="24" name="群組 35">
              <a:extLst>
                <a:ext uri="{FF2B5EF4-FFF2-40B4-BE49-F238E27FC236}">
                  <a16:creationId xmlns:a16="http://schemas.microsoft.com/office/drawing/2014/main" id="{185C723E-C35F-A362-3F34-BF059799A61F}"/>
                </a:ext>
              </a:extLst>
            </p:cNvPr>
            <p:cNvGrpSpPr/>
            <p:nvPr/>
          </p:nvGrpSpPr>
          <p:grpSpPr>
            <a:xfrm>
              <a:off x="3518823" y="2481252"/>
              <a:ext cx="311569" cy="523220"/>
              <a:chOff x="3518823" y="2481252"/>
              <a:chExt cx="311569" cy="523220"/>
            </a:xfrm>
          </p:grpSpPr>
          <p:sp>
            <p:nvSpPr>
              <p:cNvPr id="27" name="矩形 10">
                <a:extLst>
                  <a:ext uri="{FF2B5EF4-FFF2-40B4-BE49-F238E27FC236}">
                    <a16:creationId xmlns:a16="http://schemas.microsoft.com/office/drawing/2014/main" id="{F731282A-D1BE-A997-6627-B8AE1FC34216}"/>
                  </a:ext>
                </a:extLst>
              </p:cNvPr>
              <p:cNvSpPr/>
              <p:nvPr/>
            </p:nvSpPr>
            <p:spPr>
              <a:xfrm>
                <a:off x="3518823" y="2611915"/>
                <a:ext cx="287079" cy="28707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28" name="文字方塊 11">
                <a:extLst>
                  <a:ext uri="{FF2B5EF4-FFF2-40B4-BE49-F238E27FC236}">
                    <a16:creationId xmlns:a16="http://schemas.microsoft.com/office/drawing/2014/main" id="{69BE9C36-AD20-ED9E-A742-546E93461BE2}"/>
                  </a:ext>
                </a:extLst>
              </p:cNvPr>
              <p:cNvSpPr txBox="1"/>
              <p:nvPr/>
            </p:nvSpPr>
            <p:spPr>
              <a:xfrm>
                <a:off x="3530355" y="2481252"/>
                <a:ext cx="30003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mc:AlternateContent xmlns:mc="http://schemas.openxmlformats.org/markup-compatibility/2006" xmlns:a14="http://schemas.microsoft.com/office/drawing/2010/main">
          <mc:Choice Requires="a14">
            <p:sp>
              <p:nvSpPr>
                <p:cNvPr id="25" name="文字方塊 79">
                  <a:extLst>
                    <a:ext uri="{FF2B5EF4-FFF2-40B4-BE49-F238E27FC236}">
                      <a16:creationId xmlns:a16="http://schemas.microsoft.com/office/drawing/2014/main" id="{D11A07B9-21D3-19A1-0D0F-F503B4ABF3E8}"/>
                    </a:ext>
                  </a:extLst>
                </p:cNvPr>
                <p:cNvSpPr txBox="1"/>
                <p:nvPr/>
              </p:nvSpPr>
              <p:spPr>
                <a:xfrm>
                  <a:off x="4206008" y="2571873"/>
                  <a:ext cx="238847" cy="369332"/>
                </a:xfrm>
                <a:prstGeom prst="rect">
                  <a:avLst/>
                </a:prstGeom>
              </p:spPr>
              <p:style>
                <a:lnRef idx="0">
                  <a:schemeClr val="accent5"/>
                </a:lnRef>
                <a:fillRef idx="3">
                  <a:schemeClr val="accent5"/>
                </a:fillRef>
                <a:effectRef idx="3">
                  <a:schemeClr val="accent5"/>
                </a:effectRef>
                <a:fontRef idx="minor">
                  <a:schemeClr val="lt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white"/>
                            </a:solidFill>
                            <a:latin typeface="Cambria Math" panose="02040503050406030204" pitchFamily="18" charset="0"/>
                          </a:rPr>
                          <m:t>5</m:t>
                        </m:r>
                      </m:oMath>
                    </m:oMathPara>
                  </a14:m>
                  <a:endParaRPr lang="zh-TW" altLang="en-US" sz="2400" dirty="0">
                    <a:solidFill>
                      <a:prstClr val="white"/>
                    </a:solidFill>
                    <a:latin typeface="Calibri" panose="020F0502020204030204"/>
                    <a:ea typeface="新細明體" panose="02020500000000000000" pitchFamily="18" charset="-120"/>
                  </a:endParaRPr>
                </a:p>
              </p:txBody>
            </p:sp>
          </mc:Choice>
          <mc:Fallback xmlns="">
            <p:sp>
              <p:nvSpPr>
                <p:cNvPr id="80" name="文字方塊 79"/>
                <p:cNvSpPr txBox="1">
                  <a:spLocks noRot="1" noChangeAspect="1" noMove="1" noResize="1" noEditPoints="1" noAdjustHandles="1" noChangeArrowheads="1" noChangeShapeType="1" noTextEdit="1"/>
                </p:cNvSpPr>
                <p:nvPr/>
              </p:nvSpPr>
              <p:spPr>
                <a:xfrm>
                  <a:off x="4206008" y="2571873"/>
                  <a:ext cx="238847" cy="369332"/>
                </a:xfrm>
                <a:prstGeom prst="rect">
                  <a:avLst/>
                </a:prstGeom>
                <a:blipFill rotWithShape="0">
                  <a:blip r:embed="rId8"/>
                  <a:stretch>
                    <a:fillRect/>
                  </a:stretch>
                </a:blipFill>
              </p:spPr>
              <p:txBody>
                <a:bodyPr/>
                <a:lstStyle/>
                <a:p>
                  <a:r>
                    <a:rPr lang="zh-TW" altLang="en-US">
                      <a:noFill/>
                    </a:rPr>
                    <a:t> </a:t>
                  </a:r>
                </a:p>
              </p:txBody>
            </p:sp>
          </mc:Fallback>
        </mc:AlternateContent>
        <p:cxnSp>
          <p:nvCxnSpPr>
            <p:cNvPr id="26" name="直線單箭頭接點 82">
              <a:extLst>
                <a:ext uri="{FF2B5EF4-FFF2-40B4-BE49-F238E27FC236}">
                  <a16:creationId xmlns:a16="http://schemas.microsoft.com/office/drawing/2014/main" id="{EC34CBA8-1003-AC4F-84C3-974FDDC824B0}"/>
                </a:ext>
              </a:extLst>
            </p:cNvPr>
            <p:cNvCxnSpPr/>
            <p:nvPr/>
          </p:nvCxnSpPr>
          <p:spPr>
            <a:xfrm>
              <a:off x="3805902" y="2755454"/>
              <a:ext cx="3558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群組 85">
            <a:extLst>
              <a:ext uri="{FF2B5EF4-FFF2-40B4-BE49-F238E27FC236}">
                <a16:creationId xmlns:a16="http://schemas.microsoft.com/office/drawing/2014/main" id="{D160C797-073B-2410-E94D-F9548B53D064}"/>
              </a:ext>
            </a:extLst>
          </p:cNvPr>
          <p:cNvGrpSpPr/>
          <p:nvPr/>
        </p:nvGrpSpPr>
        <p:grpSpPr>
          <a:xfrm>
            <a:off x="3284388" y="3062991"/>
            <a:ext cx="926169" cy="523220"/>
            <a:chOff x="3518823" y="2481252"/>
            <a:chExt cx="926169" cy="523220"/>
          </a:xfrm>
        </p:grpSpPr>
        <p:grpSp>
          <p:nvGrpSpPr>
            <p:cNvPr id="30" name="群組 86">
              <a:extLst>
                <a:ext uri="{FF2B5EF4-FFF2-40B4-BE49-F238E27FC236}">
                  <a16:creationId xmlns:a16="http://schemas.microsoft.com/office/drawing/2014/main" id="{4AE53E89-0B70-F680-F18E-DB5EEBD70B33}"/>
                </a:ext>
              </a:extLst>
            </p:cNvPr>
            <p:cNvGrpSpPr/>
            <p:nvPr/>
          </p:nvGrpSpPr>
          <p:grpSpPr>
            <a:xfrm>
              <a:off x="3518823" y="2481252"/>
              <a:ext cx="311569" cy="523220"/>
              <a:chOff x="3518823" y="2481252"/>
              <a:chExt cx="311569" cy="523220"/>
            </a:xfrm>
          </p:grpSpPr>
          <p:sp>
            <p:nvSpPr>
              <p:cNvPr id="33" name="矩形 89">
                <a:extLst>
                  <a:ext uri="{FF2B5EF4-FFF2-40B4-BE49-F238E27FC236}">
                    <a16:creationId xmlns:a16="http://schemas.microsoft.com/office/drawing/2014/main" id="{9C61727C-3469-55C7-4677-C59CD9E4F110}"/>
                  </a:ext>
                </a:extLst>
              </p:cNvPr>
              <p:cNvSpPr/>
              <p:nvPr/>
            </p:nvSpPr>
            <p:spPr>
              <a:xfrm>
                <a:off x="3518823" y="2611915"/>
                <a:ext cx="287079" cy="28707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34" name="文字方塊 90">
                <a:extLst>
                  <a:ext uri="{FF2B5EF4-FFF2-40B4-BE49-F238E27FC236}">
                    <a16:creationId xmlns:a16="http://schemas.microsoft.com/office/drawing/2014/main" id="{D81C4E7F-D089-8B1B-2086-0CEEACB2FFC9}"/>
                  </a:ext>
                </a:extLst>
              </p:cNvPr>
              <p:cNvSpPr txBox="1"/>
              <p:nvPr/>
            </p:nvSpPr>
            <p:spPr>
              <a:xfrm>
                <a:off x="3530355" y="2481252"/>
                <a:ext cx="30003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mc:AlternateContent xmlns:mc="http://schemas.openxmlformats.org/markup-compatibility/2006" xmlns:a14="http://schemas.microsoft.com/office/drawing/2010/main">
          <mc:Choice Requires="a14">
            <p:sp>
              <p:nvSpPr>
                <p:cNvPr id="31" name="文字方塊 87">
                  <a:extLst>
                    <a:ext uri="{FF2B5EF4-FFF2-40B4-BE49-F238E27FC236}">
                      <a16:creationId xmlns:a16="http://schemas.microsoft.com/office/drawing/2014/main" id="{610F4DFA-8EEB-DC6E-C3A7-CF0E9A0553C8}"/>
                    </a:ext>
                  </a:extLst>
                </p:cNvPr>
                <p:cNvSpPr txBox="1"/>
                <p:nvPr/>
              </p:nvSpPr>
              <p:spPr>
                <a:xfrm>
                  <a:off x="4206145" y="2546534"/>
                  <a:ext cx="238847" cy="369332"/>
                </a:xfrm>
                <a:prstGeom prst="rect">
                  <a:avLst/>
                </a:prstGeom>
              </p:spPr>
              <p:style>
                <a:lnRef idx="0">
                  <a:schemeClr val="accent5"/>
                </a:lnRef>
                <a:fillRef idx="3">
                  <a:schemeClr val="accent5"/>
                </a:fillRef>
                <a:effectRef idx="3">
                  <a:schemeClr val="accent5"/>
                </a:effectRef>
                <a:fontRef idx="minor">
                  <a:schemeClr val="lt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white"/>
                            </a:solidFill>
                            <a:latin typeface="Cambria Math" panose="02040503050406030204" pitchFamily="18" charset="0"/>
                          </a:rPr>
                          <m:t>7</m:t>
                        </m:r>
                      </m:oMath>
                    </m:oMathPara>
                  </a14:m>
                  <a:endParaRPr lang="zh-TW" altLang="en-US" sz="2400" dirty="0">
                    <a:solidFill>
                      <a:prstClr val="white"/>
                    </a:solidFill>
                    <a:latin typeface="Calibri" panose="020F0502020204030204"/>
                    <a:ea typeface="新細明體" panose="02020500000000000000" pitchFamily="18" charset="-120"/>
                  </a:endParaRPr>
                </a:p>
              </p:txBody>
            </p:sp>
          </mc:Choice>
          <mc:Fallback xmlns="">
            <p:sp>
              <p:nvSpPr>
                <p:cNvPr id="88" name="文字方塊 87"/>
                <p:cNvSpPr txBox="1">
                  <a:spLocks noRot="1" noChangeAspect="1" noMove="1" noResize="1" noEditPoints="1" noAdjustHandles="1" noChangeArrowheads="1" noChangeShapeType="1" noTextEdit="1"/>
                </p:cNvSpPr>
                <p:nvPr/>
              </p:nvSpPr>
              <p:spPr>
                <a:xfrm>
                  <a:off x="4206145" y="2546534"/>
                  <a:ext cx="238847" cy="369332"/>
                </a:xfrm>
                <a:prstGeom prst="rect">
                  <a:avLst/>
                </a:prstGeom>
                <a:blipFill rotWithShape="0">
                  <a:blip r:embed="rId9"/>
                  <a:stretch>
                    <a:fillRect/>
                  </a:stretch>
                </a:blipFill>
              </p:spPr>
              <p:txBody>
                <a:bodyPr/>
                <a:lstStyle/>
                <a:p>
                  <a:r>
                    <a:rPr lang="zh-TW" altLang="en-US">
                      <a:noFill/>
                    </a:rPr>
                    <a:t> </a:t>
                  </a:r>
                </a:p>
              </p:txBody>
            </p:sp>
          </mc:Fallback>
        </mc:AlternateContent>
        <p:cxnSp>
          <p:nvCxnSpPr>
            <p:cNvPr id="32" name="直線單箭頭接點 88">
              <a:extLst>
                <a:ext uri="{FF2B5EF4-FFF2-40B4-BE49-F238E27FC236}">
                  <a16:creationId xmlns:a16="http://schemas.microsoft.com/office/drawing/2014/main" id="{A6EC7AFB-C98C-AE09-1F96-6C0A1FCF9931}"/>
                </a:ext>
              </a:extLst>
            </p:cNvPr>
            <p:cNvCxnSpPr/>
            <p:nvPr/>
          </p:nvCxnSpPr>
          <p:spPr>
            <a:xfrm>
              <a:off x="3805902" y="2755454"/>
              <a:ext cx="3558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5" name="群組 91">
            <a:extLst>
              <a:ext uri="{FF2B5EF4-FFF2-40B4-BE49-F238E27FC236}">
                <a16:creationId xmlns:a16="http://schemas.microsoft.com/office/drawing/2014/main" id="{7D555684-F8DD-8B6F-E25B-1E6B77089BAF}"/>
              </a:ext>
            </a:extLst>
          </p:cNvPr>
          <p:cNvGrpSpPr/>
          <p:nvPr/>
        </p:nvGrpSpPr>
        <p:grpSpPr>
          <a:xfrm>
            <a:off x="3283368" y="3928972"/>
            <a:ext cx="1155650" cy="523220"/>
            <a:chOff x="3518823" y="2481252"/>
            <a:chExt cx="1155650" cy="523220"/>
          </a:xfrm>
        </p:grpSpPr>
        <p:grpSp>
          <p:nvGrpSpPr>
            <p:cNvPr id="36" name="群組 92">
              <a:extLst>
                <a:ext uri="{FF2B5EF4-FFF2-40B4-BE49-F238E27FC236}">
                  <a16:creationId xmlns:a16="http://schemas.microsoft.com/office/drawing/2014/main" id="{2B6D2B0C-C9B0-78FF-AA76-BDD645B56E0E}"/>
                </a:ext>
              </a:extLst>
            </p:cNvPr>
            <p:cNvGrpSpPr/>
            <p:nvPr/>
          </p:nvGrpSpPr>
          <p:grpSpPr>
            <a:xfrm>
              <a:off x="3518823" y="2481252"/>
              <a:ext cx="311569" cy="523220"/>
              <a:chOff x="3518823" y="2481252"/>
              <a:chExt cx="311569" cy="523220"/>
            </a:xfrm>
          </p:grpSpPr>
          <p:sp>
            <p:nvSpPr>
              <p:cNvPr id="39" name="矩形 95">
                <a:extLst>
                  <a:ext uri="{FF2B5EF4-FFF2-40B4-BE49-F238E27FC236}">
                    <a16:creationId xmlns:a16="http://schemas.microsoft.com/office/drawing/2014/main" id="{0D1653D8-E6E7-3DE6-352B-938112DCA5B3}"/>
                  </a:ext>
                </a:extLst>
              </p:cNvPr>
              <p:cNvSpPr/>
              <p:nvPr/>
            </p:nvSpPr>
            <p:spPr>
              <a:xfrm>
                <a:off x="3518823" y="2611915"/>
                <a:ext cx="287079" cy="28707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40" name="文字方塊 96">
                <a:extLst>
                  <a:ext uri="{FF2B5EF4-FFF2-40B4-BE49-F238E27FC236}">
                    <a16:creationId xmlns:a16="http://schemas.microsoft.com/office/drawing/2014/main" id="{70401A22-0B6B-3892-5CD4-C6B791616F10}"/>
                  </a:ext>
                </a:extLst>
              </p:cNvPr>
              <p:cNvSpPr txBox="1"/>
              <p:nvPr/>
            </p:nvSpPr>
            <p:spPr>
              <a:xfrm>
                <a:off x="3530355" y="2481252"/>
                <a:ext cx="30003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p:cxnSp>
          <p:nvCxnSpPr>
            <p:cNvPr id="37" name="直線單箭頭接點 94">
              <a:extLst>
                <a:ext uri="{FF2B5EF4-FFF2-40B4-BE49-F238E27FC236}">
                  <a16:creationId xmlns:a16="http://schemas.microsoft.com/office/drawing/2014/main" id="{D6C24307-636E-DEBD-2071-79F994EA77DA}"/>
                </a:ext>
              </a:extLst>
            </p:cNvPr>
            <p:cNvCxnSpPr/>
            <p:nvPr/>
          </p:nvCxnSpPr>
          <p:spPr>
            <a:xfrm>
              <a:off x="3805902" y="2755454"/>
              <a:ext cx="3558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文字方塊 93">
                  <a:extLst>
                    <a:ext uri="{FF2B5EF4-FFF2-40B4-BE49-F238E27FC236}">
                      <a16:creationId xmlns:a16="http://schemas.microsoft.com/office/drawing/2014/main" id="{50C7F474-00D9-6264-953F-081D9319D408}"/>
                    </a:ext>
                  </a:extLst>
                </p:cNvPr>
                <p:cNvSpPr txBox="1"/>
                <p:nvPr/>
              </p:nvSpPr>
              <p:spPr>
                <a:xfrm>
                  <a:off x="4206396" y="2533432"/>
                  <a:ext cx="468077" cy="369332"/>
                </a:xfrm>
                <a:prstGeom prst="rect">
                  <a:avLst/>
                </a:prstGeom>
              </p:spPr>
              <p:style>
                <a:lnRef idx="0">
                  <a:schemeClr val="accent5"/>
                </a:lnRef>
                <a:fillRef idx="3">
                  <a:schemeClr val="accent5"/>
                </a:fillRef>
                <a:effectRef idx="3">
                  <a:schemeClr val="accent5"/>
                </a:effectRef>
                <a:fontRef idx="minor">
                  <a:schemeClr val="lt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white"/>
                            </a:solidFill>
                            <a:latin typeface="Cambria Math" panose="02040503050406030204" pitchFamily="18" charset="0"/>
                          </a:rPr>
                          <m:t>−1</m:t>
                        </m:r>
                      </m:oMath>
                    </m:oMathPara>
                  </a14:m>
                  <a:endParaRPr lang="zh-TW" altLang="en-US" sz="2400" dirty="0">
                    <a:solidFill>
                      <a:prstClr val="white"/>
                    </a:solidFill>
                    <a:latin typeface="Calibri" panose="020F0502020204030204"/>
                    <a:ea typeface="新細明體" panose="02020500000000000000" pitchFamily="18" charset="-120"/>
                  </a:endParaRPr>
                </a:p>
              </p:txBody>
            </p:sp>
          </mc:Choice>
          <mc:Fallback xmlns="">
            <p:sp>
              <p:nvSpPr>
                <p:cNvPr id="94" name="文字方塊 93"/>
                <p:cNvSpPr txBox="1">
                  <a:spLocks noRot="1" noChangeAspect="1" noMove="1" noResize="1" noEditPoints="1" noAdjustHandles="1" noChangeArrowheads="1" noChangeShapeType="1" noTextEdit="1"/>
                </p:cNvSpPr>
                <p:nvPr/>
              </p:nvSpPr>
              <p:spPr>
                <a:xfrm>
                  <a:off x="4206396" y="2533432"/>
                  <a:ext cx="468077" cy="369332"/>
                </a:xfrm>
                <a:prstGeom prst="rect">
                  <a:avLst/>
                </a:prstGeom>
                <a:blipFill rotWithShape="0">
                  <a:blip r:embed="rId10"/>
                  <a:stretch>
                    <a:fillRect/>
                  </a:stretch>
                </a:blipFill>
              </p:spPr>
              <p:txBody>
                <a:bodyPr/>
                <a:lstStyle/>
                <a:p>
                  <a:r>
                    <a:rPr lang="zh-TW" altLang="en-US">
                      <a:noFill/>
                    </a:rPr>
                    <a:t> </a:t>
                  </a:r>
                </a:p>
              </p:txBody>
            </p:sp>
          </mc:Fallback>
        </mc:AlternateContent>
      </p:grpSp>
      <p:grpSp>
        <p:nvGrpSpPr>
          <p:cNvPr id="41" name="群組 97">
            <a:extLst>
              <a:ext uri="{FF2B5EF4-FFF2-40B4-BE49-F238E27FC236}">
                <a16:creationId xmlns:a16="http://schemas.microsoft.com/office/drawing/2014/main" id="{8BE016C3-577D-6D7A-B216-9C917386100B}"/>
              </a:ext>
            </a:extLst>
          </p:cNvPr>
          <p:cNvGrpSpPr/>
          <p:nvPr/>
        </p:nvGrpSpPr>
        <p:grpSpPr>
          <a:xfrm>
            <a:off x="3281548" y="4871136"/>
            <a:ext cx="926032" cy="523220"/>
            <a:chOff x="3518823" y="2481252"/>
            <a:chExt cx="926032" cy="523220"/>
          </a:xfrm>
        </p:grpSpPr>
        <p:grpSp>
          <p:nvGrpSpPr>
            <p:cNvPr id="42" name="群組 98">
              <a:extLst>
                <a:ext uri="{FF2B5EF4-FFF2-40B4-BE49-F238E27FC236}">
                  <a16:creationId xmlns:a16="http://schemas.microsoft.com/office/drawing/2014/main" id="{FB10AECA-6DBB-A6BF-E608-C93019E2D21F}"/>
                </a:ext>
              </a:extLst>
            </p:cNvPr>
            <p:cNvGrpSpPr/>
            <p:nvPr/>
          </p:nvGrpSpPr>
          <p:grpSpPr>
            <a:xfrm>
              <a:off x="3518823" y="2481252"/>
              <a:ext cx="311569" cy="523220"/>
              <a:chOff x="3518823" y="2481252"/>
              <a:chExt cx="311569" cy="523220"/>
            </a:xfrm>
          </p:grpSpPr>
          <p:sp>
            <p:nvSpPr>
              <p:cNvPr id="45" name="矩形 101">
                <a:extLst>
                  <a:ext uri="{FF2B5EF4-FFF2-40B4-BE49-F238E27FC236}">
                    <a16:creationId xmlns:a16="http://schemas.microsoft.com/office/drawing/2014/main" id="{C7305BA9-15E0-342A-7209-5F36C41F943D}"/>
                  </a:ext>
                </a:extLst>
              </p:cNvPr>
              <p:cNvSpPr/>
              <p:nvPr/>
            </p:nvSpPr>
            <p:spPr>
              <a:xfrm>
                <a:off x="3518823" y="2611915"/>
                <a:ext cx="287079" cy="28707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46" name="文字方塊 102">
                <a:extLst>
                  <a:ext uri="{FF2B5EF4-FFF2-40B4-BE49-F238E27FC236}">
                    <a16:creationId xmlns:a16="http://schemas.microsoft.com/office/drawing/2014/main" id="{1413CF4A-C248-CBBA-DFAC-DD04C08E0FED}"/>
                  </a:ext>
                </a:extLst>
              </p:cNvPr>
              <p:cNvSpPr txBox="1"/>
              <p:nvPr/>
            </p:nvSpPr>
            <p:spPr>
              <a:xfrm>
                <a:off x="3530355" y="2481252"/>
                <a:ext cx="30003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mc:AlternateContent xmlns:mc="http://schemas.openxmlformats.org/markup-compatibility/2006" xmlns:a14="http://schemas.microsoft.com/office/drawing/2010/main">
          <mc:Choice Requires="a14">
            <p:sp>
              <p:nvSpPr>
                <p:cNvPr id="43" name="文字方塊 99">
                  <a:extLst>
                    <a:ext uri="{FF2B5EF4-FFF2-40B4-BE49-F238E27FC236}">
                      <a16:creationId xmlns:a16="http://schemas.microsoft.com/office/drawing/2014/main" id="{7998F994-6AAC-7B8D-BD41-4F43F57C3DD4}"/>
                    </a:ext>
                  </a:extLst>
                </p:cNvPr>
                <p:cNvSpPr txBox="1"/>
                <p:nvPr/>
              </p:nvSpPr>
              <p:spPr>
                <a:xfrm>
                  <a:off x="4206008" y="2545696"/>
                  <a:ext cx="238847" cy="369332"/>
                </a:xfrm>
                <a:prstGeom prst="rect">
                  <a:avLst/>
                </a:prstGeom>
              </p:spPr>
              <p:style>
                <a:lnRef idx="0">
                  <a:schemeClr val="accent5"/>
                </a:lnRef>
                <a:fillRef idx="3">
                  <a:schemeClr val="accent5"/>
                </a:fillRef>
                <a:effectRef idx="3">
                  <a:schemeClr val="accent5"/>
                </a:effectRef>
                <a:fontRef idx="minor">
                  <a:schemeClr val="lt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white"/>
                            </a:solidFill>
                            <a:latin typeface="Cambria Math" panose="02040503050406030204" pitchFamily="18" charset="0"/>
                          </a:rPr>
                          <m:t>1</m:t>
                        </m:r>
                      </m:oMath>
                    </m:oMathPara>
                  </a14:m>
                  <a:endParaRPr lang="zh-TW" altLang="en-US" sz="2400" dirty="0">
                    <a:solidFill>
                      <a:prstClr val="white"/>
                    </a:solidFill>
                    <a:latin typeface="Calibri" panose="020F0502020204030204"/>
                    <a:ea typeface="新細明體" panose="02020500000000000000" pitchFamily="18" charset="-120"/>
                  </a:endParaRPr>
                </a:p>
              </p:txBody>
            </p:sp>
          </mc:Choice>
          <mc:Fallback xmlns="">
            <p:sp>
              <p:nvSpPr>
                <p:cNvPr id="100" name="文字方塊 99"/>
                <p:cNvSpPr txBox="1">
                  <a:spLocks noRot="1" noChangeAspect="1" noMove="1" noResize="1" noEditPoints="1" noAdjustHandles="1" noChangeArrowheads="1" noChangeShapeType="1" noTextEdit="1"/>
                </p:cNvSpPr>
                <p:nvPr/>
              </p:nvSpPr>
              <p:spPr>
                <a:xfrm>
                  <a:off x="4206008" y="2545696"/>
                  <a:ext cx="238847" cy="369332"/>
                </a:xfrm>
                <a:prstGeom prst="rect">
                  <a:avLst/>
                </a:prstGeom>
                <a:blipFill rotWithShape="0">
                  <a:blip r:embed="rId11"/>
                  <a:stretch>
                    <a:fillRect/>
                  </a:stretch>
                </a:blipFill>
              </p:spPr>
              <p:txBody>
                <a:bodyPr/>
                <a:lstStyle/>
                <a:p>
                  <a:r>
                    <a:rPr lang="zh-TW" altLang="en-US">
                      <a:noFill/>
                    </a:rPr>
                    <a:t> </a:t>
                  </a:r>
                </a:p>
              </p:txBody>
            </p:sp>
          </mc:Fallback>
        </mc:AlternateContent>
        <p:cxnSp>
          <p:nvCxnSpPr>
            <p:cNvPr id="44" name="直線單箭頭接點 100">
              <a:extLst>
                <a:ext uri="{FF2B5EF4-FFF2-40B4-BE49-F238E27FC236}">
                  <a16:creationId xmlns:a16="http://schemas.microsoft.com/office/drawing/2014/main" id="{7F0FCCBE-6F79-621E-02F9-EA4E3CAFD97B}"/>
                </a:ext>
              </a:extLst>
            </p:cNvPr>
            <p:cNvCxnSpPr/>
            <p:nvPr/>
          </p:nvCxnSpPr>
          <p:spPr>
            <a:xfrm>
              <a:off x="3805902" y="2755454"/>
              <a:ext cx="3558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7" name="文字方塊 103">
                <a:extLst>
                  <a:ext uri="{FF2B5EF4-FFF2-40B4-BE49-F238E27FC236}">
                    <a16:creationId xmlns:a16="http://schemas.microsoft.com/office/drawing/2014/main" id="{CA002505-6DB5-B599-27C3-7FA241885242}"/>
                  </a:ext>
                </a:extLst>
              </p:cNvPr>
              <p:cNvSpPr txBox="1"/>
              <p:nvPr/>
            </p:nvSpPr>
            <p:spPr>
              <a:xfrm>
                <a:off x="5840439" y="2701735"/>
                <a:ext cx="238847" cy="369332"/>
              </a:xfrm>
              <a:prstGeom prst="rect">
                <a:avLst/>
              </a:prstGeom>
            </p:spPr>
            <p:style>
              <a:lnRef idx="0">
                <a:schemeClr val="accent5"/>
              </a:lnRef>
              <a:fillRef idx="3">
                <a:schemeClr val="accent5"/>
              </a:fillRef>
              <a:effectRef idx="3">
                <a:schemeClr val="accent5"/>
              </a:effectRef>
              <a:fontRef idx="minor">
                <a:schemeClr val="lt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white"/>
                          </a:solidFill>
                          <a:latin typeface="Cambria Math" panose="02040503050406030204" pitchFamily="18" charset="0"/>
                        </a:rPr>
                        <m:t>7</m:t>
                      </m:r>
                    </m:oMath>
                  </m:oMathPara>
                </a14:m>
                <a:endParaRPr lang="zh-TW" altLang="en-US" sz="2400" dirty="0">
                  <a:solidFill>
                    <a:prstClr val="white"/>
                  </a:solidFill>
                  <a:latin typeface="Calibri" panose="020F0502020204030204"/>
                  <a:ea typeface="新細明體" panose="02020500000000000000" pitchFamily="18" charset="-120"/>
                </a:endParaRPr>
              </a:p>
            </p:txBody>
          </p:sp>
        </mc:Choice>
        <mc:Fallback xmlns="">
          <p:sp>
            <p:nvSpPr>
              <p:cNvPr id="47" name="文字方塊 103">
                <a:extLst>
                  <a:ext uri="{FF2B5EF4-FFF2-40B4-BE49-F238E27FC236}">
                    <a16:creationId xmlns:a16="http://schemas.microsoft.com/office/drawing/2014/main" id="{CA002505-6DB5-B599-27C3-7FA241885242}"/>
                  </a:ext>
                </a:extLst>
              </p:cNvPr>
              <p:cNvSpPr txBox="1">
                <a:spLocks noRot="1" noChangeAspect="1" noMove="1" noResize="1" noEditPoints="1" noAdjustHandles="1" noChangeArrowheads="1" noChangeShapeType="1" noTextEdit="1"/>
              </p:cNvSpPr>
              <p:nvPr/>
            </p:nvSpPr>
            <p:spPr>
              <a:xfrm>
                <a:off x="5840439" y="2701735"/>
                <a:ext cx="238847"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字方塊 104">
                <a:extLst>
                  <a:ext uri="{FF2B5EF4-FFF2-40B4-BE49-F238E27FC236}">
                    <a16:creationId xmlns:a16="http://schemas.microsoft.com/office/drawing/2014/main" id="{70E05BD1-1AD5-2BBB-625D-A58B76E455A9}"/>
                  </a:ext>
                </a:extLst>
              </p:cNvPr>
              <p:cNvSpPr txBox="1"/>
              <p:nvPr/>
            </p:nvSpPr>
            <p:spPr>
              <a:xfrm>
                <a:off x="5827379" y="4512907"/>
                <a:ext cx="238847" cy="369332"/>
              </a:xfrm>
              <a:prstGeom prst="rect">
                <a:avLst/>
              </a:prstGeom>
            </p:spPr>
            <p:style>
              <a:lnRef idx="0">
                <a:schemeClr val="accent5"/>
              </a:lnRef>
              <a:fillRef idx="3">
                <a:schemeClr val="accent5"/>
              </a:fillRef>
              <a:effectRef idx="3">
                <a:schemeClr val="accent5"/>
              </a:effectRef>
              <a:fontRef idx="minor">
                <a:schemeClr val="lt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white"/>
                          </a:solidFill>
                          <a:latin typeface="Cambria Math" panose="02040503050406030204" pitchFamily="18" charset="0"/>
                        </a:rPr>
                        <m:t>1</m:t>
                      </m:r>
                    </m:oMath>
                  </m:oMathPara>
                </a14:m>
                <a:endParaRPr lang="zh-TW" altLang="en-US" sz="2400" dirty="0">
                  <a:solidFill>
                    <a:prstClr val="white"/>
                  </a:solidFill>
                  <a:latin typeface="Calibri" panose="020F0502020204030204"/>
                  <a:ea typeface="新細明體" panose="02020500000000000000" pitchFamily="18" charset="-120"/>
                </a:endParaRPr>
              </a:p>
            </p:txBody>
          </p:sp>
        </mc:Choice>
        <mc:Fallback xmlns="">
          <p:sp>
            <p:nvSpPr>
              <p:cNvPr id="48" name="文字方塊 104">
                <a:extLst>
                  <a:ext uri="{FF2B5EF4-FFF2-40B4-BE49-F238E27FC236}">
                    <a16:creationId xmlns:a16="http://schemas.microsoft.com/office/drawing/2014/main" id="{70E05BD1-1AD5-2BBB-625D-A58B76E455A9}"/>
                  </a:ext>
                </a:extLst>
              </p:cNvPr>
              <p:cNvSpPr txBox="1">
                <a:spLocks noRot="1" noChangeAspect="1" noMove="1" noResize="1" noEditPoints="1" noAdjustHandles="1" noChangeArrowheads="1" noChangeShapeType="1" noTextEdit="1"/>
              </p:cNvSpPr>
              <p:nvPr/>
            </p:nvSpPr>
            <p:spPr>
              <a:xfrm>
                <a:off x="5827379" y="4512907"/>
                <a:ext cx="238847" cy="369332"/>
              </a:xfrm>
              <a:prstGeom prst="rect">
                <a:avLst/>
              </a:prstGeom>
              <a:blipFill>
                <a:blip r:embed="rId13"/>
                <a:stretch>
                  <a:fillRect/>
                </a:stretch>
              </a:blipFill>
            </p:spPr>
            <p:txBody>
              <a:bodyPr/>
              <a:lstStyle/>
              <a:p>
                <a:r>
                  <a:rPr lang="zh-CN" altLang="en-US">
                    <a:noFill/>
                  </a:rPr>
                  <a:t> </a:t>
                </a:r>
              </a:p>
            </p:txBody>
          </p:sp>
        </mc:Fallback>
      </mc:AlternateContent>
      <p:sp>
        <p:nvSpPr>
          <p:cNvPr id="49" name="橢圓 105">
            <a:extLst>
              <a:ext uri="{FF2B5EF4-FFF2-40B4-BE49-F238E27FC236}">
                <a16:creationId xmlns:a16="http://schemas.microsoft.com/office/drawing/2014/main" id="{25A27C30-CE53-4FCF-B5FA-D69218705510}"/>
              </a:ext>
            </a:extLst>
          </p:cNvPr>
          <p:cNvSpPr/>
          <p:nvPr/>
        </p:nvSpPr>
        <p:spPr>
          <a:xfrm>
            <a:off x="8610936" y="2601086"/>
            <a:ext cx="840932"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r>
              <a:rPr lang="en-US" altLang="zh-TW" dirty="0">
                <a:solidFill>
                  <a:prstClr val="black"/>
                </a:solidFill>
                <a:latin typeface="Calibri" panose="020F0502020204030204"/>
                <a:ea typeface="新細明體" panose="02020500000000000000" pitchFamily="18" charset="-120"/>
              </a:rPr>
              <a:t>Max</a:t>
            </a:r>
            <a:endParaRPr lang="zh-TW" altLang="en-US" dirty="0">
              <a:solidFill>
                <a:prstClr val="black"/>
              </a:solidFill>
              <a:latin typeface="Calibri" panose="020F0502020204030204"/>
              <a:ea typeface="新細明體" panose="02020500000000000000" pitchFamily="18" charset="-120"/>
            </a:endParaRPr>
          </a:p>
        </p:txBody>
      </p:sp>
      <p:sp>
        <p:nvSpPr>
          <p:cNvPr id="50" name="橢圓 106">
            <a:extLst>
              <a:ext uri="{FF2B5EF4-FFF2-40B4-BE49-F238E27FC236}">
                <a16:creationId xmlns:a16="http://schemas.microsoft.com/office/drawing/2014/main" id="{167A2C0E-C505-C2D0-C0F1-07618DF2E51D}"/>
              </a:ext>
            </a:extLst>
          </p:cNvPr>
          <p:cNvSpPr/>
          <p:nvPr/>
        </p:nvSpPr>
        <p:spPr>
          <a:xfrm>
            <a:off x="8618790" y="4427641"/>
            <a:ext cx="840932"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defRPr/>
            </a:pPr>
            <a:r>
              <a:rPr lang="en-US" altLang="zh-TW" dirty="0">
                <a:solidFill>
                  <a:prstClr val="black"/>
                </a:solidFill>
                <a:latin typeface="Calibri" panose="020F0502020204030204"/>
                <a:ea typeface="新細明體" panose="02020500000000000000" pitchFamily="18" charset="-120"/>
              </a:rPr>
              <a:t>Max</a:t>
            </a:r>
            <a:endParaRPr lang="zh-TW" altLang="en-US" dirty="0">
              <a:solidFill>
                <a:prstClr val="black"/>
              </a:solidFill>
              <a:latin typeface="Calibri" panose="020F0502020204030204"/>
              <a:ea typeface="新細明體" panose="02020500000000000000" pitchFamily="18" charset="-120"/>
            </a:endParaRPr>
          </a:p>
        </p:txBody>
      </p:sp>
      <p:grpSp>
        <p:nvGrpSpPr>
          <p:cNvPr id="51" name="群組 107">
            <a:extLst>
              <a:ext uri="{FF2B5EF4-FFF2-40B4-BE49-F238E27FC236}">
                <a16:creationId xmlns:a16="http://schemas.microsoft.com/office/drawing/2014/main" id="{611C3360-C3F9-F4C7-FCD0-5B3CCD38302C}"/>
              </a:ext>
            </a:extLst>
          </p:cNvPr>
          <p:cNvGrpSpPr/>
          <p:nvPr/>
        </p:nvGrpSpPr>
        <p:grpSpPr>
          <a:xfrm>
            <a:off x="7109204" y="2197010"/>
            <a:ext cx="862776" cy="523220"/>
            <a:chOff x="3518823" y="2481252"/>
            <a:chExt cx="862776" cy="523220"/>
          </a:xfrm>
        </p:grpSpPr>
        <p:grpSp>
          <p:nvGrpSpPr>
            <p:cNvPr id="52" name="群組 108">
              <a:extLst>
                <a:ext uri="{FF2B5EF4-FFF2-40B4-BE49-F238E27FC236}">
                  <a16:creationId xmlns:a16="http://schemas.microsoft.com/office/drawing/2014/main" id="{D65A2F07-5CCB-F3F7-23B6-E8E809FF318A}"/>
                </a:ext>
              </a:extLst>
            </p:cNvPr>
            <p:cNvGrpSpPr/>
            <p:nvPr/>
          </p:nvGrpSpPr>
          <p:grpSpPr>
            <a:xfrm>
              <a:off x="3518823" y="2481252"/>
              <a:ext cx="311569" cy="523220"/>
              <a:chOff x="3518823" y="2481252"/>
              <a:chExt cx="311569" cy="523220"/>
            </a:xfrm>
          </p:grpSpPr>
          <p:sp>
            <p:nvSpPr>
              <p:cNvPr id="55" name="矩形 111">
                <a:extLst>
                  <a:ext uri="{FF2B5EF4-FFF2-40B4-BE49-F238E27FC236}">
                    <a16:creationId xmlns:a16="http://schemas.microsoft.com/office/drawing/2014/main" id="{7EA6ECDF-89A8-82F4-5AFE-675F5AF44BCB}"/>
                  </a:ext>
                </a:extLst>
              </p:cNvPr>
              <p:cNvSpPr/>
              <p:nvPr/>
            </p:nvSpPr>
            <p:spPr>
              <a:xfrm>
                <a:off x="3518823" y="2611915"/>
                <a:ext cx="287079" cy="28707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56" name="文字方塊 112">
                <a:extLst>
                  <a:ext uri="{FF2B5EF4-FFF2-40B4-BE49-F238E27FC236}">
                    <a16:creationId xmlns:a16="http://schemas.microsoft.com/office/drawing/2014/main" id="{F7A627A1-BA3D-C0A5-84D4-BBF874539985}"/>
                  </a:ext>
                </a:extLst>
              </p:cNvPr>
              <p:cNvSpPr txBox="1"/>
              <p:nvPr/>
            </p:nvSpPr>
            <p:spPr>
              <a:xfrm>
                <a:off x="3530355" y="2481252"/>
                <a:ext cx="30003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mc:AlternateContent xmlns:mc="http://schemas.openxmlformats.org/markup-compatibility/2006" xmlns:a14="http://schemas.microsoft.com/office/drawing/2010/main">
          <mc:Choice Requires="a14">
            <p:sp>
              <p:nvSpPr>
                <p:cNvPr id="53" name="文字方塊 109">
                  <a:extLst>
                    <a:ext uri="{FF2B5EF4-FFF2-40B4-BE49-F238E27FC236}">
                      <a16:creationId xmlns:a16="http://schemas.microsoft.com/office/drawing/2014/main" id="{034D9436-6AD4-D081-9ADB-69DA28F4F96B}"/>
                    </a:ext>
                  </a:extLst>
                </p:cNvPr>
                <p:cNvSpPr txBox="1"/>
                <p:nvPr/>
              </p:nvSpPr>
              <p:spPr>
                <a:xfrm>
                  <a:off x="4142752" y="2545696"/>
                  <a:ext cx="238847" cy="369332"/>
                </a:xfrm>
                <a:prstGeom prst="rect">
                  <a:avLst/>
                </a:prstGeom>
              </p:spPr>
              <p:style>
                <a:lnRef idx="3">
                  <a:schemeClr val="lt1"/>
                </a:lnRef>
                <a:fillRef idx="1">
                  <a:schemeClr val="accent5"/>
                </a:fillRef>
                <a:effectRef idx="1">
                  <a:schemeClr val="accent5"/>
                </a:effectRef>
                <a:fontRef idx="minor">
                  <a:schemeClr val="lt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white"/>
                            </a:solidFill>
                            <a:latin typeface="Cambria Math" panose="02040503050406030204" pitchFamily="18" charset="0"/>
                          </a:rPr>
                          <m:t>1</m:t>
                        </m:r>
                      </m:oMath>
                    </m:oMathPara>
                  </a14:m>
                  <a:endParaRPr lang="zh-TW" altLang="en-US" sz="2400" dirty="0">
                    <a:solidFill>
                      <a:prstClr val="white"/>
                    </a:solidFill>
                    <a:latin typeface="Calibri" panose="020F0502020204030204"/>
                    <a:ea typeface="新細明體" panose="02020500000000000000" pitchFamily="18" charset="-120"/>
                  </a:endParaRPr>
                </a:p>
              </p:txBody>
            </p:sp>
          </mc:Choice>
          <mc:Fallback xmlns="">
            <p:sp>
              <p:nvSpPr>
                <p:cNvPr id="110" name="文字方塊 109"/>
                <p:cNvSpPr txBox="1">
                  <a:spLocks noRot="1" noChangeAspect="1" noMove="1" noResize="1" noEditPoints="1" noAdjustHandles="1" noChangeArrowheads="1" noChangeShapeType="1" noTextEdit="1"/>
                </p:cNvSpPr>
                <p:nvPr/>
              </p:nvSpPr>
              <p:spPr>
                <a:xfrm>
                  <a:off x="4142752" y="2545696"/>
                  <a:ext cx="238847" cy="369332"/>
                </a:xfrm>
                <a:prstGeom prst="rect">
                  <a:avLst/>
                </a:prstGeom>
                <a:blipFill rotWithShape="0">
                  <a:blip r:embed="rId14"/>
                  <a:stretch>
                    <a:fillRect l="-23810" r="-26190" b="-3175"/>
                  </a:stretch>
                </a:blipFill>
              </p:spPr>
              <p:txBody>
                <a:bodyPr/>
                <a:lstStyle/>
                <a:p>
                  <a:r>
                    <a:rPr lang="zh-TW" altLang="en-US">
                      <a:noFill/>
                    </a:rPr>
                    <a:t> </a:t>
                  </a:r>
                </a:p>
              </p:txBody>
            </p:sp>
          </mc:Fallback>
        </mc:AlternateContent>
        <p:cxnSp>
          <p:nvCxnSpPr>
            <p:cNvPr id="54" name="直線單箭頭接點 110">
              <a:extLst>
                <a:ext uri="{FF2B5EF4-FFF2-40B4-BE49-F238E27FC236}">
                  <a16:creationId xmlns:a16="http://schemas.microsoft.com/office/drawing/2014/main" id="{BF7B8F05-337A-072A-E25B-B94EB317740E}"/>
                </a:ext>
              </a:extLst>
            </p:cNvPr>
            <p:cNvCxnSpPr/>
            <p:nvPr/>
          </p:nvCxnSpPr>
          <p:spPr>
            <a:xfrm>
              <a:off x="3805902" y="2755454"/>
              <a:ext cx="3558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群組 113">
            <a:extLst>
              <a:ext uri="{FF2B5EF4-FFF2-40B4-BE49-F238E27FC236}">
                <a16:creationId xmlns:a16="http://schemas.microsoft.com/office/drawing/2014/main" id="{54080D4D-F71E-827D-10D9-90034BA4CF95}"/>
              </a:ext>
            </a:extLst>
          </p:cNvPr>
          <p:cNvGrpSpPr/>
          <p:nvPr/>
        </p:nvGrpSpPr>
        <p:grpSpPr>
          <a:xfrm>
            <a:off x="7120736" y="3062991"/>
            <a:ext cx="862776" cy="523220"/>
            <a:chOff x="3518823" y="2481252"/>
            <a:chExt cx="862776" cy="523220"/>
          </a:xfrm>
        </p:grpSpPr>
        <p:grpSp>
          <p:nvGrpSpPr>
            <p:cNvPr id="58" name="群組 114">
              <a:extLst>
                <a:ext uri="{FF2B5EF4-FFF2-40B4-BE49-F238E27FC236}">
                  <a16:creationId xmlns:a16="http://schemas.microsoft.com/office/drawing/2014/main" id="{C664AFFA-A19E-5528-0DE4-DE0E504EEA12}"/>
                </a:ext>
              </a:extLst>
            </p:cNvPr>
            <p:cNvGrpSpPr/>
            <p:nvPr/>
          </p:nvGrpSpPr>
          <p:grpSpPr>
            <a:xfrm>
              <a:off x="3518823" y="2481252"/>
              <a:ext cx="311569" cy="523220"/>
              <a:chOff x="3518823" y="2481252"/>
              <a:chExt cx="311569" cy="523220"/>
            </a:xfrm>
          </p:grpSpPr>
          <p:sp>
            <p:nvSpPr>
              <p:cNvPr id="61" name="矩形 117">
                <a:extLst>
                  <a:ext uri="{FF2B5EF4-FFF2-40B4-BE49-F238E27FC236}">
                    <a16:creationId xmlns:a16="http://schemas.microsoft.com/office/drawing/2014/main" id="{04E666A9-FCB9-5609-F606-2E96219D78B1}"/>
                  </a:ext>
                </a:extLst>
              </p:cNvPr>
              <p:cNvSpPr/>
              <p:nvPr/>
            </p:nvSpPr>
            <p:spPr>
              <a:xfrm>
                <a:off x="3518823" y="2611915"/>
                <a:ext cx="287079" cy="28707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62" name="文字方塊 118">
                <a:extLst>
                  <a:ext uri="{FF2B5EF4-FFF2-40B4-BE49-F238E27FC236}">
                    <a16:creationId xmlns:a16="http://schemas.microsoft.com/office/drawing/2014/main" id="{7E0A56E5-6F8F-0ACB-7764-A6509CF4BD80}"/>
                  </a:ext>
                </a:extLst>
              </p:cNvPr>
              <p:cNvSpPr txBox="1"/>
              <p:nvPr/>
            </p:nvSpPr>
            <p:spPr>
              <a:xfrm>
                <a:off x="3530355" y="2481252"/>
                <a:ext cx="30003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mc:AlternateContent xmlns:mc="http://schemas.openxmlformats.org/markup-compatibility/2006" xmlns:a14="http://schemas.microsoft.com/office/drawing/2010/main">
          <mc:Choice Requires="a14">
            <p:sp>
              <p:nvSpPr>
                <p:cNvPr id="59" name="文字方塊 115">
                  <a:extLst>
                    <a:ext uri="{FF2B5EF4-FFF2-40B4-BE49-F238E27FC236}">
                      <a16:creationId xmlns:a16="http://schemas.microsoft.com/office/drawing/2014/main" id="{27C02F08-54F3-94AF-B8E6-5492D61DA673}"/>
                    </a:ext>
                  </a:extLst>
                </p:cNvPr>
                <p:cNvSpPr txBox="1"/>
                <p:nvPr/>
              </p:nvSpPr>
              <p:spPr>
                <a:xfrm>
                  <a:off x="4142752" y="2545696"/>
                  <a:ext cx="238847" cy="369332"/>
                </a:xfrm>
                <a:prstGeom prst="rect">
                  <a:avLst/>
                </a:prstGeom>
              </p:spPr>
              <p:style>
                <a:lnRef idx="3">
                  <a:schemeClr val="lt1"/>
                </a:lnRef>
                <a:fillRef idx="1">
                  <a:schemeClr val="accent5"/>
                </a:fillRef>
                <a:effectRef idx="1">
                  <a:schemeClr val="accent5"/>
                </a:effectRef>
                <a:fontRef idx="minor">
                  <a:schemeClr val="lt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white"/>
                            </a:solidFill>
                            <a:latin typeface="Cambria Math" panose="02040503050406030204" pitchFamily="18" charset="0"/>
                          </a:rPr>
                          <m:t>2</m:t>
                        </m:r>
                      </m:oMath>
                    </m:oMathPara>
                  </a14:m>
                  <a:endParaRPr lang="zh-TW" altLang="en-US" sz="2400" dirty="0">
                    <a:solidFill>
                      <a:prstClr val="white"/>
                    </a:solidFill>
                    <a:latin typeface="Calibri" panose="020F0502020204030204"/>
                    <a:ea typeface="新細明體" panose="02020500000000000000" pitchFamily="18" charset="-120"/>
                  </a:endParaRPr>
                </a:p>
              </p:txBody>
            </p:sp>
          </mc:Choice>
          <mc:Fallback xmlns="">
            <p:sp>
              <p:nvSpPr>
                <p:cNvPr id="116" name="文字方塊 115"/>
                <p:cNvSpPr txBox="1">
                  <a:spLocks noRot="1" noChangeAspect="1" noMove="1" noResize="1" noEditPoints="1" noAdjustHandles="1" noChangeArrowheads="1" noChangeShapeType="1" noTextEdit="1"/>
                </p:cNvSpPr>
                <p:nvPr/>
              </p:nvSpPr>
              <p:spPr>
                <a:xfrm>
                  <a:off x="4142752" y="2545696"/>
                  <a:ext cx="238847" cy="369332"/>
                </a:xfrm>
                <a:prstGeom prst="rect">
                  <a:avLst/>
                </a:prstGeom>
                <a:blipFill rotWithShape="0">
                  <a:blip r:embed="rId15"/>
                  <a:stretch>
                    <a:fillRect l="-26190" r="-23810" b="-1563"/>
                  </a:stretch>
                </a:blipFill>
              </p:spPr>
              <p:txBody>
                <a:bodyPr/>
                <a:lstStyle/>
                <a:p>
                  <a:r>
                    <a:rPr lang="zh-TW" altLang="en-US">
                      <a:noFill/>
                    </a:rPr>
                    <a:t> </a:t>
                  </a:r>
                </a:p>
              </p:txBody>
            </p:sp>
          </mc:Fallback>
        </mc:AlternateContent>
        <p:cxnSp>
          <p:nvCxnSpPr>
            <p:cNvPr id="60" name="直線單箭頭接點 116">
              <a:extLst>
                <a:ext uri="{FF2B5EF4-FFF2-40B4-BE49-F238E27FC236}">
                  <a16:creationId xmlns:a16="http://schemas.microsoft.com/office/drawing/2014/main" id="{056B8028-17FB-0642-9912-94E235A8BA8D}"/>
                </a:ext>
              </a:extLst>
            </p:cNvPr>
            <p:cNvCxnSpPr/>
            <p:nvPr/>
          </p:nvCxnSpPr>
          <p:spPr>
            <a:xfrm>
              <a:off x="3805902" y="2755454"/>
              <a:ext cx="3558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3" name="群組 119">
            <a:extLst>
              <a:ext uri="{FF2B5EF4-FFF2-40B4-BE49-F238E27FC236}">
                <a16:creationId xmlns:a16="http://schemas.microsoft.com/office/drawing/2014/main" id="{203DB01A-FCC0-BCAB-47EE-9D8051EDA096}"/>
              </a:ext>
            </a:extLst>
          </p:cNvPr>
          <p:cNvGrpSpPr/>
          <p:nvPr/>
        </p:nvGrpSpPr>
        <p:grpSpPr>
          <a:xfrm>
            <a:off x="7119717" y="3928972"/>
            <a:ext cx="862776" cy="523220"/>
            <a:chOff x="3518823" y="2481252"/>
            <a:chExt cx="862776" cy="523220"/>
          </a:xfrm>
        </p:grpSpPr>
        <p:grpSp>
          <p:nvGrpSpPr>
            <p:cNvPr id="64" name="群組 120">
              <a:extLst>
                <a:ext uri="{FF2B5EF4-FFF2-40B4-BE49-F238E27FC236}">
                  <a16:creationId xmlns:a16="http://schemas.microsoft.com/office/drawing/2014/main" id="{A01C7346-587F-59A7-4130-9B9BAD5753BA}"/>
                </a:ext>
              </a:extLst>
            </p:cNvPr>
            <p:cNvGrpSpPr/>
            <p:nvPr/>
          </p:nvGrpSpPr>
          <p:grpSpPr>
            <a:xfrm>
              <a:off x="3518823" y="2481252"/>
              <a:ext cx="311569" cy="523220"/>
              <a:chOff x="3518823" y="2481252"/>
              <a:chExt cx="311569" cy="523220"/>
            </a:xfrm>
          </p:grpSpPr>
          <p:sp>
            <p:nvSpPr>
              <p:cNvPr id="67" name="矩形 123">
                <a:extLst>
                  <a:ext uri="{FF2B5EF4-FFF2-40B4-BE49-F238E27FC236}">
                    <a16:creationId xmlns:a16="http://schemas.microsoft.com/office/drawing/2014/main" id="{C9B24261-6E07-4FEF-5FDA-80E2C4698D68}"/>
                  </a:ext>
                </a:extLst>
              </p:cNvPr>
              <p:cNvSpPr/>
              <p:nvPr/>
            </p:nvSpPr>
            <p:spPr>
              <a:xfrm>
                <a:off x="3518823" y="2611915"/>
                <a:ext cx="287079" cy="28707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68" name="文字方塊 124">
                <a:extLst>
                  <a:ext uri="{FF2B5EF4-FFF2-40B4-BE49-F238E27FC236}">
                    <a16:creationId xmlns:a16="http://schemas.microsoft.com/office/drawing/2014/main" id="{5020AB5C-4C55-1D0A-2813-62BD65B17AE7}"/>
                  </a:ext>
                </a:extLst>
              </p:cNvPr>
              <p:cNvSpPr txBox="1"/>
              <p:nvPr/>
            </p:nvSpPr>
            <p:spPr>
              <a:xfrm>
                <a:off x="3530355" y="2481252"/>
                <a:ext cx="30003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mc:AlternateContent xmlns:mc="http://schemas.openxmlformats.org/markup-compatibility/2006" xmlns:a14="http://schemas.microsoft.com/office/drawing/2010/main">
          <mc:Choice Requires="a14">
            <p:sp>
              <p:nvSpPr>
                <p:cNvPr id="65" name="文字方塊 121">
                  <a:extLst>
                    <a:ext uri="{FF2B5EF4-FFF2-40B4-BE49-F238E27FC236}">
                      <a16:creationId xmlns:a16="http://schemas.microsoft.com/office/drawing/2014/main" id="{AB9637BC-0543-FA94-1687-F80D3B3F9D45}"/>
                    </a:ext>
                  </a:extLst>
                </p:cNvPr>
                <p:cNvSpPr txBox="1"/>
                <p:nvPr/>
              </p:nvSpPr>
              <p:spPr>
                <a:xfrm>
                  <a:off x="4142752" y="2545696"/>
                  <a:ext cx="238847" cy="369332"/>
                </a:xfrm>
                <a:prstGeom prst="rect">
                  <a:avLst/>
                </a:prstGeom>
              </p:spPr>
              <p:style>
                <a:lnRef idx="3">
                  <a:schemeClr val="lt1"/>
                </a:lnRef>
                <a:fillRef idx="1">
                  <a:schemeClr val="accent5"/>
                </a:fillRef>
                <a:effectRef idx="1">
                  <a:schemeClr val="accent5"/>
                </a:effectRef>
                <a:fontRef idx="minor">
                  <a:schemeClr val="lt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white"/>
                            </a:solidFill>
                            <a:latin typeface="Cambria Math" panose="02040503050406030204" pitchFamily="18" charset="0"/>
                          </a:rPr>
                          <m:t>4</m:t>
                        </m:r>
                      </m:oMath>
                    </m:oMathPara>
                  </a14:m>
                  <a:endParaRPr lang="zh-TW" altLang="en-US" sz="2400" dirty="0">
                    <a:solidFill>
                      <a:prstClr val="white"/>
                    </a:solidFill>
                    <a:latin typeface="Calibri" panose="020F0502020204030204"/>
                    <a:ea typeface="新細明體" panose="02020500000000000000" pitchFamily="18" charset="-120"/>
                  </a:endParaRPr>
                </a:p>
              </p:txBody>
            </p:sp>
          </mc:Choice>
          <mc:Fallback xmlns="">
            <p:sp>
              <p:nvSpPr>
                <p:cNvPr id="122" name="文字方塊 121"/>
                <p:cNvSpPr txBox="1">
                  <a:spLocks noRot="1" noChangeAspect="1" noMove="1" noResize="1" noEditPoints="1" noAdjustHandles="1" noChangeArrowheads="1" noChangeShapeType="1" noTextEdit="1"/>
                </p:cNvSpPr>
                <p:nvPr/>
              </p:nvSpPr>
              <p:spPr>
                <a:xfrm>
                  <a:off x="4142752" y="2545696"/>
                  <a:ext cx="238847" cy="369332"/>
                </a:xfrm>
                <a:prstGeom prst="rect">
                  <a:avLst/>
                </a:prstGeom>
                <a:blipFill rotWithShape="0">
                  <a:blip r:embed="rId16"/>
                  <a:stretch>
                    <a:fillRect l="-26190" r="-23810" b="-1563"/>
                  </a:stretch>
                </a:blipFill>
              </p:spPr>
              <p:txBody>
                <a:bodyPr/>
                <a:lstStyle/>
                <a:p>
                  <a:r>
                    <a:rPr lang="zh-TW" altLang="en-US">
                      <a:noFill/>
                    </a:rPr>
                    <a:t> </a:t>
                  </a:r>
                </a:p>
              </p:txBody>
            </p:sp>
          </mc:Fallback>
        </mc:AlternateContent>
        <p:cxnSp>
          <p:nvCxnSpPr>
            <p:cNvPr id="66" name="直線單箭頭接點 122">
              <a:extLst>
                <a:ext uri="{FF2B5EF4-FFF2-40B4-BE49-F238E27FC236}">
                  <a16:creationId xmlns:a16="http://schemas.microsoft.com/office/drawing/2014/main" id="{ADBA2860-F111-3998-3A3C-881F695B2963}"/>
                </a:ext>
              </a:extLst>
            </p:cNvPr>
            <p:cNvCxnSpPr/>
            <p:nvPr/>
          </p:nvCxnSpPr>
          <p:spPr>
            <a:xfrm>
              <a:off x="3805902" y="2755454"/>
              <a:ext cx="3558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9" name="群組 125">
            <a:extLst>
              <a:ext uri="{FF2B5EF4-FFF2-40B4-BE49-F238E27FC236}">
                <a16:creationId xmlns:a16="http://schemas.microsoft.com/office/drawing/2014/main" id="{207460CC-0AC1-570A-5585-8208BB882B3C}"/>
              </a:ext>
            </a:extLst>
          </p:cNvPr>
          <p:cNvGrpSpPr/>
          <p:nvPr/>
        </p:nvGrpSpPr>
        <p:grpSpPr>
          <a:xfrm>
            <a:off x="7117897" y="4871136"/>
            <a:ext cx="877290" cy="523220"/>
            <a:chOff x="3518823" y="2481252"/>
            <a:chExt cx="877290" cy="523220"/>
          </a:xfrm>
        </p:grpSpPr>
        <p:grpSp>
          <p:nvGrpSpPr>
            <p:cNvPr id="70" name="群組 126">
              <a:extLst>
                <a:ext uri="{FF2B5EF4-FFF2-40B4-BE49-F238E27FC236}">
                  <a16:creationId xmlns:a16="http://schemas.microsoft.com/office/drawing/2014/main" id="{75DB6C38-3252-EA74-31D5-EB585A91722B}"/>
                </a:ext>
              </a:extLst>
            </p:cNvPr>
            <p:cNvGrpSpPr/>
            <p:nvPr/>
          </p:nvGrpSpPr>
          <p:grpSpPr>
            <a:xfrm>
              <a:off x="3518823" y="2481252"/>
              <a:ext cx="311569" cy="523220"/>
              <a:chOff x="3518823" y="2481252"/>
              <a:chExt cx="311569" cy="523220"/>
            </a:xfrm>
          </p:grpSpPr>
          <p:sp>
            <p:nvSpPr>
              <p:cNvPr id="73" name="矩形 129">
                <a:extLst>
                  <a:ext uri="{FF2B5EF4-FFF2-40B4-BE49-F238E27FC236}">
                    <a16:creationId xmlns:a16="http://schemas.microsoft.com/office/drawing/2014/main" id="{E467B332-12A7-EA4A-C7B8-4EA4C0209DCA}"/>
                  </a:ext>
                </a:extLst>
              </p:cNvPr>
              <p:cNvSpPr/>
              <p:nvPr/>
            </p:nvSpPr>
            <p:spPr>
              <a:xfrm>
                <a:off x="3518823" y="2611915"/>
                <a:ext cx="287079" cy="28707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defRPr/>
                </a:pPr>
                <a:endParaRPr lang="zh-TW" altLang="en-US">
                  <a:solidFill>
                    <a:prstClr val="black"/>
                  </a:solidFill>
                  <a:latin typeface="Calibri" panose="020F0502020204030204"/>
                  <a:ea typeface="新細明體" panose="02020500000000000000" pitchFamily="18" charset="-120"/>
                </a:endParaRPr>
              </a:p>
            </p:txBody>
          </p:sp>
          <p:sp>
            <p:nvSpPr>
              <p:cNvPr id="74" name="文字方塊 130">
                <a:extLst>
                  <a:ext uri="{FF2B5EF4-FFF2-40B4-BE49-F238E27FC236}">
                    <a16:creationId xmlns:a16="http://schemas.microsoft.com/office/drawing/2014/main" id="{EFFDB644-E507-1D1D-82AB-53DE40BCB38C}"/>
                  </a:ext>
                </a:extLst>
              </p:cNvPr>
              <p:cNvSpPr txBox="1"/>
              <p:nvPr/>
            </p:nvSpPr>
            <p:spPr>
              <a:xfrm>
                <a:off x="3530355" y="2481252"/>
                <a:ext cx="300037" cy="523220"/>
              </a:xfrm>
              <a:prstGeom prst="rect">
                <a:avLst/>
              </a:prstGeom>
              <a:noFill/>
            </p:spPr>
            <p:txBody>
              <a:bodyPr wrap="square" rtlCol="0">
                <a:spAutoFit/>
              </a:bodyPr>
              <a:lstStyle/>
              <a:p>
                <a:pPr algn="ctr">
                  <a:defRPr/>
                </a:pPr>
                <a:r>
                  <a:rPr lang="en-US" altLang="zh-TW" sz="2800" dirty="0">
                    <a:solidFill>
                      <a:prstClr val="black"/>
                    </a:solidFill>
                    <a:latin typeface="Calibri" panose="020F0502020204030204"/>
                    <a:ea typeface="新細明體" panose="02020500000000000000" pitchFamily="18" charset="-120"/>
                  </a:rPr>
                  <a:t>+</a:t>
                </a:r>
                <a:endParaRPr lang="zh-TW" altLang="en-US" sz="2800" dirty="0">
                  <a:solidFill>
                    <a:prstClr val="black"/>
                  </a:solidFill>
                  <a:latin typeface="Calibri" panose="020F0502020204030204"/>
                  <a:ea typeface="新細明體" panose="02020500000000000000" pitchFamily="18" charset="-120"/>
                </a:endParaRPr>
              </a:p>
            </p:txBody>
          </p:sp>
        </p:grpSp>
        <mc:AlternateContent xmlns:mc="http://schemas.openxmlformats.org/markup-compatibility/2006" xmlns:a14="http://schemas.microsoft.com/office/drawing/2010/main">
          <mc:Choice Requires="a14">
            <p:sp>
              <p:nvSpPr>
                <p:cNvPr id="71" name="文字方塊 127">
                  <a:extLst>
                    <a:ext uri="{FF2B5EF4-FFF2-40B4-BE49-F238E27FC236}">
                      <a16:creationId xmlns:a16="http://schemas.microsoft.com/office/drawing/2014/main" id="{AC81D569-74F6-AA81-5B3E-46909BFA8BEA}"/>
                    </a:ext>
                  </a:extLst>
                </p:cNvPr>
                <p:cNvSpPr txBox="1"/>
                <p:nvPr/>
              </p:nvSpPr>
              <p:spPr>
                <a:xfrm>
                  <a:off x="4157266" y="2545696"/>
                  <a:ext cx="238847" cy="369332"/>
                </a:xfrm>
                <a:prstGeom prst="rect">
                  <a:avLst/>
                </a:prstGeom>
              </p:spPr>
              <p:style>
                <a:lnRef idx="3">
                  <a:schemeClr val="lt1"/>
                </a:lnRef>
                <a:fillRef idx="1">
                  <a:schemeClr val="accent5"/>
                </a:fillRef>
                <a:effectRef idx="1">
                  <a:schemeClr val="accent5"/>
                </a:effectRef>
                <a:fontRef idx="minor">
                  <a:schemeClr val="lt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white"/>
                            </a:solidFill>
                            <a:latin typeface="Cambria Math" panose="02040503050406030204" pitchFamily="18" charset="0"/>
                          </a:rPr>
                          <m:t>3</m:t>
                        </m:r>
                      </m:oMath>
                    </m:oMathPara>
                  </a14:m>
                  <a:endParaRPr lang="zh-TW" altLang="en-US" sz="2400" dirty="0">
                    <a:solidFill>
                      <a:prstClr val="white"/>
                    </a:solidFill>
                    <a:latin typeface="Calibri" panose="020F0502020204030204"/>
                    <a:ea typeface="新細明體" panose="02020500000000000000" pitchFamily="18" charset="-120"/>
                  </a:endParaRPr>
                </a:p>
              </p:txBody>
            </p:sp>
          </mc:Choice>
          <mc:Fallback xmlns="">
            <p:sp>
              <p:nvSpPr>
                <p:cNvPr id="128" name="文字方塊 127"/>
                <p:cNvSpPr txBox="1">
                  <a:spLocks noRot="1" noChangeAspect="1" noMove="1" noResize="1" noEditPoints="1" noAdjustHandles="1" noChangeArrowheads="1" noChangeShapeType="1" noTextEdit="1"/>
                </p:cNvSpPr>
                <p:nvPr/>
              </p:nvSpPr>
              <p:spPr>
                <a:xfrm>
                  <a:off x="4157266" y="2545696"/>
                  <a:ext cx="238847" cy="369332"/>
                </a:xfrm>
                <a:prstGeom prst="rect">
                  <a:avLst/>
                </a:prstGeom>
                <a:blipFill rotWithShape="0">
                  <a:blip r:embed="rId17"/>
                  <a:stretch>
                    <a:fillRect l="-26190" r="-23810" b="-3175"/>
                  </a:stretch>
                </a:blipFill>
              </p:spPr>
              <p:txBody>
                <a:bodyPr/>
                <a:lstStyle/>
                <a:p>
                  <a:r>
                    <a:rPr lang="zh-TW" altLang="en-US">
                      <a:noFill/>
                    </a:rPr>
                    <a:t> </a:t>
                  </a:r>
                </a:p>
              </p:txBody>
            </p:sp>
          </mc:Fallback>
        </mc:AlternateContent>
        <p:cxnSp>
          <p:nvCxnSpPr>
            <p:cNvPr id="72" name="直線單箭頭接點 128">
              <a:extLst>
                <a:ext uri="{FF2B5EF4-FFF2-40B4-BE49-F238E27FC236}">
                  <a16:creationId xmlns:a16="http://schemas.microsoft.com/office/drawing/2014/main" id="{A73E3BC3-A498-353C-5BD7-C4C1978C824B}"/>
                </a:ext>
              </a:extLst>
            </p:cNvPr>
            <p:cNvCxnSpPr/>
            <p:nvPr/>
          </p:nvCxnSpPr>
          <p:spPr>
            <a:xfrm>
              <a:off x="3805902" y="2755454"/>
              <a:ext cx="35584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5" name="文字方塊 131">
                <a:extLst>
                  <a:ext uri="{FF2B5EF4-FFF2-40B4-BE49-F238E27FC236}">
                    <a16:creationId xmlns:a16="http://schemas.microsoft.com/office/drawing/2014/main" id="{9DB58535-C173-65F9-DF13-20C2C06D8EB5}"/>
                  </a:ext>
                </a:extLst>
              </p:cNvPr>
              <p:cNvSpPr txBox="1"/>
              <p:nvPr/>
            </p:nvSpPr>
            <p:spPr>
              <a:xfrm>
                <a:off x="9702532" y="2729965"/>
                <a:ext cx="238848" cy="369332"/>
              </a:xfrm>
              <a:prstGeom prst="rect">
                <a:avLst/>
              </a:prstGeom>
            </p:spPr>
            <p:style>
              <a:lnRef idx="3">
                <a:schemeClr val="lt1"/>
              </a:lnRef>
              <a:fillRef idx="1">
                <a:schemeClr val="accent5"/>
              </a:fillRef>
              <a:effectRef idx="1">
                <a:schemeClr val="accent5"/>
              </a:effectRef>
              <a:fontRef idx="minor">
                <a:schemeClr val="lt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white"/>
                          </a:solidFill>
                          <a:latin typeface="Cambria Math" panose="02040503050406030204" pitchFamily="18" charset="0"/>
                        </a:rPr>
                        <m:t>2</m:t>
                      </m:r>
                    </m:oMath>
                  </m:oMathPara>
                </a14:m>
                <a:endParaRPr lang="zh-TW" altLang="en-US" sz="2400" dirty="0">
                  <a:solidFill>
                    <a:prstClr val="white"/>
                  </a:solidFill>
                  <a:latin typeface="Calibri" panose="020F0502020204030204"/>
                  <a:ea typeface="新細明體" panose="02020500000000000000" pitchFamily="18" charset="-120"/>
                </a:endParaRPr>
              </a:p>
            </p:txBody>
          </p:sp>
        </mc:Choice>
        <mc:Fallback xmlns="">
          <p:sp>
            <p:nvSpPr>
              <p:cNvPr id="75" name="文字方塊 131">
                <a:extLst>
                  <a:ext uri="{FF2B5EF4-FFF2-40B4-BE49-F238E27FC236}">
                    <a16:creationId xmlns:a16="http://schemas.microsoft.com/office/drawing/2014/main" id="{9DB58535-C173-65F9-DF13-20C2C06D8EB5}"/>
                  </a:ext>
                </a:extLst>
              </p:cNvPr>
              <p:cNvSpPr txBox="1">
                <a:spLocks noRot="1" noChangeAspect="1" noMove="1" noResize="1" noEditPoints="1" noAdjustHandles="1" noChangeArrowheads="1" noChangeShapeType="1" noTextEdit="1"/>
              </p:cNvSpPr>
              <p:nvPr/>
            </p:nvSpPr>
            <p:spPr>
              <a:xfrm>
                <a:off x="9702532" y="2729965"/>
                <a:ext cx="238848" cy="369332"/>
              </a:xfrm>
              <a:prstGeom prst="rect">
                <a:avLst/>
              </a:prstGeom>
              <a:blipFill>
                <a:blip r:embed="rId18"/>
                <a:stretch>
                  <a:fillRect l="-26190" r="-23810" b="-31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字方塊 132">
                <a:extLst>
                  <a:ext uri="{FF2B5EF4-FFF2-40B4-BE49-F238E27FC236}">
                    <a16:creationId xmlns:a16="http://schemas.microsoft.com/office/drawing/2014/main" id="{88D6910C-84C7-2652-A52D-122EA6AA5359}"/>
                  </a:ext>
                </a:extLst>
              </p:cNvPr>
              <p:cNvSpPr txBox="1"/>
              <p:nvPr/>
            </p:nvSpPr>
            <p:spPr>
              <a:xfrm>
                <a:off x="9706178" y="4543803"/>
                <a:ext cx="238848" cy="369332"/>
              </a:xfrm>
              <a:prstGeom prst="rect">
                <a:avLst/>
              </a:prstGeom>
            </p:spPr>
            <p:style>
              <a:lnRef idx="3">
                <a:schemeClr val="lt1"/>
              </a:lnRef>
              <a:fillRef idx="1">
                <a:schemeClr val="accent5"/>
              </a:fillRef>
              <a:effectRef idx="1">
                <a:schemeClr val="accent5"/>
              </a:effectRef>
              <a:fontRef idx="minor">
                <a:schemeClr val="lt1"/>
              </a:fontRef>
            </p:style>
            <p:txBody>
              <a:bodyPr wrap="none" lIns="0" tIns="0" rIns="0" bIns="0" rtlCol="0">
                <a:spAutoFit/>
              </a:bodyPr>
              <a:lstStyle/>
              <a:p>
                <a:pPr>
                  <a:defRPr/>
                </a:pPr>
                <a14:m>
                  <m:oMathPara xmlns:m="http://schemas.openxmlformats.org/officeDocument/2006/math">
                    <m:oMathParaPr>
                      <m:jc m:val="centerGroup"/>
                    </m:oMathParaPr>
                    <m:oMath xmlns:m="http://schemas.openxmlformats.org/officeDocument/2006/math">
                      <m:r>
                        <a:rPr lang="en-US" altLang="zh-TW" sz="2400" i="1">
                          <a:solidFill>
                            <a:prstClr val="white"/>
                          </a:solidFill>
                          <a:latin typeface="Cambria Math" panose="02040503050406030204" pitchFamily="18" charset="0"/>
                        </a:rPr>
                        <m:t>4</m:t>
                      </m:r>
                    </m:oMath>
                  </m:oMathPara>
                </a14:m>
                <a:endParaRPr lang="zh-TW" altLang="en-US" sz="2400" dirty="0">
                  <a:solidFill>
                    <a:prstClr val="white"/>
                  </a:solidFill>
                  <a:latin typeface="Calibri" panose="020F0502020204030204"/>
                  <a:ea typeface="新細明體" panose="02020500000000000000" pitchFamily="18" charset="-120"/>
                </a:endParaRPr>
              </a:p>
            </p:txBody>
          </p:sp>
        </mc:Choice>
        <mc:Fallback xmlns="">
          <p:sp>
            <p:nvSpPr>
              <p:cNvPr id="76" name="文字方塊 132">
                <a:extLst>
                  <a:ext uri="{FF2B5EF4-FFF2-40B4-BE49-F238E27FC236}">
                    <a16:creationId xmlns:a16="http://schemas.microsoft.com/office/drawing/2014/main" id="{88D6910C-84C7-2652-A52D-122EA6AA5359}"/>
                  </a:ext>
                </a:extLst>
              </p:cNvPr>
              <p:cNvSpPr txBox="1">
                <a:spLocks noRot="1" noChangeAspect="1" noMove="1" noResize="1" noEditPoints="1" noAdjustHandles="1" noChangeArrowheads="1" noChangeShapeType="1" noTextEdit="1"/>
              </p:cNvSpPr>
              <p:nvPr/>
            </p:nvSpPr>
            <p:spPr>
              <a:xfrm>
                <a:off x="9706178" y="4543803"/>
                <a:ext cx="238848" cy="369332"/>
              </a:xfrm>
              <a:prstGeom prst="rect">
                <a:avLst/>
              </a:prstGeom>
              <a:blipFill>
                <a:blip r:embed="rId19"/>
                <a:stretch>
                  <a:fillRect l="-23810" r="-26190" b="-3125"/>
                </a:stretch>
              </a:blipFill>
            </p:spPr>
            <p:txBody>
              <a:bodyPr/>
              <a:lstStyle/>
              <a:p>
                <a:r>
                  <a:rPr lang="zh-CN" altLang="en-US">
                    <a:noFill/>
                  </a:rPr>
                  <a:t> </a:t>
                </a:r>
              </a:p>
            </p:txBody>
          </p:sp>
        </mc:Fallback>
      </mc:AlternateContent>
      <p:cxnSp>
        <p:nvCxnSpPr>
          <p:cNvPr id="77" name="直線單箭頭接點 143">
            <a:extLst>
              <a:ext uri="{FF2B5EF4-FFF2-40B4-BE49-F238E27FC236}">
                <a16:creationId xmlns:a16="http://schemas.microsoft.com/office/drawing/2014/main" id="{1DED5BA6-8E24-310C-E76A-5733008F4B9D}"/>
              </a:ext>
            </a:extLst>
          </p:cNvPr>
          <p:cNvCxnSpPr/>
          <p:nvPr/>
        </p:nvCxnSpPr>
        <p:spPr>
          <a:xfrm>
            <a:off x="5588627" y="2925551"/>
            <a:ext cx="25515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145">
            <a:extLst>
              <a:ext uri="{FF2B5EF4-FFF2-40B4-BE49-F238E27FC236}">
                <a16:creationId xmlns:a16="http://schemas.microsoft.com/office/drawing/2014/main" id="{0F9469E5-5031-A81E-8CFC-A0395C9ACF1B}"/>
              </a:ext>
            </a:extLst>
          </p:cNvPr>
          <p:cNvCxnSpPr/>
          <p:nvPr/>
        </p:nvCxnSpPr>
        <p:spPr>
          <a:xfrm>
            <a:off x="5597624" y="4735301"/>
            <a:ext cx="25515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146">
            <a:extLst>
              <a:ext uri="{FF2B5EF4-FFF2-40B4-BE49-F238E27FC236}">
                <a16:creationId xmlns:a16="http://schemas.microsoft.com/office/drawing/2014/main" id="{4AF2D062-22B0-4B37-35C8-72ED64FE5C6D}"/>
              </a:ext>
            </a:extLst>
          </p:cNvPr>
          <p:cNvCxnSpPr/>
          <p:nvPr/>
        </p:nvCxnSpPr>
        <p:spPr>
          <a:xfrm>
            <a:off x="9432137" y="2923511"/>
            <a:ext cx="25515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線單箭頭接點 147">
            <a:extLst>
              <a:ext uri="{FF2B5EF4-FFF2-40B4-BE49-F238E27FC236}">
                <a16:creationId xmlns:a16="http://schemas.microsoft.com/office/drawing/2014/main" id="{37C2B8F6-DECC-B1C2-276B-C974A369493E}"/>
              </a:ext>
            </a:extLst>
          </p:cNvPr>
          <p:cNvCxnSpPr/>
          <p:nvPr/>
        </p:nvCxnSpPr>
        <p:spPr>
          <a:xfrm>
            <a:off x="9441134" y="4733261"/>
            <a:ext cx="25515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線單箭頭接點 151">
            <a:extLst>
              <a:ext uri="{FF2B5EF4-FFF2-40B4-BE49-F238E27FC236}">
                <a16:creationId xmlns:a16="http://schemas.microsoft.com/office/drawing/2014/main" id="{EE520B6D-D1D7-C05C-BBEC-E16503B20A74}"/>
              </a:ext>
            </a:extLst>
          </p:cNvPr>
          <p:cNvCxnSpPr>
            <a:endCxn id="27" idx="1"/>
          </p:cNvCxnSpPr>
          <p:nvPr/>
        </p:nvCxnSpPr>
        <p:spPr>
          <a:xfrm flipV="1">
            <a:off x="2134077" y="2471213"/>
            <a:ext cx="1138779" cy="8430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線單箭頭接點 152">
            <a:extLst>
              <a:ext uri="{FF2B5EF4-FFF2-40B4-BE49-F238E27FC236}">
                <a16:creationId xmlns:a16="http://schemas.microsoft.com/office/drawing/2014/main" id="{2B6D32F6-1503-33E7-8224-33486574D3D9}"/>
              </a:ext>
            </a:extLst>
          </p:cNvPr>
          <p:cNvCxnSpPr>
            <a:stCxn id="17" idx="3"/>
            <a:endCxn id="34" idx="1"/>
          </p:cNvCxnSpPr>
          <p:nvPr/>
        </p:nvCxnSpPr>
        <p:spPr>
          <a:xfrm>
            <a:off x="2162725" y="3284599"/>
            <a:ext cx="1133195" cy="4000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單箭頭接點 162">
            <a:extLst>
              <a:ext uri="{FF2B5EF4-FFF2-40B4-BE49-F238E27FC236}">
                <a16:creationId xmlns:a16="http://schemas.microsoft.com/office/drawing/2014/main" id="{B58606F6-4D11-1E84-BA0E-6DB5EF82DBF1}"/>
              </a:ext>
            </a:extLst>
          </p:cNvPr>
          <p:cNvCxnSpPr>
            <a:stCxn id="16" idx="3"/>
            <a:endCxn id="39" idx="1"/>
          </p:cNvCxnSpPr>
          <p:nvPr/>
        </p:nvCxnSpPr>
        <p:spPr>
          <a:xfrm>
            <a:off x="2167488" y="3320317"/>
            <a:ext cx="1115881" cy="8828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線單箭頭接點 165">
            <a:extLst>
              <a:ext uri="{FF2B5EF4-FFF2-40B4-BE49-F238E27FC236}">
                <a16:creationId xmlns:a16="http://schemas.microsoft.com/office/drawing/2014/main" id="{5D51B486-23A6-5385-BA98-3B39A252DD19}"/>
              </a:ext>
            </a:extLst>
          </p:cNvPr>
          <p:cNvCxnSpPr>
            <a:stCxn id="16" idx="3"/>
            <a:endCxn id="46" idx="1"/>
          </p:cNvCxnSpPr>
          <p:nvPr/>
        </p:nvCxnSpPr>
        <p:spPr>
          <a:xfrm>
            <a:off x="2167488" y="3320318"/>
            <a:ext cx="1125593" cy="181242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單箭頭接點 168">
            <a:extLst>
              <a:ext uri="{FF2B5EF4-FFF2-40B4-BE49-F238E27FC236}">
                <a16:creationId xmlns:a16="http://schemas.microsoft.com/office/drawing/2014/main" id="{9D149971-D7C1-0406-7FC6-6F1716C4B4B4}"/>
              </a:ext>
            </a:extLst>
          </p:cNvPr>
          <p:cNvCxnSpPr>
            <a:stCxn id="20" idx="3"/>
            <a:endCxn id="27" idx="1"/>
          </p:cNvCxnSpPr>
          <p:nvPr/>
        </p:nvCxnSpPr>
        <p:spPr>
          <a:xfrm flipV="1">
            <a:off x="2203091" y="2471214"/>
            <a:ext cx="1069765" cy="16631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171">
            <a:extLst>
              <a:ext uri="{FF2B5EF4-FFF2-40B4-BE49-F238E27FC236}">
                <a16:creationId xmlns:a16="http://schemas.microsoft.com/office/drawing/2014/main" id="{E2698C77-3AFF-455A-C0C9-21F579B4E623}"/>
              </a:ext>
            </a:extLst>
          </p:cNvPr>
          <p:cNvCxnSpPr>
            <a:stCxn id="20" idx="3"/>
            <a:endCxn id="33" idx="1"/>
          </p:cNvCxnSpPr>
          <p:nvPr/>
        </p:nvCxnSpPr>
        <p:spPr>
          <a:xfrm flipV="1">
            <a:off x="2203091" y="3337194"/>
            <a:ext cx="1081297" cy="7971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176">
            <a:extLst>
              <a:ext uri="{FF2B5EF4-FFF2-40B4-BE49-F238E27FC236}">
                <a16:creationId xmlns:a16="http://schemas.microsoft.com/office/drawing/2014/main" id="{FF211293-B9E6-FDAC-DB63-EE0980AD7071}"/>
              </a:ext>
            </a:extLst>
          </p:cNvPr>
          <p:cNvCxnSpPr>
            <a:stCxn id="20" idx="3"/>
            <a:endCxn id="45" idx="1"/>
          </p:cNvCxnSpPr>
          <p:nvPr/>
        </p:nvCxnSpPr>
        <p:spPr>
          <a:xfrm>
            <a:off x="2203090" y="4134321"/>
            <a:ext cx="1078458" cy="101101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177">
            <a:extLst>
              <a:ext uri="{FF2B5EF4-FFF2-40B4-BE49-F238E27FC236}">
                <a16:creationId xmlns:a16="http://schemas.microsoft.com/office/drawing/2014/main" id="{798D6202-97F5-60A6-5B1F-685C109EFE2D}"/>
              </a:ext>
            </a:extLst>
          </p:cNvPr>
          <p:cNvCxnSpPr>
            <a:stCxn id="20" idx="3"/>
            <a:endCxn id="39" idx="1"/>
          </p:cNvCxnSpPr>
          <p:nvPr/>
        </p:nvCxnSpPr>
        <p:spPr>
          <a:xfrm>
            <a:off x="2203090" y="4134321"/>
            <a:ext cx="1080278" cy="688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線單箭頭接點 182">
            <a:extLst>
              <a:ext uri="{FF2B5EF4-FFF2-40B4-BE49-F238E27FC236}">
                <a16:creationId xmlns:a16="http://schemas.microsoft.com/office/drawing/2014/main" id="{8B3F39FA-0670-AAC5-5D57-87F2257A03B8}"/>
              </a:ext>
            </a:extLst>
          </p:cNvPr>
          <p:cNvCxnSpPr>
            <a:stCxn id="47" idx="3"/>
          </p:cNvCxnSpPr>
          <p:nvPr/>
        </p:nvCxnSpPr>
        <p:spPr>
          <a:xfrm flipV="1">
            <a:off x="6079286" y="2467581"/>
            <a:ext cx="1003733" cy="4188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線單箭頭接點 183">
            <a:extLst>
              <a:ext uri="{FF2B5EF4-FFF2-40B4-BE49-F238E27FC236}">
                <a16:creationId xmlns:a16="http://schemas.microsoft.com/office/drawing/2014/main" id="{F588729B-7C87-3E06-577A-49FDECB6401C}"/>
              </a:ext>
            </a:extLst>
          </p:cNvPr>
          <p:cNvCxnSpPr>
            <a:stCxn id="47" idx="3"/>
          </p:cNvCxnSpPr>
          <p:nvPr/>
        </p:nvCxnSpPr>
        <p:spPr>
          <a:xfrm>
            <a:off x="6079286" y="2886402"/>
            <a:ext cx="1026797" cy="43456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線單箭頭接點 184">
            <a:extLst>
              <a:ext uri="{FF2B5EF4-FFF2-40B4-BE49-F238E27FC236}">
                <a16:creationId xmlns:a16="http://schemas.microsoft.com/office/drawing/2014/main" id="{256FDE92-812A-B56D-3A0F-0FF302E6DBFC}"/>
              </a:ext>
            </a:extLst>
          </p:cNvPr>
          <p:cNvCxnSpPr>
            <a:stCxn id="47" idx="3"/>
          </p:cNvCxnSpPr>
          <p:nvPr/>
        </p:nvCxnSpPr>
        <p:spPr>
          <a:xfrm>
            <a:off x="6079285" y="2886402"/>
            <a:ext cx="1014246" cy="13131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185">
            <a:extLst>
              <a:ext uri="{FF2B5EF4-FFF2-40B4-BE49-F238E27FC236}">
                <a16:creationId xmlns:a16="http://schemas.microsoft.com/office/drawing/2014/main" id="{39B1AD1D-A449-6461-500C-A0617A1A72CB}"/>
              </a:ext>
            </a:extLst>
          </p:cNvPr>
          <p:cNvCxnSpPr>
            <a:stCxn id="47" idx="3"/>
          </p:cNvCxnSpPr>
          <p:nvPr/>
        </p:nvCxnSpPr>
        <p:spPr>
          <a:xfrm>
            <a:off x="6079285" y="2886401"/>
            <a:ext cx="1023958" cy="22427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186">
            <a:extLst>
              <a:ext uri="{FF2B5EF4-FFF2-40B4-BE49-F238E27FC236}">
                <a16:creationId xmlns:a16="http://schemas.microsoft.com/office/drawing/2014/main" id="{DAA346C2-8E12-78B5-2640-E92094C499D5}"/>
              </a:ext>
            </a:extLst>
          </p:cNvPr>
          <p:cNvCxnSpPr>
            <a:stCxn id="48" idx="3"/>
          </p:cNvCxnSpPr>
          <p:nvPr/>
        </p:nvCxnSpPr>
        <p:spPr>
          <a:xfrm flipV="1">
            <a:off x="6066226" y="2467581"/>
            <a:ext cx="1016793" cy="22299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187">
            <a:extLst>
              <a:ext uri="{FF2B5EF4-FFF2-40B4-BE49-F238E27FC236}">
                <a16:creationId xmlns:a16="http://schemas.microsoft.com/office/drawing/2014/main" id="{5CCA9C96-EDCE-A27E-BAB7-B2EBDBEAB46F}"/>
              </a:ext>
            </a:extLst>
          </p:cNvPr>
          <p:cNvCxnSpPr>
            <a:stCxn id="48" idx="3"/>
          </p:cNvCxnSpPr>
          <p:nvPr/>
        </p:nvCxnSpPr>
        <p:spPr>
          <a:xfrm flipV="1">
            <a:off x="6066226" y="3333561"/>
            <a:ext cx="1028325" cy="13640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線單箭頭接點 188">
            <a:extLst>
              <a:ext uri="{FF2B5EF4-FFF2-40B4-BE49-F238E27FC236}">
                <a16:creationId xmlns:a16="http://schemas.microsoft.com/office/drawing/2014/main" id="{5C13EA6D-DD33-13A0-9D44-9D9870066591}"/>
              </a:ext>
            </a:extLst>
          </p:cNvPr>
          <p:cNvCxnSpPr>
            <a:stCxn id="48" idx="3"/>
          </p:cNvCxnSpPr>
          <p:nvPr/>
        </p:nvCxnSpPr>
        <p:spPr>
          <a:xfrm>
            <a:off x="6066225" y="4697574"/>
            <a:ext cx="1025486" cy="4441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線單箭頭接點 189">
            <a:extLst>
              <a:ext uri="{FF2B5EF4-FFF2-40B4-BE49-F238E27FC236}">
                <a16:creationId xmlns:a16="http://schemas.microsoft.com/office/drawing/2014/main" id="{56F6C881-115F-E594-5C0C-93A65876725D}"/>
              </a:ext>
            </a:extLst>
          </p:cNvPr>
          <p:cNvCxnSpPr>
            <a:stCxn id="48" idx="3"/>
          </p:cNvCxnSpPr>
          <p:nvPr/>
        </p:nvCxnSpPr>
        <p:spPr>
          <a:xfrm flipV="1">
            <a:off x="6066225" y="4199543"/>
            <a:ext cx="1027306" cy="4980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線單箭頭接點 198">
            <a:extLst>
              <a:ext uri="{FF2B5EF4-FFF2-40B4-BE49-F238E27FC236}">
                <a16:creationId xmlns:a16="http://schemas.microsoft.com/office/drawing/2014/main" id="{A59FB087-8EB7-48BE-F2FE-E33A77D2686B}"/>
              </a:ext>
            </a:extLst>
          </p:cNvPr>
          <p:cNvCxnSpPr>
            <a:stCxn id="53" idx="3"/>
            <a:endCxn id="49" idx="2"/>
          </p:cNvCxnSpPr>
          <p:nvPr/>
        </p:nvCxnSpPr>
        <p:spPr>
          <a:xfrm>
            <a:off x="7971980" y="2446121"/>
            <a:ext cx="638956" cy="4420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單箭頭接點 199">
            <a:extLst>
              <a:ext uri="{FF2B5EF4-FFF2-40B4-BE49-F238E27FC236}">
                <a16:creationId xmlns:a16="http://schemas.microsoft.com/office/drawing/2014/main" id="{ECC6D839-1F5C-0C8C-9651-3CFEA5AF89C4}"/>
              </a:ext>
            </a:extLst>
          </p:cNvPr>
          <p:cNvCxnSpPr>
            <a:endCxn id="49" idx="2"/>
          </p:cNvCxnSpPr>
          <p:nvPr/>
        </p:nvCxnSpPr>
        <p:spPr>
          <a:xfrm flipV="1">
            <a:off x="8074598" y="2888166"/>
            <a:ext cx="536339" cy="4544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單箭頭接點 205">
            <a:extLst>
              <a:ext uri="{FF2B5EF4-FFF2-40B4-BE49-F238E27FC236}">
                <a16:creationId xmlns:a16="http://schemas.microsoft.com/office/drawing/2014/main" id="{667513B7-0ACF-4346-E6DA-10AACD0BAD3A}"/>
              </a:ext>
            </a:extLst>
          </p:cNvPr>
          <p:cNvCxnSpPr>
            <a:endCxn id="50" idx="2"/>
          </p:cNvCxnSpPr>
          <p:nvPr/>
        </p:nvCxnSpPr>
        <p:spPr>
          <a:xfrm>
            <a:off x="8095388" y="4222836"/>
            <a:ext cx="523402" cy="4918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單箭頭接點 208">
            <a:extLst>
              <a:ext uri="{FF2B5EF4-FFF2-40B4-BE49-F238E27FC236}">
                <a16:creationId xmlns:a16="http://schemas.microsoft.com/office/drawing/2014/main" id="{06F79995-A65B-19D2-D3BB-8AECDB97E6DE}"/>
              </a:ext>
            </a:extLst>
          </p:cNvPr>
          <p:cNvCxnSpPr>
            <a:stCxn id="71" idx="3"/>
            <a:endCxn id="50" idx="2"/>
          </p:cNvCxnSpPr>
          <p:nvPr/>
        </p:nvCxnSpPr>
        <p:spPr>
          <a:xfrm flipV="1">
            <a:off x="7995188" y="4714720"/>
            <a:ext cx="623603" cy="40552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線單箭頭接點 218">
            <a:extLst>
              <a:ext uri="{FF2B5EF4-FFF2-40B4-BE49-F238E27FC236}">
                <a16:creationId xmlns:a16="http://schemas.microsoft.com/office/drawing/2014/main" id="{BDF7F6C4-38FF-32DD-1B58-740F4DFF1022}"/>
              </a:ext>
            </a:extLst>
          </p:cNvPr>
          <p:cNvCxnSpPr/>
          <p:nvPr/>
        </p:nvCxnSpPr>
        <p:spPr>
          <a:xfrm>
            <a:off x="4274221" y="2458201"/>
            <a:ext cx="502187" cy="43989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線單箭頭接點 219">
            <a:extLst>
              <a:ext uri="{FF2B5EF4-FFF2-40B4-BE49-F238E27FC236}">
                <a16:creationId xmlns:a16="http://schemas.microsoft.com/office/drawing/2014/main" id="{C71A3D74-9938-E563-5CA0-9CF7BD569169}"/>
              </a:ext>
            </a:extLst>
          </p:cNvPr>
          <p:cNvCxnSpPr/>
          <p:nvPr/>
        </p:nvCxnSpPr>
        <p:spPr>
          <a:xfrm flipV="1">
            <a:off x="4240069" y="2898098"/>
            <a:ext cx="536339" cy="4544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單箭頭接點 220">
            <a:extLst>
              <a:ext uri="{FF2B5EF4-FFF2-40B4-BE49-F238E27FC236}">
                <a16:creationId xmlns:a16="http://schemas.microsoft.com/office/drawing/2014/main" id="{506C7DD6-48AF-4CE7-582F-2126288B67CA}"/>
              </a:ext>
            </a:extLst>
          </p:cNvPr>
          <p:cNvCxnSpPr/>
          <p:nvPr/>
        </p:nvCxnSpPr>
        <p:spPr>
          <a:xfrm>
            <a:off x="4260859" y="4232768"/>
            <a:ext cx="523402" cy="4918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線單箭頭接點 221">
            <a:extLst>
              <a:ext uri="{FF2B5EF4-FFF2-40B4-BE49-F238E27FC236}">
                <a16:creationId xmlns:a16="http://schemas.microsoft.com/office/drawing/2014/main" id="{B052FED9-0C63-2966-B66B-27A6F50ED325}"/>
              </a:ext>
            </a:extLst>
          </p:cNvPr>
          <p:cNvCxnSpPr/>
          <p:nvPr/>
        </p:nvCxnSpPr>
        <p:spPr>
          <a:xfrm flipV="1">
            <a:off x="4282913" y="4724652"/>
            <a:ext cx="501348" cy="40748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5" name="矩形 4">
            <a:extLst>
              <a:ext uri="{FF2B5EF4-FFF2-40B4-BE49-F238E27FC236}">
                <a16:creationId xmlns:a16="http://schemas.microsoft.com/office/drawing/2014/main" id="{A48E7061-3910-E96D-9DD9-F378026C6059}"/>
              </a:ext>
            </a:extLst>
          </p:cNvPr>
          <p:cNvSpPr/>
          <p:nvPr/>
        </p:nvSpPr>
        <p:spPr>
          <a:xfrm>
            <a:off x="3839162" y="1574590"/>
            <a:ext cx="4253270" cy="461665"/>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pPr>
              <a:defRPr/>
            </a:pPr>
            <a:r>
              <a:rPr lang="en-US" altLang="zh-TW" sz="2400" dirty="0" err="1">
                <a:solidFill>
                  <a:prstClr val="white"/>
                </a:solidFill>
                <a:latin typeface="+mn-ea"/>
              </a:rPr>
              <a:t>ReLU</a:t>
            </a:r>
            <a:r>
              <a:rPr lang="en-US" altLang="zh-TW" sz="2400" dirty="0">
                <a:solidFill>
                  <a:prstClr val="white"/>
                </a:solidFill>
                <a:latin typeface="+mn-ea"/>
              </a:rPr>
              <a:t> </a:t>
            </a:r>
            <a:r>
              <a:rPr lang="zh-TW" altLang="en-US" sz="2400" dirty="0">
                <a:solidFill>
                  <a:prstClr val="white"/>
                </a:solidFill>
                <a:latin typeface="+mn-ea"/>
              </a:rPr>
              <a:t>是</a:t>
            </a:r>
            <a:r>
              <a:rPr lang="en-US" altLang="zh-TW" sz="2400" dirty="0" err="1">
                <a:solidFill>
                  <a:prstClr val="white"/>
                </a:solidFill>
                <a:latin typeface="+mn-ea"/>
              </a:rPr>
              <a:t>Maxout</a:t>
            </a:r>
            <a:r>
              <a:rPr lang="zh-TW" altLang="en-US" sz="2400" dirty="0">
                <a:solidFill>
                  <a:prstClr val="white"/>
                </a:solidFill>
                <a:latin typeface="+mn-ea"/>
              </a:rPr>
              <a:t>的一个特例</a:t>
            </a:r>
            <a:endParaRPr lang="en-US" altLang="zh-TW" sz="2400" dirty="0">
              <a:solidFill>
                <a:prstClr val="white"/>
              </a:solidFill>
              <a:latin typeface="+mn-ea"/>
            </a:endParaRPr>
          </a:p>
        </p:txBody>
      </p:sp>
      <p:sp>
        <p:nvSpPr>
          <p:cNvPr id="106" name="矩形 144">
            <a:extLst>
              <a:ext uri="{FF2B5EF4-FFF2-40B4-BE49-F238E27FC236}">
                <a16:creationId xmlns:a16="http://schemas.microsoft.com/office/drawing/2014/main" id="{7B6C07D0-7186-4592-4CD7-75DBA4CE1491}"/>
              </a:ext>
            </a:extLst>
          </p:cNvPr>
          <p:cNvSpPr/>
          <p:nvPr/>
        </p:nvSpPr>
        <p:spPr>
          <a:xfrm>
            <a:off x="2150715" y="6046641"/>
            <a:ext cx="7379448" cy="523220"/>
          </a:xfrm>
          <a:prstGeom prst="rect">
            <a:avLst/>
          </a:prstGeom>
          <a:solidFill>
            <a:schemeClr val="accent1"/>
          </a:solidFill>
        </p:spPr>
        <p:style>
          <a:lnRef idx="0">
            <a:schemeClr val="accent6"/>
          </a:lnRef>
          <a:fillRef idx="3">
            <a:schemeClr val="accent6"/>
          </a:fillRef>
          <a:effectRef idx="3">
            <a:schemeClr val="accent6"/>
          </a:effectRef>
          <a:fontRef idx="minor">
            <a:schemeClr val="lt1"/>
          </a:fontRef>
        </p:style>
        <p:txBody>
          <a:bodyPr wrap="square">
            <a:spAutoFit/>
          </a:bodyPr>
          <a:lstStyle/>
          <a:p>
            <a:pPr algn="ctr">
              <a:defRPr/>
            </a:pPr>
            <a:r>
              <a:rPr lang="zh-TW" altLang="en-US" sz="2800" dirty="0">
                <a:solidFill>
                  <a:prstClr val="white"/>
                </a:solidFill>
                <a:latin typeface="+mn-ea"/>
              </a:rPr>
              <a:t>一个组里面可以有更多的元素</a:t>
            </a:r>
            <a:endParaRPr lang="en-US" altLang="zh-TW" sz="2800" dirty="0">
              <a:solidFill>
                <a:prstClr val="white"/>
              </a:solidFill>
              <a:latin typeface="+mn-ea"/>
            </a:endParaRPr>
          </a:p>
        </p:txBody>
      </p:sp>
      <p:sp>
        <p:nvSpPr>
          <p:cNvPr id="107" name="標題 1">
            <a:extLst>
              <a:ext uri="{FF2B5EF4-FFF2-40B4-BE49-F238E27FC236}">
                <a16:creationId xmlns:a16="http://schemas.microsoft.com/office/drawing/2014/main" id="{F6A844E8-B2A4-1E4C-9131-F4ACBBE3C8CB}"/>
              </a:ext>
            </a:extLst>
          </p:cNvPr>
          <p:cNvSpPr txBox="1">
            <a:spLocks/>
          </p:cNvSpPr>
          <p:nvPr/>
        </p:nvSpPr>
        <p:spPr>
          <a:xfrm>
            <a:off x="3305024" y="5506501"/>
            <a:ext cx="2641778" cy="484890"/>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2400" dirty="0">
                <a:solidFill>
                  <a:schemeClr val="accent1">
                    <a:lumMod val="75000"/>
                  </a:schemeClr>
                </a:solidFill>
              </a:rPr>
              <a:t>分组选最大值输出</a:t>
            </a:r>
          </a:p>
        </p:txBody>
      </p:sp>
      <p:sp>
        <p:nvSpPr>
          <p:cNvPr id="108" name="灯片编号占位符 107"/>
          <p:cNvSpPr>
            <a:spLocks noGrp="1"/>
          </p:cNvSpPr>
          <p:nvPr>
            <p:ph type="sldNum" sz="quarter" idx="14"/>
          </p:nvPr>
        </p:nvSpPr>
        <p:spPr/>
        <p:txBody>
          <a:bodyPr/>
          <a:lstStyle/>
          <a:p>
            <a:fld id="{AF69888C-E133-43D9-A638-B5C95925B91C}" type="slidenum">
              <a:rPr lang="zh-CN" altLang="en-US" smtClean="0"/>
              <a:t>48</a:t>
            </a:fld>
            <a:endParaRPr lang="zh-CN" altLang="en-US" dirty="0"/>
          </a:p>
        </p:txBody>
      </p:sp>
    </p:spTree>
    <p:extLst>
      <p:ext uri="{BB962C8B-B14F-4D97-AF65-F5344CB8AC3E}">
        <p14:creationId xmlns:p14="http://schemas.microsoft.com/office/powerpoint/2010/main" val="804973036"/>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07"/>
                                        </p:tgtEl>
                                        <p:attrNameLst>
                                          <p:attrName>style.visibility</p:attrName>
                                        </p:attrNameLst>
                                      </p:cBhvr>
                                      <p:to>
                                        <p:strVal val="visible"/>
                                      </p:to>
                                    </p:set>
                                    <p:animEffect transition="in" filter="blinds(horizontal)">
                                      <p:cBhvr>
                                        <p:cTn id="61" dur="500"/>
                                        <p:tgtEl>
                                          <p:spTgt spid="107"/>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102"/>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101"/>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4"/>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77"/>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47"/>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103"/>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104"/>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78"/>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4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10"/>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51"/>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57"/>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69"/>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89"/>
                                        </p:tgtEl>
                                        <p:attrNameLst>
                                          <p:attrName>style.visibility</p:attrName>
                                        </p:attrNameLst>
                                      </p:cBhvr>
                                      <p:to>
                                        <p:strVal val="visible"/>
                                      </p:to>
                                    </p:set>
                                  </p:childTnLst>
                                </p:cTn>
                              </p:par>
                              <p:par>
                                <p:cTn id="102" presetID="1" presetClass="entr" presetSubtype="0" fill="hold" nodeType="withEffect">
                                  <p:stCondLst>
                                    <p:cond delay="0"/>
                                  </p:stCondLst>
                                  <p:childTnLst>
                                    <p:set>
                                      <p:cBhvr>
                                        <p:cTn id="103" dur="1" fill="hold">
                                          <p:stCondLst>
                                            <p:cond delay="0"/>
                                          </p:stCondLst>
                                        </p:cTn>
                                        <p:tgtEl>
                                          <p:spTgt spid="90"/>
                                        </p:tgtEl>
                                        <p:attrNameLst>
                                          <p:attrName>style.visibility</p:attrName>
                                        </p:attrNameLst>
                                      </p:cBhvr>
                                      <p:to>
                                        <p:strVal val="visible"/>
                                      </p:to>
                                    </p:set>
                                  </p:childTnLst>
                                </p:cTn>
                              </p:par>
                              <p:par>
                                <p:cTn id="104" presetID="1" presetClass="entr" presetSubtype="0" fill="hold" nodeType="withEffect">
                                  <p:stCondLst>
                                    <p:cond delay="0"/>
                                  </p:stCondLst>
                                  <p:childTnLst>
                                    <p:set>
                                      <p:cBhvr>
                                        <p:cTn id="105" dur="1" fill="hold">
                                          <p:stCondLst>
                                            <p:cond delay="0"/>
                                          </p:stCondLst>
                                        </p:cTn>
                                        <p:tgtEl>
                                          <p:spTgt spid="91"/>
                                        </p:tgtEl>
                                        <p:attrNameLst>
                                          <p:attrName>style.visibility</p:attrName>
                                        </p:attrNameLst>
                                      </p:cBhvr>
                                      <p:to>
                                        <p:strVal val="visible"/>
                                      </p:to>
                                    </p:set>
                                  </p:childTnLst>
                                </p:cTn>
                              </p:par>
                              <p:par>
                                <p:cTn id="106" presetID="1" presetClass="entr" presetSubtype="0" fill="hold" nodeType="withEffect">
                                  <p:stCondLst>
                                    <p:cond delay="0"/>
                                  </p:stCondLst>
                                  <p:childTnLst>
                                    <p:set>
                                      <p:cBhvr>
                                        <p:cTn id="107" dur="1" fill="hold">
                                          <p:stCondLst>
                                            <p:cond delay="0"/>
                                          </p:stCondLst>
                                        </p:cTn>
                                        <p:tgtEl>
                                          <p:spTgt spid="92"/>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93"/>
                                        </p:tgtEl>
                                        <p:attrNameLst>
                                          <p:attrName>style.visibility</p:attrName>
                                        </p:attrNameLst>
                                      </p:cBhvr>
                                      <p:to>
                                        <p:strVal val="visible"/>
                                      </p:to>
                                    </p:set>
                                  </p:childTnLst>
                                </p:cTn>
                              </p:par>
                              <p:par>
                                <p:cTn id="110" presetID="1" presetClass="entr" presetSubtype="0" fill="hold" nodeType="withEffect">
                                  <p:stCondLst>
                                    <p:cond delay="0"/>
                                  </p:stCondLst>
                                  <p:childTnLst>
                                    <p:set>
                                      <p:cBhvr>
                                        <p:cTn id="111" dur="1" fill="hold">
                                          <p:stCondLst>
                                            <p:cond delay="0"/>
                                          </p:stCondLst>
                                        </p:cTn>
                                        <p:tgtEl>
                                          <p:spTgt spid="94"/>
                                        </p:tgtEl>
                                        <p:attrNameLst>
                                          <p:attrName>style.visibility</p:attrName>
                                        </p:attrNameLst>
                                      </p:cBhvr>
                                      <p:to>
                                        <p:strVal val="visible"/>
                                      </p:to>
                                    </p:set>
                                  </p:childTnLst>
                                </p:cTn>
                              </p:par>
                              <p:par>
                                <p:cTn id="112" presetID="1" presetClass="entr" presetSubtype="0" fill="hold" nodeType="withEffect">
                                  <p:stCondLst>
                                    <p:cond delay="0"/>
                                  </p:stCondLst>
                                  <p:childTnLst>
                                    <p:set>
                                      <p:cBhvr>
                                        <p:cTn id="113" dur="1" fill="hold">
                                          <p:stCondLst>
                                            <p:cond delay="0"/>
                                          </p:stCondLst>
                                        </p:cTn>
                                        <p:tgtEl>
                                          <p:spTgt spid="95"/>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96"/>
                                        </p:tgtEl>
                                        <p:attrNameLst>
                                          <p:attrName>style.visibility</p:attrName>
                                        </p:attrNameLst>
                                      </p:cBhvr>
                                      <p:to>
                                        <p:strVal val="visible"/>
                                      </p:to>
                                    </p:set>
                                  </p:childTnLst>
                                </p:cTn>
                              </p:par>
                              <p:par>
                                <p:cTn id="116" presetID="1" presetClass="entr" presetSubtype="0" fill="hold" nodeType="withEffect">
                                  <p:stCondLst>
                                    <p:cond delay="0"/>
                                  </p:stCondLst>
                                  <p:childTnLst>
                                    <p:set>
                                      <p:cBhvr>
                                        <p:cTn id="117" dur="1" fill="hold">
                                          <p:stCondLst>
                                            <p:cond delay="0"/>
                                          </p:stCondLst>
                                        </p:cTn>
                                        <p:tgtEl>
                                          <p:spTgt spid="63"/>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2"/>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presetSubtype="0" fill="hold" grpId="0" nodeType="clickEffect">
                                  <p:stCondLst>
                                    <p:cond delay="0"/>
                                  </p:stCondLst>
                                  <p:childTnLst>
                                    <p:set>
                                      <p:cBhvr>
                                        <p:cTn id="125" dur="1" fill="hold">
                                          <p:stCondLst>
                                            <p:cond delay="0"/>
                                          </p:stCondLst>
                                        </p:cTn>
                                        <p:tgtEl>
                                          <p:spTgt spid="4"/>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5"/>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nodeType="clickEffect">
                                  <p:stCondLst>
                                    <p:cond delay="0"/>
                                  </p:stCondLst>
                                  <p:childTnLst>
                                    <p:set>
                                      <p:cBhvr>
                                        <p:cTn id="131" dur="1" fill="hold">
                                          <p:stCondLst>
                                            <p:cond delay="0"/>
                                          </p:stCondLst>
                                        </p:cTn>
                                        <p:tgtEl>
                                          <p:spTgt spid="98"/>
                                        </p:tgtEl>
                                        <p:attrNameLst>
                                          <p:attrName>style.visibility</p:attrName>
                                        </p:attrNameLst>
                                      </p:cBhvr>
                                      <p:to>
                                        <p:strVal val="visible"/>
                                      </p:to>
                                    </p:set>
                                  </p:childTnLst>
                                </p:cTn>
                              </p:par>
                              <p:par>
                                <p:cTn id="132" presetID="1" presetClass="entr" presetSubtype="0" fill="hold" nodeType="withEffect">
                                  <p:stCondLst>
                                    <p:cond delay="0"/>
                                  </p:stCondLst>
                                  <p:childTnLst>
                                    <p:set>
                                      <p:cBhvr>
                                        <p:cTn id="133" dur="1" fill="hold">
                                          <p:stCondLst>
                                            <p:cond delay="0"/>
                                          </p:stCondLst>
                                        </p:cTn>
                                        <p:tgtEl>
                                          <p:spTgt spid="97"/>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childTnLst>
                                </p:cTn>
                              </p:par>
                              <p:par>
                                <p:cTn id="136" presetID="1" presetClass="entr" presetSubtype="0" fill="hold" nodeType="withEffect">
                                  <p:stCondLst>
                                    <p:cond delay="0"/>
                                  </p:stCondLst>
                                  <p:childTnLst>
                                    <p:set>
                                      <p:cBhvr>
                                        <p:cTn id="137" dur="1" fill="hold">
                                          <p:stCondLst>
                                            <p:cond delay="0"/>
                                          </p:stCondLst>
                                        </p:cTn>
                                        <p:tgtEl>
                                          <p:spTgt spid="79"/>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75"/>
                                        </p:tgtEl>
                                        <p:attrNameLst>
                                          <p:attrName>style.visibility</p:attrName>
                                        </p:attrNameLst>
                                      </p:cBhvr>
                                      <p:to>
                                        <p:strVal val="visible"/>
                                      </p:to>
                                    </p:set>
                                  </p:childTnLst>
                                </p:cTn>
                              </p:par>
                              <p:par>
                                <p:cTn id="140" presetID="1" presetClass="entr" presetSubtype="0" fill="hold" nodeType="withEffect">
                                  <p:stCondLst>
                                    <p:cond delay="0"/>
                                  </p:stCondLst>
                                  <p:childTnLst>
                                    <p:set>
                                      <p:cBhvr>
                                        <p:cTn id="141" dur="1" fill="hold">
                                          <p:stCondLst>
                                            <p:cond delay="0"/>
                                          </p:stCondLst>
                                        </p:cTn>
                                        <p:tgtEl>
                                          <p:spTgt spid="99"/>
                                        </p:tgtEl>
                                        <p:attrNameLst>
                                          <p:attrName>style.visibility</p:attrName>
                                        </p:attrNameLst>
                                      </p:cBhvr>
                                      <p:to>
                                        <p:strVal val="visible"/>
                                      </p:to>
                                    </p:set>
                                  </p:childTnLst>
                                </p:cTn>
                              </p:par>
                              <p:par>
                                <p:cTn id="142" presetID="1" presetClass="entr" presetSubtype="0" fill="hold" nodeType="withEffect">
                                  <p:stCondLst>
                                    <p:cond delay="0"/>
                                  </p:stCondLst>
                                  <p:childTnLst>
                                    <p:set>
                                      <p:cBhvr>
                                        <p:cTn id="143" dur="1" fill="hold">
                                          <p:stCondLst>
                                            <p:cond delay="0"/>
                                          </p:stCondLst>
                                        </p:cTn>
                                        <p:tgtEl>
                                          <p:spTgt spid="100"/>
                                        </p:tgtEl>
                                        <p:attrNameLst>
                                          <p:attrName>style.visibility</p:attrName>
                                        </p:attrNameLst>
                                      </p:cBhvr>
                                      <p:to>
                                        <p:strVal val="visible"/>
                                      </p:to>
                                    </p:set>
                                  </p:childTnLst>
                                </p:cTn>
                              </p:par>
                              <p:par>
                                <p:cTn id="144" presetID="1" presetClass="entr" presetSubtype="0" fill="hold" grpId="0" nodeType="withEffect">
                                  <p:stCondLst>
                                    <p:cond delay="0"/>
                                  </p:stCondLst>
                                  <p:childTnLst>
                                    <p:set>
                                      <p:cBhvr>
                                        <p:cTn id="145" dur="1" fill="hold">
                                          <p:stCondLst>
                                            <p:cond delay="0"/>
                                          </p:stCondLst>
                                        </p:cTn>
                                        <p:tgtEl>
                                          <p:spTgt spid="50"/>
                                        </p:tgtEl>
                                        <p:attrNameLst>
                                          <p:attrName>style.visibility</p:attrName>
                                        </p:attrNameLst>
                                      </p:cBhvr>
                                      <p:to>
                                        <p:strVal val="visible"/>
                                      </p:to>
                                    </p:set>
                                  </p:childTnLst>
                                </p:cTn>
                              </p:par>
                              <p:par>
                                <p:cTn id="146" presetID="1" presetClass="entr" presetSubtype="0" fill="hold" nodeType="withEffect">
                                  <p:stCondLst>
                                    <p:cond delay="0"/>
                                  </p:stCondLst>
                                  <p:childTnLst>
                                    <p:set>
                                      <p:cBhvr>
                                        <p:cTn id="147" dur="1" fill="hold">
                                          <p:stCondLst>
                                            <p:cond delay="0"/>
                                          </p:stCondLst>
                                        </p:cTn>
                                        <p:tgtEl>
                                          <p:spTgt spid="80"/>
                                        </p:tgtEl>
                                        <p:attrNameLst>
                                          <p:attrName>style.visibility</p:attrName>
                                        </p:attrNameLst>
                                      </p:cBhvr>
                                      <p:to>
                                        <p:strVal val="visible"/>
                                      </p:to>
                                    </p:set>
                                  </p:childTnLst>
                                </p:cTn>
                              </p:par>
                              <p:par>
                                <p:cTn id="148" presetID="1" presetClass="entr" presetSubtype="0" fill="hold" grpId="0" nodeType="withEffect">
                                  <p:stCondLst>
                                    <p:cond delay="0"/>
                                  </p:stCondLst>
                                  <p:childTnLst>
                                    <p:set>
                                      <p:cBhvr>
                                        <p:cTn id="149" dur="1" fill="hold">
                                          <p:stCondLst>
                                            <p:cond delay="0"/>
                                          </p:stCondLst>
                                        </p:cTn>
                                        <p:tgtEl>
                                          <p:spTgt spid="76"/>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9"/>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grpId="0" nodeType="clickEffect">
                                  <p:stCondLst>
                                    <p:cond delay="0"/>
                                  </p:stCondLst>
                                  <p:childTnLst>
                                    <p:set>
                                      <p:cBhvr>
                                        <p:cTn id="157"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animBg="1"/>
      <p:bldP spid="10" grpId="0" animBg="1"/>
      <p:bldP spid="11" grpId="0" animBg="1"/>
      <p:bldP spid="13" grpId="0"/>
      <p:bldP spid="14" grpId="0" animBg="1"/>
      <p:bldP spid="21" grpId="0"/>
      <p:bldP spid="22" grpId="0" animBg="1"/>
      <p:bldP spid="47" grpId="0" animBg="1"/>
      <p:bldP spid="48" grpId="0" animBg="1"/>
      <p:bldP spid="49" grpId="0" animBg="1"/>
      <p:bldP spid="50" grpId="0" animBg="1"/>
      <p:bldP spid="75" grpId="0" animBg="1"/>
      <p:bldP spid="76" grpId="0" animBg="1"/>
      <p:bldP spid="105" grpId="0" animBg="1"/>
      <p:bldP spid="106" grpId="0" animBg="1"/>
      <p:bldP spid="10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752E49C0-DDF6-121C-0162-2A3E8E280C3B}"/>
              </a:ext>
            </a:extLst>
          </p:cNvPr>
          <p:cNvSpPr txBox="1"/>
          <p:nvPr/>
        </p:nvSpPr>
        <p:spPr>
          <a:xfrm>
            <a:off x="604531" y="9260"/>
            <a:ext cx="6096000" cy="905761"/>
          </a:xfrm>
          <a:prstGeom prst="rect">
            <a:avLst/>
          </a:prstGeom>
          <a:noFill/>
        </p:spPr>
        <p:txBody>
          <a:bodyPr wrap="square">
            <a:spAutoFit/>
          </a:bodyPr>
          <a:lstStyle/>
          <a:p>
            <a:pPr algn="l">
              <a:lnSpc>
                <a:spcPct val="150000"/>
              </a:lnSpc>
            </a:pPr>
            <a:r>
              <a:rPr lang="en-US" altLang="zh-CN" sz="4000" b="1" dirty="0">
                <a:sym typeface="+mn-ea"/>
              </a:rPr>
              <a:t>4</a:t>
            </a:r>
            <a:r>
              <a:rPr lang="zh-CN" altLang="en-US" sz="4000" b="1" dirty="0">
                <a:sym typeface="+mn-ea"/>
              </a:rPr>
              <a:t> 梯度消失</a:t>
            </a:r>
          </a:p>
        </p:txBody>
      </p:sp>
      <p:sp>
        <p:nvSpPr>
          <p:cNvPr id="2" name="標題 1">
            <a:extLst>
              <a:ext uri="{FF2B5EF4-FFF2-40B4-BE49-F238E27FC236}">
                <a16:creationId xmlns:a16="http://schemas.microsoft.com/office/drawing/2014/main" id="{6B501398-4ADB-D372-74AB-E96F4819B1A9}"/>
              </a:ext>
            </a:extLst>
          </p:cNvPr>
          <p:cNvSpPr txBox="1">
            <a:spLocks/>
          </p:cNvSpPr>
          <p:nvPr/>
        </p:nvSpPr>
        <p:spPr>
          <a:xfrm>
            <a:off x="614735" y="1153389"/>
            <a:ext cx="10516800" cy="1056000"/>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itchFamily="2" charset="2"/>
              <a:buChar char="Ø"/>
            </a:pPr>
            <a:r>
              <a:rPr lang="en-US" altLang="zh-TW" sz="2400" dirty="0" err="1"/>
              <a:t>Maxout</a:t>
            </a:r>
            <a:r>
              <a:rPr lang="zh-CN" altLang="en-US" sz="2400" dirty="0"/>
              <a:t>：网络自己学习激活函数 </a:t>
            </a:r>
            <a:r>
              <a:rPr lang="en-US" altLang="zh-TW" sz="2400" dirty="0">
                <a:solidFill>
                  <a:srgbClr val="0000FF"/>
                </a:solidFill>
              </a:rPr>
              <a:t>[Ian J. Goodfellow, ICML’13]</a:t>
            </a:r>
            <a:r>
              <a:rPr lang="en-US" altLang="zh-TW" sz="2400" dirty="0"/>
              <a:t> </a:t>
            </a:r>
            <a:endParaRPr lang="zh-TW" altLang="en-US" sz="2400" dirty="0"/>
          </a:p>
        </p:txBody>
      </p:sp>
      <p:sp>
        <p:nvSpPr>
          <p:cNvPr id="4" name="矩形 4">
            <a:extLst>
              <a:ext uri="{FF2B5EF4-FFF2-40B4-BE49-F238E27FC236}">
                <a16:creationId xmlns:a16="http://schemas.microsoft.com/office/drawing/2014/main" id="{A07B3A5D-5F99-2B31-64CF-ABD5B399CEB7}"/>
              </a:ext>
            </a:extLst>
          </p:cNvPr>
          <p:cNvSpPr/>
          <p:nvPr/>
        </p:nvSpPr>
        <p:spPr>
          <a:xfrm>
            <a:off x="2450420" y="3554606"/>
            <a:ext cx="3313725" cy="523220"/>
          </a:xfrm>
          <a:prstGeom prst="rect">
            <a:avLst/>
          </a:prstGeom>
          <a:gradFill>
            <a:gsLst>
              <a:gs pos="0">
                <a:schemeClr val="tx1"/>
              </a:gs>
              <a:gs pos="50000">
                <a:schemeClr val="accent6">
                  <a:satMod val="110000"/>
                  <a:lumMod val="100000"/>
                  <a:shade val="100000"/>
                </a:schemeClr>
              </a:gs>
              <a:gs pos="100000">
                <a:schemeClr val="accent6">
                  <a:lumMod val="99000"/>
                  <a:satMod val="120000"/>
                  <a:shade val="78000"/>
                </a:schemeClr>
              </a:gs>
            </a:gsLst>
          </a:gradFill>
        </p:spPr>
        <p:style>
          <a:lnRef idx="0">
            <a:schemeClr val="accent6"/>
          </a:lnRef>
          <a:fillRef idx="3">
            <a:schemeClr val="accent6"/>
          </a:fillRef>
          <a:effectRef idx="3">
            <a:schemeClr val="accent6"/>
          </a:effectRef>
          <a:fontRef idx="minor">
            <a:schemeClr val="lt1"/>
          </a:fontRef>
        </p:style>
        <p:txBody>
          <a:bodyPr wrap="square">
            <a:spAutoFit/>
          </a:bodyPr>
          <a:lstStyle/>
          <a:p>
            <a:pPr algn="ctr">
              <a:defRPr/>
            </a:pPr>
            <a:r>
              <a:rPr lang="zh-TW" altLang="en-US" sz="2800" dirty="0">
                <a:solidFill>
                  <a:prstClr val="white"/>
                </a:solidFill>
                <a:latin typeface="+mn-ea"/>
              </a:rPr>
              <a:t>一组</a:t>
            </a:r>
            <a:r>
              <a:rPr lang="en-US" altLang="zh-CN" sz="2800" dirty="0">
                <a:solidFill>
                  <a:prstClr val="white"/>
                </a:solidFill>
                <a:latin typeface="+mn-ea"/>
              </a:rPr>
              <a:t>2</a:t>
            </a:r>
            <a:r>
              <a:rPr lang="zh-CN" altLang="en-US" sz="2800" dirty="0">
                <a:solidFill>
                  <a:prstClr val="white"/>
                </a:solidFill>
                <a:latin typeface="+mn-ea"/>
              </a:rPr>
              <a:t>个元素</a:t>
            </a:r>
            <a:endParaRPr lang="en-US" altLang="zh-TW" sz="2800" dirty="0">
              <a:solidFill>
                <a:prstClr val="white"/>
              </a:solidFill>
              <a:latin typeface="+mn-ea"/>
            </a:endParaRPr>
          </a:p>
        </p:txBody>
      </p:sp>
      <p:grpSp>
        <p:nvGrpSpPr>
          <p:cNvPr id="5" name="群組 5">
            <a:extLst>
              <a:ext uri="{FF2B5EF4-FFF2-40B4-BE49-F238E27FC236}">
                <a16:creationId xmlns:a16="http://schemas.microsoft.com/office/drawing/2014/main" id="{373FAAC2-A960-EA10-8798-A827114357D8}"/>
              </a:ext>
            </a:extLst>
          </p:cNvPr>
          <p:cNvGrpSpPr/>
          <p:nvPr/>
        </p:nvGrpSpPr>
        <p:grpSpPr>
          <a:xfrm>
            <a:off x="2126871" y="4249676"/>
            <a:ext cx="1600832" cy="1600832"/>
            <a:chOff x="6200673" y="4150479"/>
            <a:chExt cx="2474339" cy="2474339"/>
          </a:xfrm>
        </p:grpSpPr>
        <p:cxnSp>
          <p:nvCxnSpPr>
            <p:cNvPr id="6" name="直線單箭頭接點 6">
              <a:extLst>
                <a:ext uri="{FF2B5EF4-FFF2-40B4-BE49-F238E27FC236}">
                  <a16:creationId xmlns:a16="http://schemas.microsoft.com/office/drawing/2014/main" id="{BA14611D-76D4-C229-C986-B067706BF9ED}"/>
                </a:ext>
              </a:extLst>
            </p:cNvPr>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7">
              <a:extLst>
                <a:ext uri="{FF2B5EF4-FFF2-40B4-BE49-F238E27FC236}">
                  <a16:creationId xmlns:a16="http://schemas.microsoft.com/office/drawing/2014/main" id="{23BFE0F0-E406-96AF-F7A7-0787AED0307B}"/>
                </a:ext>
              </a:extLst>
            </p:cNvPr>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接點 10">
              <a:extLst>
                <a:ext uri="{FF2B5EF4-FFF2-40B4-BE49-F238E27FC236}">
                  <a16:creationId xmlns:a16="http://schemas.microsoft.com/office/drawing/2014/main" id="{4D0344E2-4462-EE32-08F3-845CE8579F82}"/>
                </a:ext>
              </a:extLst>
            </p:cNvPr>
            <p:cNvCxnSpPr/>
            <p:nvPr/>
          </p:nvCxnSpPr>
          <p:spPr>
            <a:xfrm>
              <a:off x="6228958" y="5708803"/>
              <a:ext cx="1237168"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 name="直線接點 11">
              <a:extLst>
                <a:ext uri="{FF2B5EF4-FFF2-40B4-BE49-F238E27FC236}">
                  <a16:creationId xmlns:a16="http://schemas.microsoft.com/office/drawing/2014/main" id="{EFD70D73-8994-E95A-FA62-37CB67A735EC}"/>
                </a:ext>
              </a:extLst>
            </p:cNvPr>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10" name="群組 20">
            <a:extLst>
              <a:ext uri="{FF2B5EF4-FFF2-40B4-BE49-F238E27FC236}">
                <a16:creationId xmlns:a16="http://schemas.microsoft.com/office/drawing/2014/main" id="{508772BF-CAF2-A43E-6E55-2A76B4E43082}"/>
              </a:ext>
            </a:extLst>
          </p:cNvPr>
          <p:cNvGrpSpPr/>
          <p:nvPr/>
        </p:nvGrpSpPr>
        <p:grpSpPr>
          <a:xfrm>
            <a:off x="4272303" y="4277736"/>
            <a:ext cx="1600832" cy="1600832"/>
            <a:chOff x="6200673" y="4150479"/>
            <a:chExt cx="2474339" cy="2474339"/>
          </a:xfrm>
        </p:grpSpPr>
        <p:cxnSp>
          <p:nvCxnSpPr>
            <p:cNvPr id="11" name="直線單箭頭接點 21">
              <a:extLst>
                <a:ext uri="{FF2B5EF4-FFF2-40B4-BE49-F238E27FC236}">
                  <a16:creationId xmlns:a16="http://schemas.microsoft.com/office/drawing/2014/main" id="{D42B2A46-BF44-A5CF-9616-C35B536B69B0}"/>
                </a:ext>
              </a:extLst>
            </p:cNvPr>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22">
              <a:extLst>
                <a:ext uri="{FF2B5EF4-FFF2-40B4-BE49-F238E27FC236}">
                  <a16:creationId xmlns:a16="http://schemas.microsoft.com/office/drawing/2014/main" id="{85E4F3AA-4A38-316D-B102-25FE93425E01}"/>
                </a:ext>
              </a:extLst>
            </p:cNvPr>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接點 23">
              <a:extLst>
                <a:ext uri="{FF2B5EF4-FFF2-40B4-BE49-F238E27FC236}">
                  <a16:creationId xmlns:a16="http://schemas.microsoft.com/office/drawing/2014/main" id="{C305D052-1F48-9FE2-D557-CA0A2EEB0727}"/>
                </a:ext>
              </a:extLst>
            </p:cNvPr>
            <p:cNvCxnSpPr/>
            <p:nvPr/>
          </p:nvCxnSpPr>
          <p:spPr>
            <a:xfrm>
              <a:off x="6377382" y="4785491"/>
              <a:ext cx="1088745" cy="923313"/>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5" name="直線接點 24">
              <a:extLst>
                <a:ext uri="{FF2B5EF4-FFF2-40B4-BE49-F238E27FC236}">
                  <a16:creationId xmlns:a16="http://schemas.microsoft.com/office/drawing/2014/main" id="{051FD26C-7402-6786-8A70-E44CD483E8B3}"/>
                </a:ext>
              </a:extLst>
            </p:cNvPr>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16" name="群組 47">
            <a:extLst>
              <a:ext uri="{FF2B5EF4-FFF2-40B4-BE49-F238E27FC236}">
                <a16:creationId xmlns:a16="http://schemas.microsoft.com/office/drawing/2014/main" id="{2AFE49D8-2C46-FBA6-045D-707D573BB5B3}"/>
              </a:ext>
            </a:extLst>
          </p:cNvPr>
          <p:cNvGrpSpPr/>
          <p:nvPr/>
        </p:nvGrpSpPr>
        <p:grpSpPr>
          <a:xfrm>
            <a:off x="6662063" y="4269459"/>
            <a:ext cx="1600832" cy="1600832"/>
            <a:chOff x="6200673" y="4150479"/>
            <a:chExt cx="2474339" cy="2474339"/>
          </a:xfrm>
        </p:grpSpPr>
        <p:cxnSp>
          <p:nvCxnSpPr>
            <p:cNvPr id="17" name="直線單箭頭接點 48">
              <a:extLst>
                <a:ext uri="{FF2B5EF4-FFF2-40B4-BE49-F238E27FC236}">
                  <a16:creationId xmlns:a16="http://schemas.microsoft.com/office/drawing/2014/main" id="{205DE882-CB12-75C8-99FC-26020738B3D7}"/>
                </a:ext>
              </a:extLst>
            </p:cNvPr>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單箭頭接點 49">
              <a:extLst>
                <a:ext uri="{FF2B5EF4-FFF2-40B4-BE49-F238E27FC236}">
                  <a16:creationId xmlns:a16="http://schemas.microsoft.com/office/drawing/2014/main" id="{FE4DBB20-4861-4FE4-860A-CC3D877BD94A}"/>
                </a:ext>
              </a:extLst>
            </p:cNvPr>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接點 50">
              <a:extLst>
                <a:ext uri="{FF2B5EF4-FFF2-40B4-BE49-F238E27FC236}">
                  <a16:creationId xmlns:a16="http://schemas.microsoft.com/office/drawing/2014/main" id="{45306756-0EFA-E4B8-BBE9-CA690BD5C271}"/>
                </a:ext>
              </a:extLst>
            </p:cNvPr>
            <p:cNvCxnSpPr/>
            <p:nvPr/>
          </p:nvCxnSpPr>
          <p:spPr>
            <a:xfrm>
              <a:off x="6266972" y="4841656"/>
              <a:ext cx="283410" cy="878543"/>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0" name="直線接點 51">
              <a:extLst>
                <a:ext uri="{FF2B5EF4-FFF2-40B4-BE49-F238E27FC236}">
                  <a16:creationId xmlns:a16="http://schemas.microsoft.com/office/drawing/2014/main" id="{56CF21BF-C9FB-4177-C0B2-998925EEB80C}"/>
                </a:ext>
              </a:extLst>
            </p:cNvPr>
            <p:cNvCxnSpPr/>
            <p:nvPr/>
          </p:nvCxnSpPr>
          <p:spPr>
            <a:xfrm flipV="1">
              <a:off x="7427944" y="4629511"/>
              <a:ext cx="959230" cy="1079292"/>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21" name="群組 52">
            <a:extLst>
              <a:ext uri="{FF2B5EF4-FFF2-40B4-BE49-F238E27FC236}">
                <a16:creationId xmlns:a16="http://schemas.microsoft.com/office/drawing/2014/main" id="{910FB295-3F10-78B0-1253-EC58389C411F}"/>
              </a:ext>
            </a:extLst>
          </p:cNvPr>
          <p:cNvGrpSpPr/>
          <p:nvPr/>
        </p:nvGrpSpPr>
        <p:grpSpPr>
          <a:xfrm>
            <a:off x="8503338" y="4249677"/>
            <a:ext cx="1600832" cy="1620615"/>
            <a:chOff x="6200673" y="4119901"/>
            <a:chExt cx="2474339" cy="2504917"/>
          </a:xfrm>
        </p:grpSpPr>
        <p:cxnSp>
          <p:nvCxnSpPr>
            <p:cNvPr id="22" name="直線單箭頭接點 53">
              <a:extLst>
                <a:ext uri="{FF2B5EF4-FFF2-40B4-BE49-F238E27FC236}">
                  <a16:creationId xmlns:a16="http://schemas.microsoft.com/office/drawing/2014/main" id="{D4BCD798-D4C8-0479-8564-30A050C799E9}"/>
                </a:ext>
              </a:extLst>
            </p:cNvPr>
            <p:cNvCxnSpPr/>
            <p:nvPr/>
          </p:nvCxnSpPr>
          <p:spPr>
            <a:xfrm>
              <a:off x="6200673" y="5714500"/>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54">
              <a:extLst>
                <a:ext uri="{FF2B5EF4-FFF2-40B4-BE49-F238E27FC236}">
                  <a16:creationId xmlns:a16="http://schemas.microsoft.com/office/drawing/2014/main" id="{140DD6AA-5E55-73F6-9CE8-95C91ABE9316}"/>
                </a:ext>
              </a:extLst>
            </p:cNvPr>
            <p:cNvCxnSpPr/>
            <p:nvPr/>
          </p:nvCxnSpPr>
          <p:spPr>
            <a:xfrm rot="16200000">
              <a:off x="6200674" y="5387649"/>
              <a:ext cx="247433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接點 55">
              <a:extLst>
                <a:ext uri="{FF2B5EF4-FFF2-40B4-BE49-F238E27FC236}">
                  <a16:creationId xmlns:a16="http://schemas.microsoft.com/office/drawing/2014/main" id="{0131904A-6BA9-86DF-8A22-5C467C68EDFB}"/>
                </a:ext>
              </a:extLst>
            </p:cNvPr>
            <p:cNvCxnSpPr/>
            <p:nvPr/>
          </p:nvCxnSpPr>
          <p:spPr>
            <a:xfrm flipV="1">
              <a:off x="7720924" y="5239126"/>
              <a:ext cx="583675" cy="68394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 name="直線接點 56">
              <a:extLst>
                <a:ext uri="{FF2B5EF4-FFF2-40B4-BE49-F238E27FC236}">
                  <a16:creationId xmlns:a16="http://schemas.microsoft.com/office/drawing/2014/main" id="{87E657CE-3400-E988-7CA4-5F5E63FB1955}"/>
                </a:ext>
              </a:extLst>
            </p:cNvPr>
            <p:cNvCxnSpPr/>
            <p:nvPr/>
          </p:nvCxnSpPr>
          <p:spPr>
            <a:xfrm flipV="1">
              <a:off x="8270564" y="4119901"/>
              <a:ext cx="148372" cy="1143305"/>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26" name="矩形 57">
            <a:extLst>
              <a:ext uri="{FF2B5EF4-FFF2-40B4-BE49-F238E27FC236}">
                <a16:creationId xmlns:a16="http://schemas.microsoft.com/office/drawing/2014/main" id="{5160781E-06C6-B318-3640-3E7E2214F70C}"/>
              </a:ext>
            </a:extLst>
          </p:cNvPr>
          <p:cNvSpPr/>
          <p:nvPr/>
        </p:nvSpPr>
        <p:spPr>
          <a:xfrm>
            <a:off x="6604222" y="3557498"/>
            <a:ext cx="3313725" cy="523220"/>
          </a:xfrm>
          <a:prstGeom prst="rect">
            <a:avLst/>
          </a:prstGeom>
          <a:gradFill>
            <a:gsLst>
              <a:gs pos="0">
                <a:schemeClr val="tx1"/>
              </a:gs>
              <a:gs pos="50000">
                <a:schemeClr val="accent6">
                  <a:satMod val="110000"/>
                  <a:lumMod val="100000"/>
                  <a:shade val="100000"/>
                </a:schemeClr>
              </a:gs>
              <a:gs pos="100000">
                <a:schemeClr val="accent6">
                  <a:lumMod val="99000"/>
                  <a:satMod val="120000"/>
                  <a:shade val="78000"/>
                </a:schemeClr>
              </a:gs>
            </a:gsLst>
          </a:gradFill>
        </p:spPr>
        <p:style>
          <a:lnRef idx="0">
            <a:schemeClr val="accent6"/>
          </a:lnRef>
          <a:fillRef idx="3">
            <a:schemeClr val="accent6"/>
          </a:fillRef>
          <a:effectRef idx="3">
            <a:schemeClr val="accent6"/>
          </a:effectRef>
          <a:fontRef idx="minor">
            <a:schemeClr val="lt1"/>
          </a:fontRef>
        </p:style>
        <p:txBody>
          <a:bodyPr wrap="square">
            <a:spAutoFit/>
          </a:bodyPr>
          <a:lstStyle/>
          <a:p>
            <a:pPr algn="ctr">
              <a:defRPr/>
            </a:pPr>
            <a:r>
              <a:rPr lang="zh-TW" altLang="en-US" sz="2800" dirty="0">
                <a:solidFill>
                  <a:prstClr val="white"/>
                </a:solidFill>
                <a:latin typeface="+mn-ea"/>
              </a:rPr>
              <a:t>一组</a:t>
            </a:r>
            <a:r>
              <a:rPr lang="en-US" altLang="zh-CN" sz="2800" dirty="0">
                <a:solidFill>
                  <a:prstClr val="white"/>
                </a:solidFill>
                <a:latin typeface="+mn-ea"/>
              </a:rPr>
              <a:t>3</a:t>
            </a:r>
            <a:r>
              <a:rPr lang="zh-CN" altLang="en-US" sz="2800" dirty="0">
                <a:solidFill>
                  <a:prstClr val="white"/>
                </a:solidFill>
                <a:latin typeface="+mn-ea"/>
              </a:rPr>
              <a:t>个元素</a:t>
            </a:r>
            <a:endParaRPr lang="en-US" altLang="zh-TW" sz="2800" dirty="0">
              <a:solidFill>
                <a:prstClr val="white"/>
              </a:solidFill>
              <a:latin typeface="+mn-ea"/>
            </a:endParaRPr>
          </a:p>
        </p:txBody>
      </p:sp>
      <p:cxnSp>
        <p:nvCxnSpPr>
          <p:cNvPr id="27" name="直線接點 60">
            <a:extLst>
              <a:ext uri="{FF2B5EF4-FFF2-40B4-BE49-F238E27FC236}">
                <a16:creationId xmlns:a16="http://schemas.microsoft.com/office/drawing/2014/main" id="{90E8DF97-F90C-93B5-C933-1516F002195A}"/>
              </a:ext>
            </a:extLst>
          </p:cNvPr>
          <p:cNvCxnSpPr/>
          <p:nvPr/>
        </p:nvCxnSpPr>
        <p:spPr>
          <a:xfrm>
            <a:off x="6838547" y="5253609"/>
            <a:ext cx="602899" cy="5906"/>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8" name="直線接點 65">
            <a:extLst>
              <a:ext uri="{FF2B5EF4-FFF2-40B4-BE49-F238E27FC236}">
                <a16:creationId xmlns:a16="http://schemas.microsoft.com/office/drawing/2014/main" id="{25919655-3DB2-016C-03EE-80C09F6B122A}"/>
              </a:ext>
            </a:extLst>
          </p:cNvPr>
          <p:cNvCxnSpPr/>
          <p:nvPr/>
        </p:nvCxnSpPr>
        <p:spPr>
          <a:xfrm flipV="1">
            <a:off x="8724900" y="5392799"/>
            <a:ext cx="805670" cy="116896"/>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
        <p:nvSpPr>
          <p:cNvPr id="29" name="標題 1">
            <a:extLst>
              <a:ext uri="{FF2B5EF4-FFF2-40B4-BE49-F238E27FC236}">
                <a16:creationId xmlns:a16="http://schemas.microsoft.com/office/drawing/2014/main" id="{527BEF18-054E-CFF2-7E7F-528E910442A9}"/>
              </a:ext>
            </a:extLst>
          </p:cNvPr>
          <p:cNvSpPr txBox="1">
            <a:spLocks/>
          </p:cNvSpPr>
          <p:nvPr/>
        </p:nvSpPr>
        <p:spPr>
          <a:xfrm>
            <a:off x="1123012" y="1899011"/>
            <a:ext cx="10516800" cy="1056000"/>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buFont typeface="Wingdings" pitchFamily="2" charset="2"/>
              <a:buChar char="q"/>
            </a:pPr>
            <a:r>
              <a:rPr lang="en-US" altLang="zh-TW" sz="2400" dirty="0" err="1"/>
              <a:t>Maxout</a:t>
            </a:r>
            <a:r>
              <a:rPr lang="zh-CN" altLang="en-US" sz="2400" dirty="0"/>
              <a:t>网络里激活函数</a:t>
            </a:r>
            <a:r>
              <a:rPr lang="zh-TW" altLang="en-US" sz="2400" dirty="0"/>
              <a:t>可能是任意的分段线性函数</a:t>
            </a:r>
            <a:endParaRPr lang="en-US" altLang="zh-TW" sz="2400" dirty="0"/>
          </a:p>
          <a:p>
            <a:pPr marL="342900" indent="-342900">
              <a:buFont typeface="Wingdings" pitchFamily="2" charset="2"/>
              <a:buChar char="q"/>
            </a:pPr>
            <a:endParaRPr lang="en-US" altLang="zh-TW" sz="2400" dirty="0"/>
          </a:p>
          <a:p>
            <a:pPr marL="342900" indent="-342900">
              <a:buFont typeface="Wingdings" pitchFamily="2" charset="2"/>
              <a:buChar char="q"/>
            </a:pPr>
            <a:r>
              <a:rPr lang="zh-TW" altLang="en-US" sz="2400" dirty="0"/>
              <a:t>分段数取决于组里元素的数量</a:t>
            </a:r>
          </a:p>
        </p:txBody>
      </p:sp>
      <p:sp>
        <p:nvSpPr>
          <p:cNvPr id="30" name="灯片编号占位符 29"/>
          <p:cNvSpPr>
            <a:spLocks noGrp="1"/>
          </p:cNvSpPr>
          <p:nvPr>
            <p:ph type="sldNum" sz="quarter" idx="14"/>
          </p:nvPr>
        </p:nvSpPr>
        <p:spPr/>
        <p:txBody>
          <a:bodyPr/>
          <a:lstStyle/>
          <a:p>
            <a:fld id="{AF69888C-E133-43D9-A638-B5C95925B91C}" type="slidenum">
              <a:rPr lang="zh-CN" altLang="en-US" smtClean="0"/>
              <a:t>49</a:t>
            </a:fld>
            <a:endParaRPr lang="zh-CN" altLang="en-US" dirty="0"/>
          </a:p>
        </p:txBody>
      </p:sp>
    </p:spTree>
    <p:extLst>
      <p:ext uri="{BB962C8B-B14F-4D97-AF65-F5344CB8AC3E}">
        <p14:creationId xmlns:p14="http://schemas.microsoft.com/office/powerpoint/2010/main" val="1945973419"/>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26" grpId="0" animBg="1"/>
      <p:bldP spid="2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752E49C0-DDF6-121C-0162-2A3E8E280C3B}"/>
              </a:ext>
            </a:extLst>
          </p:cNvPr>
          <p:cNvSpPr txBox="1"/>
          <p:nvPr/>
        </p:nvSpPr>
        <p:spPr>
          <a:xfrm>
            <a:off x="604531" y="9260"/>
            <a:ext cx="6096000" cy="1015663"/>
          </a:xfrm>
          <a:prstGeom prst="rect">
            <a:avLst/>
          </a:prstGeom>
          <a:noFill/>
        </p:spPr>
        <p:txBody>
          <a:bodyPr wrap="square">
            <a:spAutoFit/>
          </a:bodyPr>
          <a:lstStyle/>
          <a:p>
            <a:pPr algn="l">
              <a:lnSpc>
                <a:spcPct val="150000"/>
              </a:lnSpc>
            </a:pPr>
            <a:r>
              <a:rPr lang="en-US" altLang="zh-CN" sz="4000" b="1" dirty="0">
                <a:sym typeface="+mn-ea"/>
              </a:rPr>
              <a:t>5</a:t>
            </a:r>
            <a:r>
              <a:rPr lang="zh-CN" altLang="en-US" sz="4000" b="1" dirty="0">
                <a:sym typeface="+mn-ea"/>
              </a:rPr>
              <a:t> 模型微调</a:t>
            </a:r>
            <a:endParaRPr lang="en-US" altLang="zh-CN" sz="4000" b="1" dirty="0">
              <a:sym typeface="+mn-ea"/>
            </a:endParaRPr>
          </a:p>
        </p:txBody>
      </p:sp>
      <p:sp>
        <p:nvSpPr>
          <p:cNvPr id="2" name="文本框 1">
            <a:extLst>
              <a:ext uri="{FF2B5EF4-FFF2-40B4-BE49-F238E27FC236}">
                <a16:creationId xmlns:a16="http://schemas.microsoft.com/office/drawing/2014/main" id="{30B41F78-33F9-0907-CC1E-FD06D1CA2855}"/>
              </a:ext>
            </a:extLst>
          </p:cNvPr>
          <p:cNvSpPr txBox="1"/>
          <p:nvPr/>
        </p:nvSpPr>
        <p:spPr>
          <a:xfrm>
            <a:off x="884281" y="1022005"/>
            <a:ext cx="9401810" cy="580352"/>
          </a:xfrm>
          <a:prstGeom prst="rect">
            <a:avLst/>
          </a:prstGeom>
          <a:noFill/>
        </p:spPr>
        <p:txBody>
          <a:bodyPr wrap="square" rtlCol="0" anchor="t">
            <a:spAutoFit/>
          </a:bodyPr>
          <a:lstStyle/>
          <a:p>
            <a:pPr marL="342900" indent="-342900">
              <a:lnSpc>
                <a:spcPct val="150000"/>
              </a:lnSpc>
              <a:buFont typeface="Wingdings" pitchFamily="2" charset="2"/>
              <a:buChar char="Ø"/>
            </a:pPr>
            <a:r>
              <a:rPr lang="zh-CN" altLang="en-US" sz="2400" dirty="0"/>
              <a:t>深度神经网络里有很多的超参数需要设置，如</a:t>
            </a:r>
          </a:p>
        </p:txBody>
      </p:sp>
      <p:sp>
        <p:nvSpPr>
          <p:cNvPr id="4" name="TextBox 7">
            <a:extLst>
              <a:ext uri="{FF2B5EF4-FFF2-40B4-BE49-F238E27FC236}">
                <a16:creationId xmlns:a16="http://schemas.microsoft.com/office/drawing/2014/main" id="{5018F3E2-660D-4E34-E5F1-85CFE566879D}"/>
              </a:ext>
            </a:extLst>
          </p:cNvPr>
          <p:cNvSpPr txBox="1"/>
          <p:nvPr/>
        </p:nvSpPr>
        <p:spPr>
          <a:xfrm>
            <a:off x="1573169" y="1709399"/>
            <a:ext cx="6416245" cy="3046988"/>
          </a:xfrm>
          <a:prstGeom prst="rect">
            <a:avLst/>
          </a:prstGeom>
          <a:noFill/>
        </p:spPr>
        <p:txBody>
          <a:bodyPr wrap="square">
            <a:spAutoFit/>
          </a:bodyPr>
          <a:lstStyle/>
          <a:p>
            <a:pPr marL="342900" indent="-342900">
              <a:buFont typeface="Wingdings" pitchFamily="2" charset="2"/>
              <a:buChar char="q"/>
            </a:pPr>
            <a:r>
              <a:rPr lang="zh-CN" altLang="en-US" sz="2400" dirty="0">
                <a:solidFill>
                  <a:schemeClr val="accent1">
                    <a:lumMod val="50000"/>
                  </a:schemeClr>
                </a:solidFill>
                <a:latin typeface="微软雅黑" panose="020B0503020204020204" pitchFamily="34" charset="-122"/>
                <a:ea typeface="微软雅黑" panose="020B0503020204020204" pitchFamily="34" charset="-122"/>
                <a:sym typeface="+mn-ea"/>
              </a:rPr>
              <a:t>隐含层层数与每层神经元数</a:t>
            </a:r>
            <a:endParaRPr lang="en-US" altLang="zh-CN" sz="2400" dirty="0">
              <a:solidFill>
                <a:schemeClr val="accent1">
                  <a:lumMod val="50000"/>
                </a:schemeClr>
              </a:solidFill>
              <a:latin typeface="微软雅黑" panose="020B0503020204020204" pitchFamily="34" charset="-122"/>
              <a:ea typeface="微软雅黑" panose="020B0503020204020204" pitchFamily="34" charset="-122"/>
              <a:sym typeface="+mn-ea"/>
            </a:endParaRPr>
          </a:p>
          <a:p>
            <a:pPr marL="342900" indent="-342900">
              <a:buFont typeface="Wingdings" pitchFamily="2" charset="2"/>
              <a:buChar char="q"/>
            </a:pPr>
            <a:r>
              <a:rPr lang="zh-CN" altLang="en-US" sz="2400" dirty="0">
                <a:solidFill>
                  <a:schemeClr val="accent1">
                    <a:lumMod val="50000"/>
                  </a:schemeClr>
                </a:solidFill>
                <a:latin typeface="微软雅黑" panose="020B0503020204020204" pitchFamily="34" charset="-122"/>
                <a:ea typeface="微软雅黑" panose="020B0503020204020204" pitchFamily="34" charset="-122"/>
                <a:sym typeface="+mn-ea"/>
              </a:rPr>
              <a:t>采用什么样的隐含层</a:t>
            </a:r>
            <a:endParaRPr lang="en-US" altLang="zh-CN" sz="2400" dirty="0">
              <a:solidFill>
                <a:schemeClr val="accent1">
                  <a:lumMod val="50000"/>
                </a:schemeClr>
              </a:solidFill>
              <a:latin typeface="微软雅黑" panose="020B0503020204020204" pitchFamily="34" charset="-122"/>
              <a:ea typeface="微软雅黑" panose="020B0503020204020204" pitchFamily="34" charset="-122"/>
              <a:sym typeface="+mn-ea"/>
            </a:endParaRPr>
          </a:p>
          <a:p>
            <a:pPr marL="342900" indent="-342900">
              <a:buFont typeface="Wingdings" pitchFamily="2" charset="2"/>
              <a:buChar char="q"/>
            </a:pPr>
            <a:r>
              <a:rPr lang="zh-CN" altLang="en-US" sz="2400" dirty="0">
                <a:solidFill>
                  <a:schemeClr val="accent1">
                    <a:lumMod val="50000"/>
                  </a:schemeClr>
                </a:solidFill>
                <a:latin typeface="微软雅黑" panose="020B0503020204020204" pitchFamily="34" charset="-122"/>
                <a:ea typeface="微软雅黑" panose="020B0503020204020204" pitchFamily="34" charset="-122"/>
                <a:sym typeface="+mn-ea"/>
              </a:rPr>
              <a:t>激活函数</a:t>
            </a:r>
            <a:endParaRPr lang="en-US" altLang="zh-CN" sz="2400" dirty="0">
              <a:solidFill>
                <a:schemeClr val="accent1">
                  <a:lumMod val="50000"/>
                </a:schemeClr>
              </a:solidFill>
              <a:latin typeface="微软雅黑" panose="020B0503020204020204" pitchFamily="34" charset="-122"/>
              <a:ea typeface="微软雅黑" panose="020B0503020204020204" pitchFamily="34" charset="-122"/>
              <a:sym typeface="+mn-ea"/>
            </a:endParaRPr>
          </a:p>
          <a:p>
            <a:pPr marL="342900" indent="-342900">
              <a:buFont typeface="Wingdings" pitchFamily="2" charset="2"/>
              <a:buChar char="q"/>
            </a:pPr>
            <a:r>
              <a:rPr lang="zh-CN" altLang="en-CN" sz="2400" dirty="0">
                <a:solidFill>
                  <a:schemeClr val="accent1">
                    <a:lumMod val="50000"/>
                  </a:schemeClr>
                </a:solidFill>
                <a:latin typeface="微软雅黑" panose="020B0503020204020204" pitchFamily="34" charset="-122"/>
                <a:ea typeface="微软雅黑" panose="020B0503020204020204" pitchFamily="34" charset="-122"/>
                <a:sym typeface="+mn-ea"/>
              </a:rPr>
              <a:t>学习率</a:t>
            </a:r>
            <a:endParaRPr lang="en-US" altLang="zh-CN" sz="2400" dirty="0">
              <a:solidFill>
                <a:schemeClr val="accent1">
                  <a:lumMod val="50000"/>
                </a:schemeClr>
              </a:solidFill>
              <a:latin typeface="微软雅黑" panose="020B0503020204020204" pitchFamily="34" charset="-122"/>
              <a:ea typeface="微软雅黑" panose="020B0503020204020204" pitchFamily="34" charset="-122"/>
              <a:sym typeface="+mn-ea"/>
            </a:endParaRPr>
          </a:p>
          <a:p>
            <a:pPr marL="342900" indent="-342900">
              <a:buFont typeface="Wingdings" pitchFamily="2" charset="2"/>
              <a:buChar char="q"/>
            </a:pPr>
            <a:r>
              <a:rPr lang="zh-CN" altLang="en-US" sz="2400" dirty="0">
                <a:solidFill>
                  <a:schemeClr val="accent1">
                    <a:lumMod val="50000"/>
                  </a:schemeClr>
                </a:solidFill>
                <a:latin typeface="微软雅黑" panose="020B0503020204020204" pitchFamily="34" charset="-122"/>
                <a:ea typeface="微软雅黑" panose="020B0503020204020204" pitchFamily="34" charset="-122"/>
                <a:sym typeface="+mn-ea"/>
              </a:rPr>
              <a:t>梯度下降的迭代次数</a:t>
            </a:r>
            <a:endParaRPr lang="en-US" altLang="zh-CN" sz="2400" dirty="0">
              <a:solidFill>
                <a:schemeClr val="accent1">
                  <a:lumMod val="50000"/>
                </a:schemeClr>
              </a:solidFill>
              <a:latin typeface="微软雅黑" panose="020B0503020204020204" pitchFamily="34" charset="-122"/>
              <a:ea typeface="微软雅黑" panose="020B0503020204020204" pitchFamily="34" charset="-122"/>
              <a:sym typeface="+mn-ea"/>
            </a:endParaRPr>
          </a:p>
          <a:p>
            <a:pPr marL="342900" indent="-342900">
              <a:buFont typeface="Wingdings" pitchFamily="2" charset="2"/>
              <a:buChar char="q"/>
            </a:pPr>
            <a:r>
              <a:rPr lang="zh-CN" altLang="en-US" sz="2400" dirty="0">
                <a:solidFill>
                  <a:schemeClr val="accent1">
                    <a:lumMod val="50000"/>
                  </a:schemeClr>
                </a:solidFill>
                <a:latin typeface="微软雅黑" panose="020B0503020204020204" pitchFamily="34" charset="-122"/>
                <a:ea typeface="微软雅黑" panose="020B0503020204020204" pitchFamily="34" charset="-122"/>
                <a:sym typeface="+mn-ea"/>
              </a:rPr>
              <a:t>正则化参数</a:t>
            </a:r>
            <a:endParaRPr lang="en-US" altLang="zh-CN" sz="2400" dirty="0">
              <a:solidFill>
                <a:schemeClr val="accent1">
                  <a:lumMod val="50000"/>
                </a:schemeClr>
              </a:solidFill>
              <a:latin typeface="微软雅黑" panose="020B0503020204020204" pitchFamily="34" charset="-122"/>
              <a:ea typeface="微软雅黑" panose="020B0503020204020204" pitchFamily="34" charset="-122"/>
              <a:sym typeface="+mn-ea"/>
            </a:endParaRPr>
          </a:p>
          <a:p>
            <a:pPr marL="342900" indent="-342900">
              <a:buFont typeface="Wingdings" pitchFamily="2" charset="2"/>
              <a:buChar char="q"/>
            </a:pPr>
            <a:r>
              <a:rPr lang="en-US" altLang="zh-CN" sz="2400" dirty="0">
                <a:solidFill>
                  <a:schemeClr val="accent1">
                    <a:lumMod val="50000"/>
                  </a:schemeClr>
                </a:solidFill>
                <a:latin typeface="微软雅黑" panose="020B0503020204020204" pitchFamily="34" charset="-122"/>
                <a:ea typeface="微软雅黑" panose="020B0503020204020204" pitchFamily="34" charset="-122"/>
                <a:sym typeface="+mn-ea"/>
              </a:rPr>
              <a:t>……</a:t>
            </a:r>
          </a:p>
          <a:p>
            <a:endParaRPr lang="en-CN" sz="2400" dirty="0">
              <a:solidFill>
                <a:schemeClr val="accent1">
                  <a:lumMod val="50000"/>
                </a:schemeClr>
              </a:solidFill>
            </a:endParaRPr>
          </a:p>
        </p:txBody>
      </p:sp>
      <p:pic>
        <p:nvPicPr>
          <p:cNvPr id="5" name="Picture 4">
            <a:extLst>
              <a:ext uri="{FF2B5EF4-FFF2-40B4-BE49-F238E27FC236}">
                <a16:creationId xmlns:a16="http://schemas.microsoft.com/office/drawing/2014/main" id="{8B43F5AE-74B4-2358-B8DF-3C7CEA7CC3BC}"/>
              </a:ext>
            </a:extLst>
          </p:cNvPr>
          <p:cNvPicPr>
            <a:picLocks noChangeAspect="1"/>
          </p:cNvPicPr>
          <p:nvPr/>
        </p:nvPicPr>
        <p:blipFill>
          <a:blip r:embed="rId2"/>
          <a:stretch>
            <a:fillRect/>
          </a:stretch>
        </p:blipFill>
        <p:spPr>
          <a:xfrm>
            <a:off x="8075911" y="1499334"/>
            <a:ext cx="2296677" cy="2573862"/>
          </a:xfrm>
          <a:prstGeom prst="rect">
            <a:avLst/>
          </a:prstGeom>
        </p:spPr>
      </p:pic>
      <p:sp>
        <p:nvSpPr>
          <p:cNvPr id="6" name="文本框 3">
            <a:extLst>
              <a:ext uri="{FF2B5EF4-FFF2-40B4-BE49-F238E27FC236}">
                <a16:creationId xmlns:a16="http://schemas.microsoft.com/office/drawing/2014/main" id="{E9AABC31-D351-E3FD-00D8-5905C20C079D}"/>
              </a:ext>
            </a:extLst>
          </p:cNvPr>
          <p:cNvSpPr txBox="1"/>
          <p:nvPr/>
        </p:nvSpPr>
        <p:spPr>
          <a:xfrm>
            <a:off x="884281" y="4318130"/>
            <a:ext cx="9401810" cy="580352"/>
          </a:xfrm>
          <a:prstGeom prst="rect">
            <a:avLst/>
          </a:prstGeom>
          <a:noFill/>
        </p:spPr>
        <p:txBody>
          <a:bodyPr wrap="square" rtlCol="0" anchor="t">
            <a:spAutoFit/>
          </a:bodyPr>
          <a:lstStyle/>
          <a:p>
            <a:pPr marL="342900" indent="-342900">
              <a:lnSpc>
                <a:spcPct val="150000"/>
              </a:lnSpc>
              <a:buFont typeface="Wingdings" pitchFamily="2" charset="2"/>
              <a:buChar char="Ø"/>
            </a:pPr>
            <a:r>
              <a:rPr lang="zh-CN" altLang="en-US" sz="2400" dirty="0"/>
              <a:t>若从头搭建深度神经网络模型很可能会是一个艰巨的任务</a:t>
            </a:r>
          </a:p>
        </p:txBody>
      </p:sp>
      <p:sp>
        <p:nvSpPr>
          <p:cNvPr id="7" name="文本框 3">
            <a:extLst>
              <a:ext uri="{FF2B5EF4-FFF2-40B4-BE49-F238E27FC236}">
                <a16:creationId xmlns:a16="http://schemas.microsoft.com/office/drawing/2014/main" id="{20BBC2B1-C6DD-4AD9-CEA6-379E46CDBB7B}"/>
              </a:ext>
            </a:extLst>
          </p:cNvPr>
          <p:cNvSpPr txBox="1"/>
          <p:nvPr/>
        </p:nvSpPr>
        <p:spPr>
          <a:xfrm>
            <a:off x="884281" y="5143416"/>
            <a:ext cx="9401810" cy="580352"/>
          </a:xfrm>
          <a:prstGeom prst="rect">
            <a:avLst/>
          </a:prstGeom>
          <a:noFill/>
        </p:spPr>
        <p:txBody>
          <a:bodyPr wrap="square" rtlCol="0" anchor="t">
            <a:spAutoFit/>
          </a:bodyPr>
          <a:lstStyle/>
          <a:p>
            <a:pPr marL="342900" indent="-342900">
              <a:lnSpc>
                <a:spcPct val="150000"/>
              </a:lnSpc>
              <a:buFont typeface="Wingdings" pitchFamily="2" charset="2"/>
              <a:buChar char="Ø"/>
            </a:pPr>
            <a:r>
              <a:rPr lang="zh-CN" altLang="en-US" sz="2400" dirty="0"/>
              <a:t>存在其他的模型用于处理相似的问题</a:t>
            </a:r>
          </a:p>
        </p:txBody>
      </p:sp>
      <p:sp>
        <p:nvSpPr>
          <p:cNvPr id="8" name="灯片编号占位符 7"/>
          <p:cNvSpPr>
            <a:spLocks noGrp="1"/>
          </p:cNvSpPr>
          <p:nvPr>
            <p:ph type="sldNum" sz="quarter" idx="14"/>
          </p:nvPr>
        </p:nvSpPr>
        <p:spPr/>
        <p:txBody>
          <a:bodyPr/>
          <a:lstStyle/>
          <a:p>
            <a:fld id="{AF69888C-E133-43D9-A638-B5C95925B91C}" type="slidenum">
              <a:rPr lang="zh-CN" altLang="en-US" smtClean="0"/>
              <a:t>50</a:t>
            </a:fld>
            <a:endParaRPr lang="zh-CN" altLang="en-US" dirty="0"/>
          </a:p>
        </p:txBody>
      </p:sp>
    </p:spTree>
    <p:extLst>
      <p:ext uri="{BB962C8B-B14F-4D97-AF65-F5344CB8AC3E}">
        <p14:creationId xmlns:p14="http://schemas.microsoft.com/office/powerpoint/2010/main" val="3200169587"/>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2" name="文本框 1">
            <a:extLst>
              <a:ext uri="{FF2B5EF4-FFF2-40B4-BE49-F238E27FC236}">
                <a16:creationId xmlns:a16="http://schemas.microsoft.com/office/drawing/2014/main" id="{7C414BFE-E0E9-310F-D380-7B788F28B628}"/>
              </a:ext>
            </a:extLst>
          </p:cNvPr>
          <p:cNvSpPr txBox="1"/>
          <p:nvPr/>
        </p:nvSpPr>
        <p:spPr>
          <a:xfrm>
            <a:off x="604531" y="9260"/>
            <a:ext cx="6096000" cy="1015663"/>
          </a:xfrm>
          <a:prstGeom prst="rect">
            <a:avLst/>
          </a:prstGeom>
          <a:noFill/>
        </p:spPr>
        <p:txBody>
          <a:bodyPr wrap="square">
            <a:spAutoFit/>
          </a:bodyPr>
          <a:lstStyle/>
          <a:p>
            <a:pPr algn="l">
              <a:lnSpc>
                <a:spcPct val="150000"/>
              </a:lnSpc>
            </a:pPr>
            <a:r>
              <a:rPr lang="en-US" altLang="zh-CN" sz="4000" b="1" dirty="0">
                <a:sym typeface="+mn-ea"/>
              </a:rPr>
              <a:t>5</a:t>
            </a:r>
            <a:r>
              <a:rPr lang="zh-CN" altLang="en-US" sz="4000" b="1" dirty="0">
                <a:sym typeface="+mn-ea"/>
              </a:rPr>
              <a:t> 模型微调</a:t>
            </a:r>
            <a:endParaRPr lang="en-US" altLang="zh-CN" sz="4000" b="1" dirty="0">
              <a:sym typeface="+mn-ea"/>
            </a:endParaRPr>
          </a:p>
        </p:txBody>
      </p:sp>
      <p:sp>
        <p:nvSpPr>
          <p:cNvPr id="3" name="文本框 3">
            <a:extLst>
              <a:ext uri="{FF2B5EF4-FFF2-40B4-BE49-F238E27FC236}">
                <a16:creationId xmlns:a16="http://schemas.microsoft.com/office/drawing/2014/main" id="{AB291A39-0B37-8545-D1F9-343A59682FA5}"/>
              </a:ext>
            </a:extLst>
          </p:cNvPr>
          <p:cNvSpPr txBox="1"/>
          <p:nvPr/>
        </p:nvSpPr>
        <p:spPr>
          <a:xfrm>
            <a:off x="901214" y="864684"/>
            <a:ext cx="9401810" cy="580352"/>
          </a:xfrm>
          <a:prstGeom prst="rect">
            <a:avLst/>
          </a:prstGeom>
          <a:noFill/>
        </p:spPr>
        <p:txBody>
          <a:bodyPr wrap="square" rtlCol="0" anchor="t">
            <a:spAutoFit/>
          </a:bodyPr>
          <a:lstStyle/>
          <a:p>
            <a:pPr marL="342900" indent="-342900">
              <a:lnSpc>
                <a:spcPct val="150000"/>
              </a:lnSpc>
              <a:buFont typeface="Wingdings" pitchFamily="2" charset="2"/>
              <a:buChar char="Ø"/>
            </a:pPr>
            <a:r>
              <a:rPr lang="zh-CN" altLang="en-US" sz="2400" dirty="0"/>
              <a:t>例：在汽车识别模型上进行微调用于识别卡车</a:t>
            </a:r>
          </a:p>
        </p:txBody>
      </p:sp>
      <p:pic>
        <p:nvPicPr>
          <p:cNvPr id="4" name="Picture 8">
            <a:extLst>
              <a:ext uri="{FF2B5EF4-FFF2-40B4-BE49-F238E27FC236}">
                <a16:creationId xmlns:a16="http://schemas.microsoft.com/office/drawing/2014/main" id="{C49E2B36-D467-2368-3C06-CA493A3D9E26}"/>
              </a:ext>
            </a:extLst>
          </p:cNvPr>
          <p:cNvPicPr>
            <a:picLocks noChangeAspect="1"/>
          </p:cNvPicPr>
          <p:nvPr/>
        </p:nvPicPr>
        <p:blipFill>
          <a:blip r:embed="rId2"/>
          <a:stretch>
            <a:fillRect/>
          </a:stretch>
        </p:blipFill>
        <p:spPr>
          <a:xfrm>
            <a:off x="1651338" y="4507908"/>
            <a:ext cx="1062874" cy="498983"/>
          </a:xfrm>
          <a:prstGeom prst="rect">
            <a:avLst/>
          </a:prstGeom>
        </p:spPr>
      </p:pic>
      <p:pic>
        <p:nvPicPr>
          <p:cNvPr id="5" name="Picture 9">
            <a:extLst>
              <a:ext uri="{FF2B5EF4-FFF2-40B4-BE49-F238E27FC236}">
                <a16:creationId xmlns:a16="http://schemas.microsoft.com/office/drawing/2014/main" id="{437AD3BB-8730-28DE-A295-E1A02C87C0B2}"/>
              </a:ext>
            </a:extLst>
          </p:cNvPr>
          <p:cNvPicPr>
            <a:picLocks noChangeAspect="1"/>
          </p:cNvPicPr>
          <p:nvPr/>
        </p:nvPicPr>
        <p:blipFill>
          <a:blip r:embed="rId3"/>
          <a:stretch>
            <a:fillRect/>
          </a:stretch>
        </p:blipFill>
        <p:spPr>
          <a:xfrm>
            <a:off x="10780022" y="2530952"/>
            <a:ext cx="1226065" cy="529740"/>
          </a:xfrm>
          <a:prstGeom prst="rect">
            <a:avLst/>
          </a:prstGeom>
        </p:spPr>
      </p:pic>
      <p:pic>
        <p:nvPicPr>
          <p:cNvPr id="6" name="Picture 1">
            <a:extLst>
              <a:ext uri="{FF2B5EF4-FFF2-40B4-BE49-F238E27FC236}">
                <a16:creationId xmlns:a16="http://schemas.microsoft.com/office/drawing/2014/main" id="{3888AD99-D576-F76E-1985-35BF7FC9BB51}"/>
              </a:ext>
            </a:extLst>
          </p:cNvPr>
          <p:cNvPicPr>
            <a:picLocks noChangeAspect="1"/>
          </p:cNvPicPr>
          <p:nvPr/>
        </p:nvPicPr>
        <p:blipFill>
          <a:blip r:embed="rId4"/>
          <a:stretch>
            <a:fillRect/>
          </a:stretch>
        </p:blipFill>
        <p:spPr>
          <a:xfrm>
            <a:off x="262702" y="1656598"/>
            <a:ext cx="4377875" cy="2278448"/>
          </a:xfrm>
          <a:prstGeom prst="rect">
            <a:avLst/>
          </a:prstGeom>
        </p:spPr>
      </p:pic>
      <p:sp>
        <p:nvSpPr>
          <p:cNvPr id="7" name="文本框 3">
            <a:extLst>
              <a:ext uri="{FF2B5EF4-FFF2-40B4-BE49-F238E27FC236}">
                <a16:creationId xmlns:a16="http://schemas.microsoft.com/office/drawing/2014/main" id="{B7C7970E-FF2A-4A5E-4B19-A72BEF0FB26E}"/>
              </a:ext>
            </a:extLst>
          </p:cNvPr>
          <p:cNvSpPr txBox="1"/>
          <p:nvPr/>
        </p:nvSpPr>
        <p:spPr>
          <a:xfrm>
            <a:off x="1253078" y="3935046"/>
            <a:ext cx="2126649" cy="498983"/>
          </a:xfrm>
          <a:prstGeom prst="rect">
            <a:avLst/>
          </a:prstGeom>
          <a:noFill/>
        </p:spPr>
        <p:txBody>
          <a:bodyPr wrap="square" rtlCol="0" anchor="t">
            <a:spAutoFit/>
          </a:bodyPr>
          <a:lstStyle/>
          <a:p>
            <a:pPr>
              <a:lnSpc>
                <a:spcPct val="150000"/>
              </a:lnSpc>
            </a:pPr>
            <a:r>
              <a:rPr lang="zh-CN" altLang="en-US" sz="2000" dirty="0">
                <a:solidFill>
                  <a:schemeClr val="accent1">
                    <a:lumMod val="75000"/>
                  </a:schemeClr>
                </a:solidFill>
              </a:rPr>
              <a:t>汽车识别模型</a:t>
            </a:r>
          </a:p>
        </p:txBody>
      </p:sp>
      <p:pic>
        <p:nvPicPr>
          <p:cNvPr id="8" name="Picture 3">
            <a:extLst>
              <a:ext uri="{FF2B5EF4-FFF2-40B4-BE49-F238E27FC236}">
                <a16:creationId xmlns:a16="http://schemas.microsoft.com/office/drawing/2014/main" id="{E4FBA5F4-CCCD-2C06-751E-864B768CD52E}"/>
              </a:ext>
            </a:extLst>
          </p:cNvPr>
          <p:cNvPicPr>
            <a:picLocks noChangeAspect="1"/>
          </p:cNvPicPr>
          <p:nvPr/>
        </p:nvPicPr>
        <p:blipFill>
          <a:blip r:embed="rId5"/>
          <a:stretch>
            <a:fillRect/>
          </a:stretch>
        </p:blipFill>
        <p:spPr>
          <a:xfrm>
            <a:off x="6236465" y="1628657"/>
            <a:ext cx="4543557" cy="2336687"/>
          </a:xfrm>
          <a:prstGeom prst="rect">
            <a:avLst/>
          </a:prstGeom>
        </p:spPr>
      </p:pic>
      <p:sp>
        <p:nvSpPr>
          <p:cNvPr id="9" name="文本框 3">
            <a:extLst>
              <a:ext uri="{FF2B5EF4-FFF2-40B4-BE49-F238E27FC236}">
                <a16:creationId xmlns:a16="http://schemas.microsoft.com/office/drawing/2014/main" id="{FA00A46C-3EB1-C637-3AC2-E0EA07FBDCF0}"/>
              </a:ext>
            </a:extLst>
          </p:cNvPr>
          <p:cNvSpPr txBox="1"/>
          <p:nvPr/>
        </p:nvSpPr>
        <p:spPr>
          <a:xfrm>
            <a:off x="7196687" y="4658005"/>
            <a:ext cx="2944837" cy="498983"/>
          </a:xfrm>
          <a:prstGeom prst="rect">
            <a:avLst/>
          </a:prstGeom>
          <a:noFill/>
        </p:spPr>
        <p:txBody>
          <a:bodyPr wrap="square" rtlCol="0" anchor="t">
            <a:spAutoFit/>
          </a:bodyPr>
          <a:lstStyle/>
          <a:p>
            <a:pPr algn="ctr">
              <a:lnSpc>
                <a:spcPct val="150000"/>
              </a:lnSpc>
            </a:pPr>
            <a:r>
              <a:rPr lang="zh-CN" altLang="en-US" sz="2000" dirty="0">
                <a:solidFill>
                  <a:schemeClr val="accent1">
                    <a:lumMod val="75000"/>
                  </a:schemeClr>
                </a:solidFill>
              </a:rPr>
              <a:t>卡车识别模型</a:t>
            </a:r>
          </a:p>
        </p:txBody>
      </p:sp>
      <p:pic>
        <p:nvPicPr>
          <p:cNvPr id="10" name="Picture 5">
            <a:extLst>
              <a:ext uri="{FF2B5EF4-FFF2-40B4-BE49-F238E27FC236}">
                <a16:creationId xmlns:a16="http://schemas.microsoft.com/office/drawing/2014/main" id="{152A16AF-FE23-7242-AB47-32CC1DD4F636}"/>
              </a:ext>
            </a:extLst>
          </p:cNvPr>
          <p:cNvPicPr>
            <a:picLocks noChangeAspect="1"/>
          </p:cNvPicPr>
          <p:nvPr/>
        </p:nvPicPr>
        <p:blipFill>
          <a:blip r:embed="rId6"/>
          <a:stretch>
            <a:fillRect/>
          </a:stretch>
        </p:blipFill>
        <p:spPr>
          <a:xfrm>
            <a:off x="7194823" y="3942628"/>
            <a:ext cx="613651" cy="580352"/>
          </a:xfrm>
          <a:prstGeom prst="rect">
            <a:avLst/>
          </a:prstGeom>
        </p:spPr>
      </p:pic>
      <p:pic>
        <p:nvPicPr>
          <p:cNvPr id="11" name="Picture 15">
            <a:extLst>
              <a:ext uri="{FF2B5EF4-FFF2-40B4-BE49-F238E27FC236}">
                <a16:creationId xmlns:a16="http://schemas.microsoft.com/office/drawing/2014/main" id="{8778D6C7-5983-444C-D593-A9C91B1C22D4}"/>
              </a:ext>
            </a:extLst>
          </p:cNvPr>
          <p:cNvPicPr>
            <a:picLocks noChangeAspect="1"/>
          </p:cNvPicPr>
          <p:nvPr/>
        </p:nvPicPr>
        <p:blipFill>
          <a:blip r:embed="rId6"/>
          <a:stretch>
            <a:fillRect/>
          </a:stretch>
        </p:blipFill>
        <p:spPr>
          <a:xfrm>
            <a:off x="8153181" y="3942628"/>
            <a:ext cx="613651" cy="580352"/>
          </a:xfrm>
          <a:prstGeom prst="rect">
            <a:avLst/>
          </a:prstGeom>
        </p:spPr>
      </p:pic>
      <p:pic>
        <p:nvPicPr>
          <p:cNvPr id="13" name="Picture 16">
            <a:extLst>
              <a:ext uri="{FF2B5EF4-FFF2-40B4-BE49-F238E27FC236}">
                <a16:creationId xmlns:a16="http://schemas.microsoft.com/office/drawing/2014/main" id="{71D63B3D-50D7-C02F-10E3-B5A708BF95BB}"/>
              </a:ext>
            </a:extLst>
          </p:cNvPr>
          <p:cNvPicPr>
            <a:picLocks noChangeAspect="1"/>
          </p:cNvPicPr>
          <p:nvPr/>
        </p:nvPicPr>
        <p:blipFill>
          <a:blip r:embed="rId6"/>
          <a:stretch>
            <a:fillRect/>
          </a:stretch>
        </p:blipFill>
        <p:spPr>
          <a:xfrm>
            <a:off x="9111539" y="3968914"/>
            <a:ext cx="613651" cy="580352"/>
          </a:xfrm>
          <a:prstGeom prst="rect">
            <a:avLst/>
          </a:prstGeom>
        </p:spPr>
      </p:pic>
      <p:pic>
        <p:nvPicPr>
          <p:cNvPr id="14" name="Picture 10">
            <a:extLst>
              <a:ext uri="{FF2B5EF4-FFF2-40B4-BE49-F238E27FC236}">
                <a16:creationId xmlns:a16="http://schemas.microsoft.com/office/drawing/2014/main" id="{E8950A12-41F9-B4AB-2BF5-21368CE58859}"/>
              </a:ext>
            </a:extLst>
          </p:cNvPr>
          <p:cNvPicPr>
            <a:picLocks noChangeAspect="1"/>
          </p:cNvPicPr>
          <p:nvPr/>
        </p:nvPicPr>
        <p:blipFill>
          <a:blip r:embed="rId7"/>
          <a:stretch>
            <a:fillRect/>
          </a:stretch>
        </p:blipFill>
        <p:spPr>
          <a:xfrm>
            <a:off x="5120680" y="1909997"/>
            <a:ext cx="1117600" cy="1771650"/>
          </a:xfrm>
          <a:prstGeom prst="rect">
            <a:avLst/>
          </a:prstGeom>
        </p:spPr>
      </p:pic>
      <p:sp>
        <p:nvSpPr>
          <p:cNvPr id="15" name="文本框 3">
            <a:extLst>
              <a:ext uri="{FF2B5EF4-FFF2-40B4-BE49-F238E27FC236}">
                <a16:creationId xmlns:a16="http://schemas.microsoft.com/office/drawing/2014/main" id="{AC8CD2BA-08E9-9B88-3AFD-00358370C043}"/>
              </a:ext>
            </a:extLst>
          </p:cNvPr>
          <p:cNvSpPr txBox="1"/>
          <p:nvPr/>
        </p:nvSpPr>
        <p:spPr>
          <a:xfrm>
            <a:off x="901214" y="5141916"/>
            <a:ext cx="10670502" cy="580352"/>
          </a:xfrm>
          <a:prstGeom prst="rect">
            <a:avLst/>
          </a:prstGeom>
          <a:noFill/>
        </p:spPr>
        <p:txBody>
          <a:bodyPr wrap="square" rtlCol="0" anchor="t">
            <a:spAutoFit/>
          </a:bodyPr>
          <a:lstStyle/>
          <a:p>
            <a:pPr marL="342900" indent="-342900">
              <a:lnSpc>
                <a:spcPct val="150000"/>
              </a:lnSpc>
              <a:buFont typeface="Wingdings" pitchFamily="2" charset="2"/>
              <a:buChar char="Ø"/>
            </a:pPr>
            <a:r>
              <a:rPr lang="zh-CN" altLang="en-US" sz="2400" dirty="0"/>
              <a:t>前面的</a:t>
            </a:r>
            <a:r>
              <a:rPr lang="en-US" altLang="zh-CN" sz="2400" dirty="0"/>
              <a:t>layer</a:t>
            </a:r>
            <a:r>
              <a:rPr lang="zh-CN" altLang="en-US" sz="2400" dirty="0"/>
              <a:t>的通常学习的是通用的特征，后面的</a:t>
            </a:r>
            <a:r>
              <a:rPr lang="en-US" altLang="zh-CN" sz="2400" dirty="0"/>
              <a:t>layer</a:t>
            </a:r>
            <a:r>
              <a:rPr lang="zh-CN" altLang="en-US" sz="2400" dirty="0"/>
              <a:t>学的是特殊的特征</a:t>
            </a:r>
          </a:p>
        </p:txBody>
      </p:sp>
      <p:sp>
        <p:nvSpPr>
          <p:cNvPr id="16" name="文本框 3">
            <a:extLst>
              <a:ext uri="{FF2B5EF4-FFF2-40B4-BE49-F238E27FC236}">
                <a16:creationId xmlns:a16="http://schemas.microsoft.com/office/drawing/2014/main" id="{3EC28B47-E0C4-B7CF-4E0D-8A241C55FAF7}"/>
              </a:ext>
            </a:extLst>
          </p:cNvPr>
          <p:cNvSpPr txBox="1"/>
          <p:nvPr/>
        </p:nvSpPr>
        <p:spPr>
          <a:xfrm>
            <a:off x="1378212" y="5786541"/>
            <a:ext cx="10193504" cy="580352"/>
          </a:xfrm>
          <a:prstGeom prst="rect">
            <a:avLst/>
          </a:prstGeom>
          <a:noFill/>
        </p:spPr>
        <p:txBody>
          <a:bodyPr wrap="square" rtlCol="0" anchor="t">
            <a:spAutoFit/>
          </a:bodyPr>
          <a:lstStyle/>
          <a:p>
            <a:pPr marL="342900" indent="-342900">
              <a:lnSpc>
                <a:spcPct val="150000"/>
              </a:lnSpc>
              <a:buFont typeface="Wingdings" pitchFamily="2" charset="2"/>
              <a:buChar char="ü"/>
            </a:pPr>
            <a:r>
              <a:rPr lang="zh-CN" altLang="en-US" sz="2400" dirty="0"/>
              <a:t>可采取固定前面的</a:t>
            </a:r>
            <a:r>
              <a:rPr lang="en-US" altLang="zh-CN" sz="2400" dirty="0"/>
              <a:t>layer</a:t>
            </a:r>
            <a:r>
              <a:rPr lang="zh-CN" altLang="en-US" sz="2400" dirty="0"/>
              <a:t>，只改变后面的输出层，再用数据训练输出层</a:t>
            </a:r>
            <a:endParaRPr lang="en-US" altLang="zh-CN" sz="2400" dirty="0"/>
          </a:p>
        </p:txBody>
      </p:sp>
      <p:sp>
        <p:nvSpPr>
          <p:cNvPr id="17" name="灯片编号占位符 16"/>
          <p:cNvSpPr>
            <a:spLocks noGrp="1"/>
          </p:cNvSpPr>
          <p:nvPr>
            <p:ph type="sldNum" sz="quarter" idx="14"/>
          </p:nvPr>
        </p:nvSpPr>
        <p:spPr/>
        <p:txBody>
          <a:bodyPr/>
          <a:lstStyle/>
          <a:p>
            <a:fld id="{AF69888C-E133-43D9-A638-B5C95925B91C}" type="slidenum">
              <a:rPr lang="zh-CN" altLang="en-US" smtClean="0"/>
              <a:t>51</a:t>
            </a:fld>
            <a:endParaRPr lang="zh-CN" altLang="en-US" dirty="0"/>
          </a:p>
        </p:txBody>
      </p:sp>
    </p:spTree>
    <p:extLst>
      <p:ext uri="{BB962C8B-B14F-4D97-AF65-F5344CB8AC3E}">
        <p14:creationId xmlns:p14="http://schemas.microsoft.com/office/powerpoint/2010/main" val="4145573857"/>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par>
                                <p:cTn id="26" presetID="3" presetClass="entr" presetSubtype="1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linds(horizontal)">
                                      <p:cBhvr>
                                        <p:cTn id="28" dur="500"/>
                                        <p:tgtEl>
                                          <p:spTgt spid="11"/>
                                        </p:tgtEl>
                                      </p:cBhvr>
                                    </p:animEffect>
                                  </p:childTnLst>
                                </p:cTn>
                              </p:par>
                              <p:par>
                                <p:cTn id="29" presetID="3" presetClass="entr" presetSubtype="1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linds(horizontal)">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blinds(horizontal)">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blinds(horizontal)">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blinds(horizontal)">
                                      <p:cBhvr>
                                        <p:cTn id="5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5" grpId="0"/>
      <p:bldP spid="1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2" name="文本框 1">
            <a:extLst>
              <a:ext uri="{FF2B5EF4-FFF2-40B4-BE49-F238E27FC236}">
                <a16:creationId xmlns:a16="http://schemas.microsoft.com/office/drawing/2014/main" id="{7C414BFE-E0E9-310F-D380-7B788F28B628}"/>
              </a:ext>
            </a:extLst>
          </p:cNvPr>
          <p:cNvSpPr txBox="1"/>
          <p:nvPr/>
        </p:nvSpPr>
        <p:spPr>
          <a:xfrm>
            <a:off x="604531" y="9260"/>
            <a:ext cx="6096000" cy="1015663"/>
          </a:xfrm>
          <a:prstGeom prst="rect">
            <a:avLst/>
          </a:prstGeom>
          <a:noFill/>
        </p:spPr>
        <p:txBody>
          <a:bodyPr wrap="square">
            <a:spAutoFit/>
          </a:bodyPr>
          <a:lstStyle/>
          <a:p>
            <a:pPr algn="l">
              <a:lnSpc>
                <a:spcPct val="150000"/>
              </a:lnSpc>
            </a:pPr>
            <a:r>
              <a:rPr lang="en-US" altLang="zh-CN" sz="4000" b="1" dirty="0">
                <a:sym typeface="+mn-ea"/>
              </a:rPr>
              <a:t>5</a:t>
            </a:r>
            <a:r>
              <a:rPr lang="zh-CN" altLang="en-US" sz="4000" b="1" dirty="0">
                <a:sym typeface="+mn-ea"/>
              </a:rPr>
              <a:t> 模型微调</a:t>
            </a:r>
            <a:endParaRPr lang="en-US" altLang="zh-CN" sz="4000" b="1" dirty="0">
              <a:sym typeface="+mn-ea"/>
            </a:endParaRPr>
          </a:p>
        </p:txBody>
      </p:sp>
      <p:sp>
        <p:nvSpPr>
          <p:cNvPr id="3" name="Shape 135">
            <a:extLst>
              <a:ext uri="{FF2B5EF4-FFF2-40B4-BE49-F238E27FC236}">
                <a16:creationId xmlns:a16="http://schemas.microsoft.com/office/drawing/2014/main" id="{94ABDB64-50CD-3A91-040E-062B7142DDD9}"/>
              </a:ext>
            </a:extLst>
          </p:cNvPr>
          <p:cNvSpPr txBox="1"/>
          <p:nvPr/>
        </p:nvSpPr>
        <p:spPr>
          <a:xfrm>
            <a:off x="863260" y="1223607"/>
            <a:ext cx="10933430" cy="2855561"/>
          </a:xfrm>
          <a:prstGeom prst="rect">
            <a:avLst/>
          </a:prstGeom>
          <a:noFill/>
          <a:ln>
            <a:noFill/>
          </a:ln>
        </p:spPr>
        <p:txBody>
          <a:bodyPr spcFirstLastPara="1" wrap="square" lIns="121900" tIns="121900" rIns="121900" bIns="121900" anchor="t" anchorCtr="0">
            <a:noAutofit/>
          </a:bodyPr>
          <a:lstStyle/>
          <a:p>
            <a:pPr marL="342900" lvl="0" indent="-342900">
              <a:lnSpc>
                <a:spcPct val="150000"/>
              </a:lnSpc>
              <a:buFont typeface="Wingdings" pitchFamily="2" charset="2"/>
              <a:buChar char="q"/>
            </a:pPr>
            <a:r>
              <a:rPr lang="zh-CN" sz="24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预训练模型</a:t>
            </a:r>
            <a:r>
              <a:rPr 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是已经用数据集训练</a:t>
            </a:r>
            <a:r>
              <a:rPr lang="zh-CN" sz="2400" dirty="0">
                <a:latin typeface="微软雅黑" panose="020B0503020204020204" pitchFamily="34" charset="-122"/>
                <a:ea typeface="微软雅黑" panose="020B0503020204020204" pitchFamily="34" charset="-122"/>
                <a:cs typeface="微软雅黑" panose="020B0503020204020204" pitchFamily="34" charset="-122"/>
              </a:rPr>
              <a:t>好了的模型</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，比如</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VGG16/19</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Resnet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等模型，这些通常是用大型数据集，如</a:t>
            </a:r>
            <a:r>
              <a:rPr lang="en-US" altLang="zh-CN" sz="2400" dirty="0" err="1">
                <a:latin typeface="微软雅黑" panose="020B0503020204020204" pitchFamily="34" charset="-122"/>
                <a:ea typeface="微软雅黑" panose="020B0503020204020204" pitchFamily="34" charset="-122"/>
                <a:cs typeface="微软雅黑" panose="020B0503020204020204" pitchFamily="34" charset="-122"/>
              </a:rPr>
              <a:t>Imagenet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COCO</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等训练好模型参数</a:t>
            </a:r>
            <a:endParaRPr lang="zh-CN"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rtl="0" fontAlgn="auto">
              <a:lnSpc>
                <a:spcPct val="150000"/>
              </a:lnSpc>
              <a:spcBef>
                <a:spcPts val="0"/>
              </a:spcBef>
              <a:spcAft>
                <a:spcPts val="0"/>
              </a:spcAft>
              <a:buFont typeface="Wingdings" pitchFamily="2" charset="2"/>
              <a:buChar char="q"/>
            </a:pPr>
            <a:r>
              <a:rPr lang="zh-CN" sz="2400" dirty="0">
                <a:latin typeface="微软雅黑" panose="020B0503020204020204" pitchFamily="34" charset="-122"/>
                <a:ea typeface="微软雅黑" panose="020B0503020204020204" pitchFamily="34" charset="-122"/>
                <a:cs typeface="微软雅黑" panose="020B0503020204020204" pitchFamily="34" charset="-122"/>
              </a:rPr>
              <a:t> 正常情况下，我们常用的VGG16/19等网络已经是他人调试好的优秀网络，我们无需再修改其网络结构。</a:t>
            </a:r>
          </a:p>
          <a:p>
            <a:pPr marL="0" lvl="0" indent="0" rtl="0">
              <a:spcBef>
                <a:spcPts val="0"/>
              </a:spcBef>
              <a:spcAft>
                <a:spcPts val="0"/>
              </a:spcAft>
              <a:buNone/>
            </a:pPr>
            <a:endParaRPr sz="2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4">
            <a:extLst>
              <a:ext uri="{FF2B5EF4-FFF2-40B4-BE49-F238E27FC236}">
                <a16:creationId xmlns:a16="http://schemas.microsoft.com/office/drawing/2014/main" id="{F64CF50C-D21E-E693-BA4C-E48E147CB8E1}"/>
              </a:ext>
            </a:extLst>
          </p:cNvPr>
          <p:cNvSpPr txBox="1"/>
          <p:nvPr/>
        </p:nvSpPr>
        <p:spPr>
          <a:xfrm>
            <a:off x="604531" y="915021"/>
            <a:ext cx="2976245" cy="424732"/>
          </a:xfrm>
          <a:prstGeom prst="rect">
            <a:avLst/>
          </a:prstGeom>
          <a:noFill/>
          <a:ln>
            <a:noFill/>
          </a:ln>
        </p:spPr>
        <p:txBody>
          <a:bodyPr wrap="square" rtlCol="0">
            <a:spAutoFit/>
          </a:bodyPr>
          <a:lstStyle/>
          <a:p>
            <a:pPr marL="342900" indent="-342900" defTabSz="685800">
              <a:lnSpc>
                <a:spcPct val="90000"/>
              </a:lnSpc>
              <a:spcBef>
                <a:spcPts val="750"/>
              </a:spcBef>
              <a:buFont typeface="Wingdings" pitchFamily="2" charset="2"/>
              <a:buChar char="Ø"/>
            </a:pPr>
            <a:r>
              <a:rPr lang="zh-CN" altLang="en-US"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什么是预训练模型</a:t>
            </a:r>
          </a:p>
        </p:txBody>
      </p:sp>
      <p:pic>
        <p:nvPicPr>
          <p:cNvPr id="5" name="Shape 141">
            <a:extLst>
              <a:ext uri="{FF2B5EF4-FFF2-40B4-BE49-F238E27FC236}">
                <a16:creationId xmlns:a16="http://schemas.microsoft.com/office/drawing/2014/main" id="{979B9B35-1FEC-4FC1-B91E-92C1FA32F562}"/>
              </a:ext>
            </a:extLst>
          </p:cNvPr>
          <p:cNvPicPr preferRelativeResize="0"/>
          <p:nvPr/>
        </p:nvPicPr>
        <p:blipFill rotWithShape="1">
          <a:blip r:embed="rId2"/>
          <a:srcRect b="44839"/>
          <a:stretch/>
        </p:blipFill>
        <p:spPr>
          <a:xfrm>
            <a:off x="2047475" y="3659884"/>
            <a:ext cx="8565000" cy="2591695"/>
          </a:xfrm>
          <a:prstGeom prst="rect">
            <a:avLst/>
          </a:prstGeom>
          <a:noFill/>
          <a:ln>
            <a:noFill/>
          </a:ln>
        </p:spPr>
      </p:pic>
      <p:sp>
        <p:nvSpPr>
          <p:cNvPr id="6" name="Shape 135">
            <a:extLst>
              <a:ext uri="{FF2B5EF4-FFF2-40B4-BE49-F238E27FC236}">
                <a16:creationId xmlns:a16="http://schemas.microsoft.com/office/drawing/2014/main" id="{8597E53F-C21B-00E2-DA46-279164B11C03}"/>
              </a:ext>
            </a:extLst>
          </p:cNvPr>
          <p:cNvSpPr txBox="1"/>
          <p:nvPr/>
        </p:nvSpPr>
        <p:spPr>
          <a:xfrm>
            <a:off x="2202827" y="5705119"/>
            <a:ext cx="1863231" cy="910181"/>
          </a:xfrm>
          <a:prstGeom prst="rect">
            <a:avLst/>
          </a:prstGeom>
          <a:noFill/>
          <a:ln>
            <a:noFill/>
          </a:ln>
        </p:spPr>
        <p:txBody>
          <a:bodyPr spcFirstLastPara="1" wrap="square" lIns="121900" tIns="121900" rIns="121900" bIns="121900" anchor="t" anchorCtr="0">
            <a:noAutofit/>
          </a:bodyPr>
          <a:lstStyle/>
          <a:p>
            <a:pPr lvl="0">
              <a:lnSpc>
                <a:spcPct val="150000"/>
              </a:lnSpc>
            </a:pPr>
            <a:r>
              <a:rPr lang="en-US" altLang="zh-CN" sz="3600" b="1"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a:t>
            </a:r>
            <a:endParaRPr sz="3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灯片编号占位符 6"/>
          <p:cNvSpPr>
            <a:spLocks noGrp="1"/>
          </p:cNvSpPr>
          <p:nvPr>
            <p:ph type="sldNum" sz="quarter" idx="14"/>
          </p:nvPr>
        </p:nvSpPr>
        <p:spPr/>
        <p:txBody>
          <a:bodyPr/>
          <a:lstStyle/>
          <a:p>
            <a:fld id="{AF69888C-E133-43D9-A638-B5C95925B91C}" type="slidenum">
              <a:rPr lang="zh-CN" altLang="en-US" smtClean="0"/>
              <a:t>52</a:t>
            </a:fld>
            <a:endParaRPr lang="zh-CN" altLang="en-US" dirty="0"/>
          </a:p>
        </p:txBody>
      </p:sp>
    </p:spTree>
    <p:extLst>
      <p:ext uri="{BB962C8B-B14F-4D97-AF65-F5344CB8AC3E}">
        <p14:creationId xmlns:p14="http://schemas.microsoft.com/office/powerpoint/2010/main" val="4061939361"/>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2" name="文本框 1">
            <a:extLst>
              <a:ext uri="{FF2B5EF4-FFF2-40B4-BE49-F238E27FC236}">
                <a16:creationId xmlns:a16="http://schemas.microsoft.com/office/drawing/2014/main" id="{7C414BFE-E0E9-310F-D380-7B788F28B628}"/>
              </a:ext>
            </a:extLst>
          </p:cNvPr>
          <p:cNvSpPr txBox="1"/>
          <p:nvPr/>
        </p:nvSpPr>
        <p:spPr>
          <a:xfrm>
            <a:off x="604531" y="9260"/>
            <a:ext cx="6096000" cy="1015663"/>
          </a:xfrm>
          <a:prstGeom prst="rect">
            <a:avLst/>
          </a:prstGeom>
          <a:noFill/>
        </p:spPr>
        <p:txBody>
          <a:bodyPr wrap="square">
            <a:spAutoFit/>
          </a:bodyPr>
          <a:lstStyle/>
          <a:p>
            <a:pPr algn="l">
              <a:lnSpc>
                <a:spcPct val="150000"/>
              </a:lnSpc>
            </a:pPr>
            <a:r>
              <a:rPr lang="en-US" altLang="zh-CN" sz="4000" b="1" dirty="0">
                <a:sym typeface="+mn-ea"/>
              </a:rPr>
              <a:t>5</a:t>
            </a:r>
            <a:r>
              <a:rPr lang="zh-CN" altLang="en-US" sz="4000" b="1" dirty="0">
                <a:sym typeface="+mn-ea"/>
              </a:rPr>
              <a:t> 模型微调</a:t>
            </a:r>
            <a:endParaRPr lang="en-US" altLang="zh-CN" sz="4000" b="1" dirty="0">
              <a:sym typeface="+mn-ea"/>
            </a:endParaRPr>
          </a:p>
        </p:txBody>
      </p:sp>
      <p:sp>
        <p:nvSpPr>
          <p:cNvPr id="3" name="Shape 159">
            <a:extLst>
              <a:ext uri="{FF2B5EF4-FFF2-40B4-BE49-F238E27FC236}">
                <a16:creationId xmlns:a16="http://schemas.microsoft.com/office/drawing/2014/main" id="{14627267-1129-10A3-EFBA-61739B6CD20A}"/>
              </a:ext>
            </a:extLst>
          </p:cNvPr>
          <p:cNvSpPr txBox="1"/>
          <p:nvPr/>
        </p:nvSpPr>
        <p:spPr>
          <a:xfrm>
            <a:off x="1009656" y="1969325"/>
            <a:ext cx="5692000" cy="664000"/>
          </a:xfrm>
          <a:prstGeom prst="rect">
            <a:avLst/>
          </a:prstGeom>
          <a:noFill/>
          <a:ln>
            <a:noFill/>
          </a:ln>
        </p:spPr>
        <p:txBody>
          <a:bodyPr spcFirstLastPara="1" wrap="square" lIns="121900" tIns="121900" rIns="121900" bIns="121900" anchor="t" anchorCtr="0">
            <a:noAutofit/>
          </a:bodyPr>
          <a:lstStyle/>
          <a:p>
            <a:pPr marL="0" lvl="0" indent="0" rtl="0">
              <a:spcBef>
                <a:spcPts val="0"/>
              </a:spcBef>
              <a:spcAft>
                <a:spcPts val="0"/>
              </a:spcAft>
              <a:buNone/>
            </a:pPr>
            <a:endParaRPr sz="2400"/>
          </a:p>
        </p:txBody>
      </p:sp>
      <p:sp>
        <p:nvSpPr>
          <p:cNvPr id="4" name="Shape 160">
            <a:extLst>
              <a:ext uri="{FF2B5EF4-FFF2-40B4-BE49-F238E27FC236}">
                <a16:creationId xmlns:a16="http://schemas.microsoft.com/office/drawing/2014/main" id="{AADC6213-F312-D4A9-2168-74364A2A5328}"/>
              </a:ext>
            </a:extLst>
          </p:cNvPr>
          <p:cNvSpPr txBox="1"/>
          <p:nvPr/>
        </p:nvSpPr>
        <p:spPr>
          <a:xfrm>
            <a:off x="879040" y="1429407"/>
            <a:ext cx="10782429" cy="4635062"/>
          </a:xfrm>
          <a:prstGeom prst="rect">
            <a:avLst/>
          </a:prstGeom>
          <a:noFill/>
          <a:ln>
            <a:noFill/>
          </a:ln>
        </p:spPr>
        <p:txBody>
          <a:bodyPr spcFirstLastPara="1" wrap="square" lIns="121900" tIns="121900" rIns="121900" bIns="121900" anchor="ctr" anchorCtr="0">
            <a:noAutofit/>
          </a:bodyPr>
          <a:lstStyle/>
          <a:p>
            <a:pPr marL="0" lvl="0" indent="0" rtl="0" fontAlgn="auto">
              <a:lnSpc>
                <a:spcPct val="150000"/>
              </a:lnSpc>
              <a:spcBef>
                <a:spcPts val="0"/>
              </a:spcBef>
              <a:spcAft>
                <a:spcPts val="0"/>
              </a:spcAft>
              <a:buNone/>
            </a:pPr>
            <a:r>
              <a:rPr lang="zh-CN" sz="2400" dirty="0">
                <a:latin typeface="微软雅黑" panose="020B0503020204020204" pitchFamily="34" charset="-122"/>
                <a:ea typeface="微软雅黑" panose="020B0503020204020204" pitchFamily="34" charset="-122"/>
                <a:cs typeface="微软雅黑" panose="020B0503020204020204" pitchFamily="34" charset="-122"/>
              </a:rPr>
              <a:t>普通预训练模型的特点是：</a:t>
            </a:r>
          </a:p>
          <a:p>
            <a:pPr marL="0" lvl="0" indent="0" fontAlgn="auto">
              <a:lnSpc>
                <a:spcPct val="150000"/>
              </a:lnSpc>
              <a:spcBef>
                <a:spcPts val="0"/>
              </a:spcBef>
              <a:spcAft>
                <a:spcPts val="0"/>
              </a:spcAft>
              <a:buNone/>
            </a:pPr>
            <a:r>
              <a:rPr lang="zh-CN" sz="2400" dirty="0">
                <a:latin typeface="微软雅黑" panose="020B0503020204020204" pitchFamily="34" charset="-122"/>
                <a:ea typeface="微软雅黑" panose="020B0503020204020204" pitchFamily="34" charset="-122"/>
                <a:cs typeface="微软雅黑" panose="020B0503020204020204" pitchFamily="34" charset="-122"/>
              </a:rPr>
              <a:t>用了大型数据集做训练，已经具备了</a:t>
            </a:r>
            <a:r>
              <a:rPr 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提取浅层基础特征和深层抽象特征的能力</a:t>
            </a:r>
            <a:r>
              <a:rPr lang="zh-CN" sz="2400" dirty="0">
                <a:latin typeface="微软雅黑" panose="020B0503020204020204" pitchFamily="34" charset="-122"/>
                <a:ea typeface="微软雅黑" panose="020B0503020204020204" pitchFamily="34" charset="-122"/>
                <a:cs typeface="微软雅黑" panose="020B0503020204020204" pitchFamily="34" charset="-122"/>
              </a:rPr>
              <a:t>。</a:t>
            </a:r>
          </a:p>
          <a:p>
            <a:pPr marL="0" lvl="0" indent="0" fontAlgn="auto">
              <a:lnSpc>
                <a:spcPct val="150000"/>
              </a:lnSpc>
              <a:spcBef>
                <a:spcPts val="0"/>
              </a:spcBef>
              <a:spcAft>
                <a:spcPts val="0"/>
              </a:spcAft>
              <a:buNone/>
            </a:pPr>
            <a:endParaRPr 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fontAlgn="auto">
              <a:lnSpc>
                <a:spcPct val="150000"/>
              </a:lnSpc>
              <a:spcBef>
                <a:spcPts val="0"/>
              </a:spcBef>
              <a:spcAft>
                <a:spcPts val="0"/>
              </a:spcAft>
              <a:buNone/>
            </a:pPr>
            <a:r>
              <a:rPr lang="zh-CN" sz="2400" dirty="0">
                <a:latin typeface="微软雅黑" panose="020B0503020204020204" pitchFamily="34" charset="-122"/>
                <a:ea typeface="微软雅黑" panose="020B0503020204020204" pitchFamily="34" charset="-122"/>
                <a:cs typeface="微软雅黑" panose="020B0503020204020204" pitchFamily="34" charset="-122"/>
              </a:rPr>
              <a:t>不做微调：</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fontAlgn="auto">
              <a:lnSpc>
                <a:spcPct val="150000"/>
              </a:lnSpc>
              <a:spcBef>
                <a:spcPts val="0"/>
              </a:spcBef>
              <a:spcAft>
                <a:spcPts val="0"/>
              </a:spcAft>
              <a:buNone/>
            </a:pPr>
            <a:r>
              <a:rPr lang="zh-CN" sz="2400" dirty="0">
                <a:latin typeface="微软雅黑" panose="020B0503020204020204" pitchFamily="34" charset="-122"/>
                <a:ea typeface="微软雅黑" panose="020B0503020204020204" pitchFamily="34" charset="-122"/>
                <a:cs typeface="微软雅黑" panose="020B0503020204020204" pitchFamily="34" charset="-122"/>
              </a:rPr>
              <a:t>（1）从头开始训练，需要大量的数据，计算时间和计算资源。</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fontAlgn="auto">
              <a:lnSpc>
                <a:spcPct val="150000"/>
              </a:lnSpc>
              <a:spcBef>
                <a:spcPts val="0"/>
              </a:spcBef>
              <a:spcAft>
                <a:spcPts val="0"/>
              </a:spcAft>
              <a:buNone/>
            </a:pPr>
            <a:r>
              <a:rPr lang="zh-CN" sz="2400" dirty="0">
                <a:latin typeface="微软雅黑" panose="020B0503020204020204" pitchFamily="34" charset="-122"/>
                <a:ea typeface="微软雅黑" panose="020B0503020204020204" pitchFamily="34" charset="-122"/>
                <a:cs typeface="微软雅黑" panose="020B0503020204020204" pitchFamily="34" charset="-122"/>
              </a:rPr>
              <a:t>（2）存在模型不收敛，参数不够优化，准确率低，模型泛化能力低，容易过拟合等风险。</a:t>
            </a:r>
            <a:endParaRPr sz="24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fontAlgn="auto">
              <a:lnSpc>
                <a:spcPct val="150000"/>
              </a:lnSpc>
              <a:spcBef>
                <a:spcPts val="0"/>
              </a:spcBef>
              <a:spcAft>
                <a:spcPts val="0"/>
              </a:spcAft>
              <a:buNone/>
            </a:pPr>
            <a:r>
              <a:rPr 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使用微调：有效避免了上述可能存在的问题。</a:t>
            </a:r>
          </a:p>
        </p:txBody>
      </p:sp>
      <p:sp>
        <p:nvSpPr>
          <p:cNvPr id="5" name="文本框 4">
            <a:extLst>
              <a:ext uri="{FF2B5EF4-FFF2-40B4-BE49-F238E27FC236}">
                <a16:creationId xmlns:a16="http://schemas.microsoft.com/office/drawing/2014/main" id="{DB4908C6-80F6-36B4-D87D-13268C44B988}"/>
              </a:ext>
            </a:extLst>
          </p:cNvPr>
          <p:cNvSpPr txBox="1"/>
          <p:nvPr/>
        </p:nvSpPr>
        <p:spPr>
          <a:xfrm>
            <a:off x="604531" y="1154860"/>
            <a:ext cx="2976245" cy="424732"/>
          </a:xfrm>
          <a:prstGeom prst="rect">
            <a:avLst/>
          </a:prstGeom>
          <a:noFill/>
          <a:ln>
            <a:noFill/>
          </a:ln>
        </p:spPr>
        <p:txBody>
          <a:bodyPr wrap="square" rtlCol="0">
            <a:spAutoFit/>
          </a:bodyPr>
          <a:lstStyle/>
          <a:p>
            <a:pPr marL="342900" indent="-342900" defTabSz="685800">
              <a:lnSpc>
                <a:spcPct val="90000"/>
              </a:lnSpc>
              <a:spcBef>
                <a:spcPts val="750"/>
              </a:spcBef>
              <a:buFont typeface="Wingdings" pitchFamily="2" charset="2"/>
              <a:buChar char="Ø"/>
            </a:pPr>
            <a:r>
              <a:rPr lang="zh-CN" altLang="en-US"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为什么要做微调？</a:t>
            </a:r>
          </a:p>
        </p:txBody>
      </p:sp>
      <p:sp>
        <p:nvSpPr>
          <p:cNvPr id="6" name="灯片编号占位符 5"/>
          <p:cNvSpPr>
            <a:spLocks noGrp="1"/>
          </p:cNvSpPr>
          <p:nvPr>
            <p:ph type="sldNum" sz="quarter" idx="14"/>
          </p:nvPr>
        </p:nvSpPr>
        <p:spPr/>
        <p:txBody>
          <a:bodyPr/>
          <a:lstStyle/>
          <a:p>
            <a:fld id="{AF69888C-E133-43D9-A638-B5C95925B91C}" type="slidenum">
              <a:rPr lang="zh-CN" altLang="en-US" smtClean="0"/>
              <a:t>53</a:t>
            </a:fld>
            <a:endParaRPr lang="zh-CN" altLang="en-US" dirty="0"/>
          </a:p>
        </p:txBody>
      </p:sp>
    </p:spTree>
    <p:extLst>
      <p:ext uri="{BB962C8B-B14F-4D97-AF65-F5344CB8AC3E}">
        <p14:creationId xmlns:p14="http://schemas.microsoft.com/office/powerpoint/2010/main" val="825236812"/>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2" name="文本框 1">
            <a:extLst>
              <a:ext uri="{FF2B5EF4-FFF2-40B4-BE49-F238E27FC236}">
                <a16:creationId xmlns:a16="http://schemas.microsoft.com/office/drawing/2014/main" id="{7C414BFE-E0E9-310F-D380-7B788F28B628}"/>
              </a:ext>
            </a:extLst>
          </p:cNvPr>
          <p:cNvSpPr txBox="1"/>
          <p:nvPr/>
        </p:nvSpPr>
        <p:spPr>
          <a:xfrm>
            <a:off x="604531" y="9260"/>
            <a:ext cx="6096000" cy="1015663"/>
          </a:xfrm>
          <a:prstGeom prst="rect">
            <a:avLst/>
          </a:prstGeom>
          <a:noFill/>
        </p:spPr>
        <p:txBody>
          <a:bodyPr wrap="square">
            <a:spAutoFit/>
          </a:bodyPr>
          <a:lstStyle/>
          <a:p>
            <a:pPr algn="l">
              <a:lnSpc>
                <a:spcPct val="150000"/>
              </a:lnSpc>
            </a:pPr>
            <a:r>
              <a:rPr lang="en-US" altLang="zh-CN" sz="4000" b="1" dirty="0">
                <a:sym typeface="+mn-ea"/>
              </a:rPr>
              <a:t>5</a:t>
            </a:r>
            <a:r>
              <a:rPr lang="zh-CN" altLang="en-US" sz="4000" b="1" dirty="0">
                <a:sym typeface="+mn-ea"/>
              </a:rPr>
              <a:t> 模型微调</a:t>
            </a:r>
            <a:endParaRPr lang="en-US" altLang="zh-CN" sz="4000" b="1" dirty="0">
              <a:sym typeface="+mn-ea"/>
            </a:endParaRPr>
          </a:p>
        </p:txBody>
      </p:sp>
      <p:sp>
        <p:nvSpPr>
          <p:cNvPr id="3" name="Shape 167">
            <a:extLst>
              <a:ext uri="{FF2B5EF4-FFF2-40B4-BE49-F238E27FC236}">
                <a16:creationId xmlns:a16="http://schemas.microsoft.com/office/drawing/2014/main" id="{C49FBB2F-90C7-D6C3-CA60-2CF5E9DF3247}"/>
              </a:ext>
            </a:extLst>
          </p:cNvPr>
          <p:cNvSpPr txBox="1"/>
          <p:nvPr/>
        </p:nvSpPr>
        <p:spPr>
          <a:xfrm>
            <a:off x="1040130" y="1998980"/>
            <a:ext cx="10111105" cy="3281045"/>
          </a:xfrm>
          <a:prstGeom prst="rect">
            <a:avLst/>
          </a:prstGeom>
          <a:noFill/>
          <a:ln>
            <a:noFill/>
          </a:ln>
        </p:spPr>
        <p:txBody>
          <a:bodyPr spcFirstLastPara="1" wrap="square" lIns="121900" tIns="121900" rIns="121900" bIns="121900" anchor="t" anchorCtr="0">
            <a:noAutofit/>
          </a:bodyPr>
          <a:lstStyle/>
          <a:p>
            <a:pPr marL="342900" lvl="0" indent="-342900" fontAlgn="auto">
              <a:lnSpc>
                <a:spcPct val="150000"/>
              </a:lnSpc>
              <a:spcBef>
                <a:spcPts val="0"/>
              </a:spcBef>
              <a:spcAft>
                <a:spcPts val="0"/>
              </a:spcAft>
              <a:buFont typeface="Wingdings" pitchFamily="2" charset="2"/>
              <a:buChar char="q"/>
            </a:pPr>
            <a:r>
              <a:rPr lang="zh-CN" sz="2400" dirty="0">
                <a:latin typeface="微软雅黑" panose="020B0503020204020204" pitchFamily="34" charset="-122"/>
                <a:ea typeface="微软雅黑" panose="020B0503020204020204" pitchFamily="34" charset="-122"/>
                <a:cs typeface="微软雅黑" panose="020B0503020204020204" pitchFamily="34" charset="-122"/>
              </a:rPr>
              <a:t>要使用的数据集和预训练模型的</a:t>
            </a:r>
            <a:r>
              <a:rPr 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数据集相似</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（若</a:t>
            </a:r>
            <a:r>
              <a:rPr lang="zh-CN" altLang="en-CN" sz="2400" dirty="0">
                <a:latin typeface="微软雅黑" panose="020B0503020204020204" pitchFamily="34" charset="-122"/>
                <a:ea typeface="微软雅黑" panose="020B0503020204020204" pitchFamily="34" charset="-122"/>
                <a:cs typeface="微软雅黑" panose="020B0503020204020204" pitchFamily="34" charset="-122"/>
              </a:rPr>
              <a:t>不相似</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则效果不好，因为源模型（如自然风景识别）和目标模型（如人脸识别）特征提取不同，相应的参数也不同）</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fontAlgn="auto">
              <a:lnSpc>
                <a:spcPct val="150000"/>
              </a:lnSpc>
              <a:spcBef>
                <a:spcPts val="0"/>
              </a:spcBef>
              <a:spcAft>
                <a:spcPts val="0"/>
              </a:spcAft>
              <a:buFont typeface="Wingdings" pitchFamily="2" charset="2"/>
              <a:buChar char="q"/>
            </a:pPr>
            <a:r>
              <a:rPr lang="zh-CN" sz="2400" dirty="0">
                <a:highlight>
                  <a:srgbClr val="FFFFFF"/>
                </a:highlight>
                <a:latin typeface="微软雅黑" panose="020B0503020204020204" pitchFamily="34" charset="-122"/>
                <a:ea typeface="微软雅黑" panose="020B0503020204020204" pitchFamily="34" charset="-122"/>
                <a:cs typeface="微软雅黑" panose="020B0503020204020204" pitchFamily="34" charset="-122"/>
                <a:sym typeface="+mn-ea"/>
              </a:rPr>
              <a:t>自己搭建</a:t>
            </a:r>
            <a:r>
              <a:rPr lang="zh-CN" altLang="en-US" sz="2400" dirty="0">
                <a:highlight>
                  <a:srgbClr val="FFFFFF"/>
                </a:highlight>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zh-CN" sz="2400" dirty="0">
                <a:highlight>
                  <a:srgbClr val="FFFFFF"/>
                </a:highlight>
                <a:latin typeface="微软雅黑" panose="020B0503020204020204" pitchFamily="34" charset="-122"/>
                <a:ea typeface="微软雅黑" panose="020B0503020204020204" pitchFamily="34" charset="-122"/>
                <a:cs typeface="微软雅黑" panose="020B0503020204020204" pitchFamily="34" charset="-122"/>
                <a:sym typeface="+mn-ea"/>
              </a:rPr>
              <a:t>模型</a:t>
            </a:r>
            <a:r>
              <a:rPr lang="zh-CN" sz="2400" dirty="0">
                <a:solidFill>
                  <a:schemeClr val="accent1"/>
                </a:solidFill>
                <a:highlight>
                  <a:srgbClr val="FFFFFF"/>
                </a:highlight>
                <a:latin typeface="微软雅黑" panose="020B0503020204020204" pitchFamily="34" charset="-122"/>
                <a:ea typeface="微软雅黑" panose="020B0503020204020204" pitchFamily="34" charset="-122"/>
                <a:cs typeface="微软雅黑" panose="020B0503020204020204" pitchFamily="34" charset="-122"/>
                <a:sym typeface="+mn-ea"/>
              </a:rPr>
              <a:t>正确率太低</a:t>
            </a:r>
            <a:endParaRPr sz="2400" dirty="0">
              <a:solidFill>
                <a:srgbClr val="1A1A1A"/>
              </a:solidFill>
              <a:highlight>
                <a:srgbClr val="FFFFFF"/>
              </a:highlight>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Wingdings" pitchFamily="2" charset="2"/>
              <a:buChar char="q"/>
            </a:pPr>
            <a:r>
              <a:rPr lang="zh-CN" sz="2400" dirty="0">
                <a:highlight>
                  <a:srgbClr val="FFFFFF"/>
                </a:highlight>
                <a:latin typeface="微软雅黑" panose="020B0503020204020204" pitchFamily="34" charset="-122"/>
                <a:ea typeface="微软雅黑" panose="020B0503020204020204" pitchFamily="34" charset="-122"/>
                <a:cs typeface="微软雅黑" panose="020B0503020204020204" pitchFamily="34" charset="-122"/>
                <a:sym typeface="+mn-ea"/>
              </a:rPr>
              <a:t>数据集相似，但</a:t>
            </a:r>
            <a:r>
              <a:rPr lang="zh-CN" sz="2400" dirty="0">
                <a:solidFill>
                  <a:schemeClr val="accent1"/>
                </a:solidFill>
                <a:highlight>
                  <a:srgbClr val="FFFFFF"/>
                </a:highlight>
                <a:latin typeface="微软雅黑" panose="020B0503020204020204" pitchFamily="34" charset="-122"/>
                <a:ea typeface="微软雅黑" panose="020B0503020204020204" pitchFamily="34" charset="-122"/>
                <a:cs typeface="微软雅黑" panose="020B0503020204020204" pitchFamily="34" charset="-122"/>
                <a:sym typeface="+mn-ea"/>
              </a:rPr>
              <a:t>数据集数量太少</a:t>
            </a:r>
            <a:r>
              <a:rPr lang="zh-CN" altLang="en-US" sz="2400" dirty="0">
                <a:solidFill>
                  <a:schemeClr val="dk2"/>
                </a:solidFill>
                <a:highlight>
                  <a:srgbClr val="FFFFFF"/>
                </a:highligh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dirty="0">
                <a:highlight>
                  <a:srgbClr val="FFFFFF"/>
                </a:highlight>
              </a:rPr>
              <a:t>当目标数据集远小于源数据集时，</a:t>
            </a:r>
            <a:r>
              <a:rPr lang="zh-CN" altLang="en-US" sz="2400" b="1" dirty="0">
                <a:solidFill>
                  <a:srgbClr val="FF0000"/>
                </a:solidFill>
                <a:highlight>
                  <a:srgbClr val="FFFFFF"/>
                </a:highlight>
              </a:rPr>
              <a:t>微调</a:t>
            </a:r>
            <a:r>
              <a:rPr lang="zh-CN" altLang="en-US" sz="2400" dirty="0">
                <a:highlight>
                  <a:srgbClr val="FFFFFF"/>
                </a:highlight>
              </a:rPr>
              <a:t>有助于提升模型的泛化能力</a:t>
            </a:r>
            <a:r>
              <a:rPr lang="zh-CN" altLang="en-US" sz="2400" dirty="0">
                <a:solidFill>
                  <a:schemeClr val="dk2"/>
                </a:solidFill>
                <a:highlight>
                  <a:srgbClr val="FFFFFF"/>
                </a:highlight>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2400" dirty="0">
              <a:solidFill>
                <a:schemeClr val="dk2"/>
              </a:solidFill>
              <a:highlight>
                <a:srgbClr val="FFFFFF"/>
              </a:highlight>
              <a:latin typeface="微软雅黑" panose="020B0503020204020204" pitchFamily="34" charset="-122"/>
              <a:ea typeface="微软雅黑" panose="020B0503020204020204" pitchFamily="34" charset="-122"/>
              <a:cs typeface="微软雅黑" panose="020B0503020204020204" pitchFamily="34" charset="-122"/>
            </a:endParaRPr>
          </a:p>
          <a:p>
            <a:pPr marL="342900" lvl="0" indent="-342900" rtl="0">
              <a:lnSpc>
                <a:spcPct val="150000"/>
              </a:lnSpc>
              <a:spcBef>
                <a:spcPts val="0"/>
              </a:spcBef>
              <a:spcAft>
                <a:spcPts val="0"/>
              </a:spcAft>
              <a:buFont typeface="Wingdings" pitchFamily="2" charset="2"/>
              <a:buChar char="q"/>
            </a:pPr>
            <a:r>
              <a:rPr lang="zh-CN" sz="2400" dirty="0">
                <a:highlight>
                  <a:srgbClr val="FFFFFF"/>
                </a:highlight>
                <a:latin typeface="微软雅黑" panose="020B0503020204020204" pitchFamily="34" charset="-122"/>
                <a:ea typeface="微软雅黑" panose="020B0503020204020204" pitchFamily="34" charset="-122"/>
                <a:cs typeface="微软雅黑" panose="020B0503020204020204" pitchFamily="34" charset="-122"/>
                <a:sym typeface="+mn-ea"/>
              </a:rPr>
              <a:t>计算资源太少。</a:t>
            </a:r>
            <a:endParaRPr lang="zh-CN" sz="2400" dirty="0">
              <a:solidFill>
                <a:schemeClr val="tx1"/>
              </a:solidFill>
              <a:highlight>
                <a:srgbClr val="FFFFFF"/>
              </a:highlight>
              <a:latin typeface="微软雅黑" panose="020B0503020204020204" pitchFamily="34" charset="-122"/>
              <a:ea typeface="微软雅黑" panose="020B0503020204020204" pitchFamily="34" charset="-122"/>
              <a:cs typeface="微软雅黑" panose="020B0503020204020204" pitchFamily="34" charset="-122"/>
            </a:endParaRPr>
          </a:p>
          <a:p>
            <a:pPr marL="0" lvl="0" indent="0" fontAlgn="auto">
              <a:lnSpc>
                <a:spcPct val="150000"/>
              </a:lnSpc>
              <a:spcBef>
                <a:spcPts val="0"/>
              </a:spcBef>
              <a:spcAft>
                <a:spcPts val="0"/>
              </a:spcAft>
              <a:buNone/>
            </a:pPr>
            <a:endParaRPr lang="zh-CN" sz="2400" dirty="0">
              <a:solidFill>
                <a:srgbClr val="1A1A1A"/>
              </a:solidFill>
              <a:highlight>
                <a:srgbClr val="FFFFFF"/>
              </a:highlight>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4">
            <a:extLst>
              <a:ext uri="{FF2B5EF4-FFF2-40B4-BE49-F238E27FC236}">
                <a16:creationId xmlns:a16="http://schemas.microsoft.com/office/drawing/2014/main" id="{3C6906D3-A4D9-3EC2-7E9D-DC261EAD6331}"/>
              </a:ext>
            </a:extLst>
          </p:cNvPr>
          <p:cNvSpPr txBox="1"/>
          <p:nvPr/>
        </p:nvSpPr>
        <p:spPr>
          <a:xfrm>
            <a:off x="701675" y="1359535"/>
            <a:ext cx="3956050" cy="424732"/>
          </a:xfrm>
          <a:prstGeom prst="rect">
            <a:avLst/>
          </a:prstGeom>
          <a:noFill/>
          <a:ln>
            <a:noFill/>
          </a:ln>
        </p:spPr>
        <p:txBody>
          <a:bodyPr wrap="square" rtlCol="0">
            <a:spAutoFit/>
          </a:bodyPr>
          <a:lstStyle/>
          <a:p>
            <a:pPr marL="342900" indent="-342900" defTabSz="685800">
              <a:lnSpc>
                <a:spcPct val="90000"/>
              </a:lnSpc>
              <a:spcBef>
                <a:spcPts val="750"/>
              </a:spcBef>
              <a:buFont typeface="Wingdings" pitchFamily="2" charset="2"/>
              <a:buChar char="Ø"/>
            </a:pPr>
            <a:r>
              <a:rPr lang="zh-CN" altLang="en-US"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什么情况下使用微调？</a:t>
            </a:r>
          </a:p>
        </p:txBody>
      </p:sp>
      <p:sp>
        <p:nvSpPr>
          <p:cNvPr id="5" name="灯片编号占位符 4"/>
          <p:cNvSpPr>
            <a:spLocks noGrp="1"/>
          </p:cNvSpPr>
          <p:nvPr>
            <p:ph type="sldNum" sz="quarter" idx="14"/>
          </p:nvPr>
        </p:nvSpPr>
        <p:spPr/>
        <p:txBody>
          <a:bodyPr/>
          <a:lstStyle/>
          <a:p>
            <a:fld id="{AF69888C-E133-43D9-A638-B5C95925B91C}" type="slidenum">
              <a:rPr lang="zh-CN" altLang="en-US" smtClean="0"/>
              <a:t>54</a:t>
            </a:fld>
            <a:endParaRPr lang="zh-CN" altLang="en-US" dirty="0"/>
          </a:p>
        </p:txBody>
      </p:sp>
    </p:spTree>
    <p:extLst>
      <p:ext uri="{BB962C8B-B14F-4D97-AF65-F5344CB8AC3E}">
        <p14:creationId xmlns:p14="http://schemas.microsoft.com/office/powerpoint/2010/main" val="2342444779"/>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2" name="文本框 1">
            <a:extLst>
              <a:ext uri="{FF2B5EF4-FFF2-40B4-BE49-F238E27FC236}">
                <a16:creationId xmlns:a16="http://schemas.microsoft.com/office/drawing/2014/main" id="{AF0A192F-7B0B-B524-A1C5-D7C13E544698}"/>
              </a:ext>
            </a:extLst>
          </p:cNvPr>
          <p:cNvSpPr txBox="1"/>
          <p:nvPr/>
        </p:nvSpPr>
        <p:spPr>
          <a:xfrm>
            <a:off x="604531" y="9260"/>
            <a:ext cx="6096000" cy="1015663"/>
          </a:xfrm>
          <a:prstGeom prst="rect">
            <a:avLst/>
          </a:prstGeom>
          <a:noFill/>
        </p:spPr>
        <p:txBody>
          <a:bodyPr wrap="square">
            <a:spAutoFit/>
          </a:bodyPr>
          <a:lstStyle/>
          <a:p>
            <a:pPr algn="l">
              <a:lnSpc>
                <a:spcPct val="150000"/>
              </a:lnSpc>
            </a:pPr>
            <a:r>
              <a:rPr lang="en-US" altLang="zh-CN" sz="4000" b="1" dirty="0">
                <a:sym typeface="+mn-ea"/>
              </a:rPr>
              <a:t>5</a:t>
            </a:r>
            <a:r>
              <a:rPr lang="zh-CN" altLang="en-US" sz="4000" b="1" dirty="0">
                <a:sym typeface="+mn-ea"/>
              </a:rPr>
              <a:t> 模型微调</a:t>
            </a:r>
            <a:endParaRPr lang="en-US" altLang="zh-CN" sz="4000" b="1" dirty="0">
              <a:sym typeface="+mn-ea"/>
            </a:endParaRPr>
          </a:p>
        </p:txBody>
      </p:sp>
      <p:sp>
        <p:nvSpPr>
          <p:cNvPr id="3" name="文本框 2">
            <a:extLst>
              <a:ext uri="{FF2B5EF4-FFF2-40B4-BE49-F238E27FC236}">
                <a16:creationId xmlns:a16="http://schemas.microsoft.com/office/drawing/2014/main" id="{AD840C88-0948-ED18-1DB2-646737F65E21}"/>
              </a:ext>
            </a:extLst>
          </p:cNvPr>
          <p:cNvSpPr txBox="1"/>
          <p:nvPr/>
        </p:nvSpPr>
        <p:spPr>
          <a:xfrm>
            <a:off x="604531" y="1154860"/>
            <a:ext cx="5599113" cy="424732"/>
          </a:xfrm>
          <a:prstGeom prst="rect">
            <a:avLst/>
          </a:prstGeom>
          <a:noFill/>
          <a:ln>
            <a:noFill/>
          </a:ln>
        </p:spPr>
        <p:txBody>
          <a:bodyPr wrap="square" rtlCol="0">
            <a:spAutoFit/>
          </a:bodyPr>
          <a:lstStyle/>
          <a:p>
            <a:pPr marL="342900" indent="-342900" defTabSz="685800">
              <a:lnSpc>
                <a:spcPct val="90000"/>
              </a:lnSpc>
              <a:spcBef>
                <a:spcPts val="750"/>
              </a:spcBef>
              <a:buFont typeface="Wingdings" pitchFamily="2" charset="2"/>
              <a:buChar char="Ø"/>
            </a:pPr>
            <a:r>
              <a:rPr lang="zh-CN" altLang="en-US"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不同数据集下使用微调的方法</a:t>
            </a:r>
          </a:p>
        </p:txBody>
      </p:sp>
      <p:grpSp>
        <p:nvGrpSpPr>
          <p:cNvPr id="4" name="Group 7">
            <a:extLst>
              <a:ext uri="{FF2B5EF4-FFF2-40B4-BE49-F238E27FC236}">
                <a16:creationId xmlns:a16="http://schemas.microsoft.com/office/drawing/2014/main" id="{32A7EE86-2B92-DD28-BEA5-823BCC2F5D42}"/>
              </a:ext>
            </a:extLst>
          </p:cNvPr>
          <p:cNvGrpSpPr/>
          <p:nvPr/>
        </p:nvGrpSpPr>
        <p:grpSpPr>
          <a:xfrm>
            <a:off x="664862" y="2289347"/>
            <a:ext cx="11068044" cy="4049696"/>
            <a:chOff x="3440091" y="2200275"/>
            <a:chExt cx="11068044" cy="4049696"/>
          </a:xfrm>
        </p:grpSpPr>
        <p:cxnSp>
          <p:nvCxnSpPr>
            <p:cNvPr id="5" name="Straight Arrow Connector 3">
              <a:extLst>
                <a:ext uri="{FF2B5EF4-FFF2-40B4-BE49-F238E27FC236}">
                  <a16:creationId xmlns:a16="http://schemas.microsoft.com/office/drawing/2014/main" id="{B2A71103-EB2B-E47B-773F-5D5C162B14CC}"/>
                </a:ext>
              </a:extLst>
            </p:cNvPr>
            <p:cNvCxnSpPr>
              <a:cxnSpLocks/>
            </p:cNvCxnSpPr>
            <p:nvPr/>
          </p:nvCxnSpPr>
          <p:spPr>
            <a:xfrm>
              <a:off x="3872299" y="5744734"/>
              <a:ext cx="1063583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6">
              <a:extLst>
                <a:ext uri="{FF2B5EF4-FFF2-40B4-BE49-F238E27FC236}">
                  <a16:creationId xmlns:a16="http://schemas.microsoft.com/office/drawing/2014/main" id="{E5829280-BEE4-9FCE-5D17-DDC6C6E7BDC3}"/>
                </a:ext>
              </a:extLst>
            </p:cNvPr>
            <p:cNvCxnSpPr>
              <a:cxnSpLocks/>
            </p:cNvCxnSpPr>
            <p:nvPr/>
          </p:nvCxnSpPr>
          <p:spPr>
            <a:xfrm flipV="1">
              <a:off x="4024699" y="2200275"/>
              <a:ext cx="0" cy="369685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文本框 4">
              <a:extLst>
                <a:ext uri="{FF2B5EF4-FFF2-40B4-BE49-F238E27FC236}">
                  <a16:creationId xmlns:a16="http://schemas.microsoft.com/office/drawing/2014/main" id="{E2936D2C-A0AC-FE13-7E33-20DBE36D8D0D}"/>
                </a:ext>
              </a:extLst>
            </p:cNvPr>
            <p:cNvSpPr txBox="1"/>
            <p:nvPr/>
          </p:nvSpPr>
          <p:spPr>
            <a:xfrm>
              <a:off x="3440091" y="2305418"/>
              <a:ext cx="584608" cy="1754326"/>
            </a:xfrm>
            <a:prstGeom prst="rect">
              <a:avLst/>
            </a:prstGeom>
            <a:noFill/>
            <a:ln>
              <a:noFill/>
            </a:ln>
          </p:spPr>
          <p:txBody>
            <a:bodyPr wrap="square" rtlCol="0">
              <a:spAutoFit/>
            </a:bodyPr>
            <a:lstStyle/>
            <a:p>
              <a:pPr defTabSz="685800">
                <a:lnSpc>
                  <a:spcPct val="90000"/>
                </a:lnSpc>
                <a:spcBef>
                  <a:spcPts val="75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数据相似度</a:t>
              </a:r>
            </a:p>
          </p:txBody>
        </p:sp>
        <p:sp>
          <p:nvSpPr>
            <p:cNvPr id="8" name="文本框 4">
              <a:extLst>
                <a:ext uri="{FF2B5EF4-FFF2-40B4-BE49-F238E27FC236}">
                  <a16:creationId xmlns:a16="http://schemas.microsoft.com/office/drawing/2014/main" id="{A7B14C95-AC65-3AE9-B702-A883E74BBBD7}"/>
                </a:ext>
              </a:extLst>
            </p:cNvPr>
            <p:cNvSpPr txBox="1"/>
            <p:nvPr/>
          </p:nvSpPr>
          <p:spPr>
            <a:xfrm>
              <a:off x="12724160" y="5825239"/>
              <a:ext cx="1293819" cy="424732"/>
            </a:xfrm>
            <a:prstGeom prst="rect">
              <a:avLst/>
            </a:prstGeom>
            <a:noFill/>
            <a:ln>
              <a:noFill/>
            </a:ln>
          </p:spPr>
          <p:txBody>
            <a:bodyPr wrap="square" rtlCol="0">
              <a:spAutoFit/>
            </a:bodyPr>
            <a:lstStyle/>
            <a:p>
              <a:pPr defTabSz="685800">
                <a:lnSpc>
                  <a:spcPct val="90000"/>
                </a:lnSpc>
                <a:spcBef>
                  <a:spcPts val="750"/>
                </a:spcBef>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数据量</a:t>
              </a:r>
            </a:p>
          </p:txBody>
        </p:sp>
      </p:grpSp>
      <p:sp>
        <p:nvSpPr>
          <p:cNvPr id="9" name="Shape 173">
            <a:extLst>
              <a:ext uri="{FF2B5EF4-FFF2-40B4-BE49-F238E27FC236}">
                <a16:creationId xmlns:a16="http://schemas.microsoft.com/office/drawing/2014/main" id="{F12079F1-2101-3912-5006-5661A9A63CD5}"/>
              </a:ext>
            </a:extLst>
          </p:cNvPr>
          <p:cNvSpPr txBox="1">
            <a:spLocks/>
          </p:cNvSpPr>
          <p:nvPr/>
        </p:nvSpPr>
        <p:spPr>
          <a:xfrm>
            <a:off x="1529511" y="2525886"/>
            <a:ext cx="3785604" cy="1029018"/>
          </a:xfrm>
          <a:prstGeom prst="rect">
            <a:avLst/>
          </a:prstGeom>
        </p:spPr>
        <p:txBody>
          <a:bodyPr spcFirstLastPara="1" wrap="square" lIns="121900" tIns="121900" rIns="121900" bIns="1219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0800" indent="0">
              <a:lnSpc>
                <a:spcPct val="150000"/>
              </a:lnSpc>
              <a:spcBef>
                <a:spcPts val="0"/>
              </a:spcBef>
              <a:buNone/>
            </a:pPr>
            <a:r>
              <a:rPr lang="zh-CN" altLang="en-US" sz="2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一般</a:t>
            </a:r>
            <a:r>
              <a:rPr lang="zh-CN" altLang="en-US" sz="2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修改</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最后几层或</a:t>
            </a:r>
            <a:r>
              <a:rPr lang="zh-CN" altLang="en-CN" sz="2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输出层</a:t>
            </a:r>
            <a:r>
              <a:rPr lang="zh-CN" altLang="en-US" sz="2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的</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输出</a:t>
            </a:r>
            <a:r>
              <a:rPr lang="zh-CN" altLang="en-US" sz="2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类别</a:t>
            </a:r>
            <a:endParaRPr lang="zh-CN" altLang="en-US" sz="2200" dirty="0">
              <a:solidFill>
                <a:schemeClr val="accent1"/>
              </a:solidFill>
            </a:endParaRPr>
          </a:p>
        </p:txBody>
      </p:sp>
      <p:sp>
        <p:nvSpPr>
          <p:cNvPr id="10" name="Shape 173">
            <a:extLst>
              <a:ext uri="{FF2B5EF4-FFF2-40B4-BE49-F238E27FC236}">
                <a16:creationId xmlns:a16="http://schemas.microsoft.com/office/drawing/2014/main" id="{E8D39313-B90E-461C-EE8A-21F31B67A948}"/>
              </a:ext>
            </a:extLst>
          </p:cNvPr>
          <p:cNvSpPr txBox="1">
            <a:spLocks/>
          </p:cNvSpPr>
          <p:nvPr/>
        </p:nvSpPr>
        <p:spPr>
          <a:xfrm>
            <a:off x="6587863" y="4436644"/>
            <a:ext cx="4337265" cy="1189840"/>
          </a:xfrm>
          <a:prstGeom prst="rect">
            <a:avLst/>
          </a:prstGeom>
        </p:spPr>
        <p:txBody>
          <a:bodyPr spcFirstLastPara="1" wrap="square" lIns="121900" tIns="121900" rIns="121900" bIns="1219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0800" indent="0">
              <a:lnSpc>
                <a:spcPct val="150000"/>
              </a:lnSpc>
              <a:spcBef>
                <a:spcPts val="0"/>
              </a:spcBef>
              <a:buNone/>
            </a:pPr>
            <a:r>
              <a:rPr lang="zh-CN" altLang="en-US" sz="2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根据数据</a:t>
            </a:r>
            <a:r>
              <a:rPr lang="zh-CN" altLang="en-US" sz="2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从头开始训练</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神经网络（</a:t>
            </a:r>
            <a:r>
              <a:rPr lang="en-US" altLang="zh-CN" sz="220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Training from scratch</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a:t>
            </a:r>
            <a:endParaRPr lang="zh-CN" altLang="en-US" sz="2200" dirty="0"/>
          </a:p>
        </p:txBody>
      </p:sp>
      <mc:AlternateContent xmlns:mc="http://schemas.openxmlformats.org/markup-compatibility/2006" xmlns:a14="http://schemas.microsoft.com/office/drawing/2010/main">
        <mc:Choice Requires="a14">
          <p:sp>
            <p:nvSpPr>
              <p:cNvPr id="11" name="Shape 173">
                <a:extLst>
                  <a:ext uri="{FF2B5EF4-FFF2-40B4-BE49-F238E27FC236}">
                    <a16:creationId xmlns:a16="http://schemas.microsoft.com/office/drawing/2014/main" id="{C78BC76F-88F5-A1D9-513E-452D72625F05}"/>
                  </a:ext>
                </a:extLst>
              </p:cNvPr>
              <p:cNvSpPr txBox="1">
                <a:spLocks/>
              </p:cNvSpPr>
              <p:nvPr/>
            </p:nvSpPr>
            <p:spPr>
              <a:xfrm>
                <a:off x="1516312" y="4424001"/>
                <a:ext cx="3893538" cy="1354917"/>
              </a:xfrm>
              <a:prstGeom prst="rect">
                <a:avLst/>
              </a:prstGeom>
            </p:spPr>
            <p:txBody>
              <a:bodyPr spcFirstLastPara="1" wrap="square" lIns="121900" tIns="121900" rIns="121900" bIns="1219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0800" indent="0">
                  <a:lnSpc>
                    <a:spcPct val="150000"/>
                  </a:lnSpc>
                  <a:spcBef>
                    <a:spcPts val="0"/>
                  </a:spcBef>
                  <a:buNone/>
                </a:pPr>
                <a:r>
                  <a:rPr lang="zh-CN" altLang="en-US" sz="2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冻结</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预训练模型的前</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微软雅黑" panose="020B0503020204020204" pitchFamily="34" charset="-122"/>
                        <a:sym typeface="Arial" panose="020B0604020202020204"/>
                      </a:rPr>
                      <m:t>𝑘</m:t>
                    </m:r>
                  </m:oMath>
                </a14:m>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层并再次</a:t>
                </a:r>
                <a:r>
                  <a:rPr lang="zh-CN" altLang="en-US" sz="2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训练</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剩余的</a:t>
                </a:r>
                <a14:m>
                  <m:oMath xmlns:m="http://schemas.openxmlformats.org/officeDocument/2006/math">
                    <m:r>
                      <a:rPr lang="zh-CN" altLang="en-US" sz="2200" i="1" dirty="0" smtClean="0">
                        <a:latin typeface="Cambria Math" panose="02040503050406030204" pitchFamily="18" charset="0"/>
                        <a:ea typeface="微软雅黑" panose="020B0503020204020204" pitchFamily="34" charset="-122"/>
                        <a:cs typeface="微软雅黑" panose="020B0503020204020204" pitchFamily="34" charset="-122"/>
                        <a:sym typeface="Arial" panose="020B0604020202020204"/>
                      </a:rPr>
                      <m:t>（</m:t>
                    </m:r>
                    <m:r>
                      <a:rPr lang="en-US" altLang="zh-CN" sz="2200" i="1" dirty="0" smtClean="0">
                        <a:latin typeface="Cambria Math" panose="02040503050406030204" pitchFamily="18" charset="0"/>
                        <a:ea typeface="微软雅黑" panose="020B0503020204020204" pitchFamily="34" charset="-122"/>
                        <a:cs typeface="微软雅黑" panose="020B0503020204020204" pitchFamily="34" charset="-122"/>
                        <a:sym typeface="Arial" panose="020B0604020202020204"/>
                      </a:rPr>
                      <m:t>𝑛</m:t>
                    </m:r>
                    <m:r>
                      <a:rPr lang="en-US" altLang="zh-CN" sz="2200" i="1" dirty="0" smtClean="0">
                        <a:latin typeface="Cambria Math" panose="02040503050406030204" pitchFamily="18" charset="0"/>
                        <a:ea typeface="微软雅黑" panose="020B0503020204020204" pitchFamily="34" charset="-122"/>
                        <a:cs typeface="微软雅黑" panose="020B0503020204020204" pitchFamily="34" charset="-122"/>
                        <a:sym typeface="Arial" panose="020B0604020202020204"/>
                      </a:rPr>
                      <m:t>−</m:t>
                    </m:r>
                    <m:r>
                      <a:rPr lang="en-US" altLang="zh-CN" sz="2200" i="1" dirty="0" smtClean="0">
                        <a:latin typeface="Cambria Math" panose="02040503050406030204" pitchFamily="18" charset="0"/>
                        <a:ea typeface="微软雅黑" panose="020B0503020204020204" pitchFamily="34" charset="-122"/>
                        <a:cs typeface="微软雅黑" panose="020B0503020204020204" pitchFamily="34" charset="-122"/>
                        <a:sym typeface="Arial" panose="020B0604020202020204"/>
                      </a:rPr>
                      <m:t>𝑘</m:t>
                    </m:r>
                    <m:r>
                      <a:rPr lang="zh-CN" altLang="en-US" sz="2200" i="1" dirty="0" smtClean="0">
                        <a:latin typeface="Cambria Math" panose="02040503050406030204" pitchFamily="18" charset="0"/>
                        <a:ea typeface="微软雅黑" panose="020B0503020204020204" pitchFamily="34" charset="-122"/>
                        <a:cs typeface="微软雅黑" panose="020B0503020204020204" pitchFamily="34" charset="-122"/>
                        <a:sym typeface="Arial" panose="020B0604020202020204"/>
                      </a:rPr>
                      <m:t>）</m:t>
                    </m:r>
                  </m:oMath>
                </a14:m>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层</a:t>
                </a:r>
                <a:endParaRPr lang="zh-CN" altLang="en-US" sz="2200" dirty="0"/>
              </a:p>
            </p:txBody>
          </p:sp>
        </mc:Choice>
        <mc:Fallback xmlns="">
          <p:sp>
            <p:nvSpPr>
              <p:cNvPr id="11" name="Shape 173">
                <a:extLst>
                  <a:ext uri="{FF2B5EF4-FFF2-40B4-BE49-F238E27FC236}">
                    <a16:creationId xmlns:a16="http://schemas.microsoft.com/office/drawing/2014/main" id="{C78BC76F-88F5-A1D9-513E-452D72625F05}"/>
                  </a:ext>
                </a:extLst>
              </p:cNvPr>
              <p:cNvSpPr txBox="1">
                <a:spLocks noRot="1" noChangeAspect="1" noMove="1" noResize="1" noEditPoints="1" noAdjustHandles="1" noChangeArrowheads="1" noChangeShapeType="1" noTextEdit="1"/>
              </p:cNvSpPr>
              <p:nvPr/>
            </p:nvSpPr>
            <p:spPr>
              <a:xfrm>
                <a:off x="1516312" y="4424001"/>
                <a:ext cx="3893538" cy="1354917"/>
              </a:xfrm>
              <a:prstGeom prst="rect">
                <a:avLst/>
              </a:prstGeom>
              <a:blipFill>
                <a:blip r:embed="rId3"/>
                <a:stretch>
                  <a:fillRect l="-1254"/>
                </a:stretch>
              </a:blipFill>
            </p:spPr>
            <p:txBody>
              <a:bodyPr/>
              <a:lstStyle/>
              <a:p>
                <a:r>
                  <a:rPr lang="zh-CN" altLang="en-US">
                    <a:noFill/>
                  </a:rPr>
                  <a:t> </a:t>
                </a:r>
              </a:p>
            </p:txBody>
          </p:sp>
        </mc:Fallback>
      </mc:AlternateContent>
      <p:sp>
        <p:nvSpPr>
          <p:cNvPr id="13" name="Shape 173">
            <a:extLst>
              <a:ext uri="{FF2B5EF4-FFF2-40B4-BE49-F238E27FC236}">
                <a16:creationId xmlns:a16="http://schemas.microsoft.com/office/drawing/2014/main" id="{A1ACFB90-CADC-B8D6-C09D-D5C48DA6D2B9}"/>
              </a:ext>
            </a:extLst>
          </p:cNvPr>
          <p:cNvSpPr txBox="1">
            <a:spLocks/>
          </p:cNvSpPr>
          <p:nvPr/>
        </p:nvSpPr>
        <p:spPr>
          <a:xfrm>
            <a:off x="6489399" y="2233177"/>
            <a:ext cx="5243507" cy="1563130"/>
          </a:xfrm>
          <a:prstGeom prst="rect">
            <a:avLst/>
          </a:prstGeom>
        </p:spPr>
        <p:txBody>
          <a:bodyPr spcFirstLastPara="1" wrap="square" lIns="121900" tIns="121900" rIns="121900" bIns="1219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0800" indent="0">
              <a:lnSpc>
                <a:spcPct val="150000"/>
              </a:lnSpc>
              <a:spcBef>
                <a:spcPts val="0"/>
              </a:spcBef>
              <a:buNone/>
            </a:pPr>
            <a:r>
              <a:rPr lang="zh-CN" altLang="en-US" sz="2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理想情况：</a:t>
            </a:r>
            <a:endParaRPr lang="en-US" altLang="zh-CN" sz="2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marL="0" marR="50800" indent="0">
              <a:lnSpc>
                <a:spcPct val="150000"/>
              </a:lnSpc>
              <a:spcBef>
                <a:spcPts val="0"/>
              </a:spcBef>
              <a:buNone/>
            </a:pPr>
            <a:r>
              <a:rPr lang="zh-CN" altLang="en-US" sz="2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保留</a:t>
            </a:r>
            <a:r>
              <a:rPr lang="zh-CN" altLang="en-US" sz="2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模型的体系结构和模型的初始权重，</a:t>
            </a:r>
            <a:endParaRPr lang="en-US" altLang="zh-CN" sz="2200" dirty="0">
              <a:solidFill>
                <a:srgbClr val="21212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endParaRPr>
          </a:p>
          <a:p>
            <a:pPr marL="0" marR="50800" indent="0">
              <a:lnSpc>
                <a:spcPct val="150000"/>
              </a:lnSpc>
              <a:spcBef>
                <a:spcPts val="0"/>
              </a:spcBef>
              <a:buNone/>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再用数据来重新</a:t>
            </a:r>
            <a:r>
              <a:rPr lang="zh-CN" altLang="en-US" sz="2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训练</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该模型。</a:t>
            </a:r>
          </a:p>
          <a:p>
            <a:pPr marL="0" indent="0">
              <a:lnSpc>
                <a:spcPct val="100000"/>
              </a:lnSpc>
              <a:spcBef>
                <a:spcPts val="0"/>
              </a:spcBef>
              <a:buFont typeface="Arial" panose="020B0604020202020204" pitchFamily="34" charset="0"/>
              <a:buNone/>
            </a:pPr>
            <a:endParaRPr lang="zh-CN" altLang="en-US" sz="2200" dirty="0">
              <a:solidFill>
                <a:schemeClr val="accent1"/>
              </a:solidFill>
            </a:endParaRPr>
          </a:p>
          <a:p>
            <a:pPr marL="0" indent="0">
              <a:spcBef>
                <a:spcPts val="0"/>
              </a:spcBef>
              <a:spcAft>
                <a:spcPts val="1600"/>
              </a:spcAft>
              <a:buFont typeface="Arial" panose="020B0604020202020204" pitchFamily="34" charset="0"/>
              <a:buNone/>
            </a:pPr>
            <a:endParaRPr lang="zh-CN" altLang="en-US" sz="2200" dirty="0">
              <a:solidFill>
                <a:schemeClr val="accent1"/>
              </a:solidFill>
            </a:endParaRPr>
          </a:p>
        </p:txBody>
      </p:sp>
      <p:cxnSp>
        <p:nvCxnSpPr>
          <p:cNvPr id="14" name="Straight Connector 16">
            <a:extLst>
              <a:ext uri="{FF2B5EF4-FFF2-40B4-BE49-F238E27FC236}">
                <a16:creationId xmlns:a16="http://schemas.microsoft.com/office/drawing/2014/main" id="{4D01A2A4-F13C-6552-546A-757C530E16C0}"/>
              </a:ext>
            </a:extLst>
          </p:cNvPr>
          <p:cNvCxnSpPr>
            <a:cxnSpLocks/>
          </p:cNvCxnSpPr>
          <p:nvPr/>
        </p:nvCxnSpPr>
        <p:spPr>
          <a:xfrm>
            <a:off x="5998856" y="2394490"/>
            <a:ext cx="0" cy="3439316"/>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15" name="Straight Connector 19">
            <a:extLst>
              <a:ext uri="{FF2B5EF4-FFF2-40B4-BE49-F238E27FC236}">
                <a16:creationId xmlns:a16="http://schemas.microsoft.com/office/drawing/2014/main" id="{E0022462-FBC8-4727-2F74-63B6EDB0E86A}"/>
              </a:ext>
            </a:extLst>
          </p:cNvPr>
          <p:cNvCxnSpPr>
            <a:cxnSpLocks/>
          </p:cNvCxnSpPr>
          <p:nvPr/>
        </p:nvCxnSpPr>
        <p:spPr>
          <a:xfrm>
            <a:off x="1249470" y="4077378"/>
            <a:ext cx="10316744"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sp>
        <p:nvSpPr>
          <p:cNvPr id="16" name="灯片编号占位符 15"/>
          <p:cNvSpPr>
            <a:spLocks noGrp="1"/>
          </p:cNvSpPr>
          <p:nvPr>
            <p:ph type="sldNum" sz="quarter" idx="14"/>
          </p:nvPr>
        </p:nvSpPr>
        <p:spPr/>
        <p:txBody>
          <a:bodyPr/>
          <a:lstStyle/>
          <a:p>
            <a:fld id="{AF69888C-E133-43D9-A638-B5C95925B91C}" type="slidenum">
              <a:rPr lang="zh-CN" altLang="en-US" smtClean="0"/>
              <a:t>55</a:t>
            </a:fld>
            <a:endParaRPr lang="zh-CN" altLang="en-US" dirty="0"/>
          </a:p>
        </p:txBody>
      </p:sp>
    </p:spTree>
    <p:extLst>
      <p:ext uri="{BB962C8B-B14F-4D97-AF65-F5344CB8AC3E}">
        <p14:creationId xmlns:p14="http://schemas.microsoft.com/office/powerpoint/2010/main" val="372907020"/>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pic>
        <p:nvPicPr>
          <p:cNvPr id="3" name="图片 2">
            <a:extLst>
              <a:ext uri="{FF2B5EF4-FFF2-40B4-BE49-F238E27FC236}">
                <a16:creationId xmlns:a16="http://schemas.microsoft.com/office/drawing/2014/main" id="{7B3B5227-AE0E-80FA-2EAE-F60E4806D2FD}"/>
              </a:ext>
            </a:extLst>
          </p:cNvPr>
          <p:cNvPicPr/>
          <p:nvPr/>
        </p:nvPicPr>
        <p:blipFill>
          <a:blip r:link="rId2"/>
          <a:stretch>
            <a:fillRect/>
          </a:stretch>
        </p:blipFill>
        <p:spPr>
          <a:xfrm>
            <a:off x="6095999" y="3428999"/>
            <a:ext cx="45719" cy="45719"/>
          </a:xfrm>
          <a:prstGeom prst="rect">
            <a:avLst/>
          </a:prstGeom>
          <a:noFill/>
          <a:ln w="9525">
            <a:noFill/>
          </a:ln>
        </p:spPr>
      </p:pic>
      <p:pic>
        <p:nvPicPr>
          <p:cNvPr id="4" name="图片 3">
            <a:extLst>
              <a:ext uri="{FF2B5EF4-FFF2-40B4-BE49-F238E27FC236}">
                <a16:creationId xmlns:a16="http://schemas.microsoft.com/office/drawing/2014/main" id="{E8B4F4FA-D400-020A-7CA5-0D7EFF339808}"/>
              </a:ext>
            </a:extLst>
          </p:cNvPr>
          <p:cNvPicPr/>
          <p:nvPr/>
        </p:nvPicPr>
        <p:blipFill>
          <a:blip r:link="rId2"/>
          <a:stretch>
            <a:fillRect/>
          </a:stretch>
        </p:blipFill>
        <p:spPr>
          <a:xfrm>
            <a:off x="6095999" y="3428999"/>
            <a:ext cx="45719" cy="45719"/>
          </a:xfrm>
          <a:prstGeom prst="rect">
            <a:avLst/>
          </a:prstGeom>
          <a:noFill/>
          <a:ln w="9525">
            <a:noFill/>
          </a:ln>
        </p:spPr>
      </p:pic>
      <p:pic>
        <p:nvPicPr>
          <p:cNvPr id="5" name="图片 4">
            <a:extLst>
              <a:ext uri="{FF2B5EF4-FFF2-40B4-BE49-F238E27FC236}">
                <a16:creationId xmlns:a16="http://schemas.microsoft.com/office/drawing/2014/main" id="{CAF508CE-B5F5-F0DF-F9CC-6851850CDF97}"/>
              </a:ext>
            </a:extLst>
          </p:cNvPr>
          <p:cNvPicPr/>
          <p:nvPr/>
        </p:nvPicPr>
        <p:blipFill>
          <a:blip r:embed="rId3"/>
          <a:stretch>
            <a:fillRect/>
          </a:stretch>
        </p:blipFill>
        <p:spPr>
          <a:xfrm>
            <a:off x="5832389" y="1905790"/>
            <a:ext cx="6330701" cy="3988157"/>
          </a:xfrm>
          <a:prstGeom prst="rect">
            <a:avLst/>
          </a:prstGeom>
          <a:noFill/>
          <a:ln w="9525">
            <a:noFill/>
          </a:ln>
        </p:spPr>
      </p:pic>
      <p:sp>
        <p:nvSpPr>
          <p:cNvPr id="6" name="文本框 4">
            <a:extLst>
              <a:ext uri="{FF2B5EF4-FFF2-40B4-BE49-F238E27FC236}">
                <a16:creationId xmlns:a16="http://schemas.microsoft.com/office/drawing/2014/main" id="{DCF9D67F-0823-468A-E1B2-7E58D92EF298}"/>
              </a:ext>
            </a:extLst>
          </p:cNvPr>
          <p:cNvSpPr txBox="1"/>
          <p:nvPr/>
        </p:nvSpPr>
        <p:spPr>
          <a:xfrm>
            <a:off x="496570" y="511751"/>
            <a:ext cx="3768046" cy="432660"/>
          </a:xfrm>
          <a:prstGeom prst="rect">
            <a:avLst/>
          </a:prstGeom>
          <a:noFill/>
          <a:ln>
            <a:noFill/>
          </a:ln>
        </p:spPr>
        <p:txBody>
          <a:bodyPr wrap="square" rtlCol="0">
            <a:spAutoFit/>
          </a:bodyPr>
          <a:lstStyle/>
          <a:p>
            <a:pPr marL="342900" indent="-342900" defTabSz="685800">
              <a:lnSpc>
                <a:spcPct val="90000"/>
              </a:lnSpc>
              <a:spcBef>
                <a:spcPts val="750"/>
              </a:spcBef>
              <a:buFont typeface="Wingdings" pitchFamily="2" charset="2"/>
              <a:buChar char="Ø"/>
            </a:pPr>
            <a:r>
              <a:rPr lang="zh-CN" altLang="en-US" sz="24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模型微调的步骤</a:t>
            </a:r>
          </a:p>
        </p:txBody>
      </p:sp>
      <p:sp>
        <p:nvSpPr>
          <p:cNvPr id="7" name="文本框 1">
            <a:extLst>
              <a:ext uri="{FF2B5EF4-FFF2-40B4-BE49-F238E27FC236}">
                <a16:creationId xmlns:a16="http://schemas.microsoft.com/office/drawing/2014/main" id="{4C307BE6-702C-A59D-F6D5-99D0355024A8}"/>
              </a:ext>
            </a:extLst>
          </p:cNvPr>
          <p:cNvSpPr txBox="1"/>
          <p:nvPr/>
        </p:nvSpPr>
        <p:spPr>
          <a:xfrm>
            <a:off x="520826" y="1134547"/>
            <a:ext cx="5311563" cy="5211702"/>
          </a:xfrm>
          <a:prstGeom prst="rect">
            <a:avLst/>
          </a:prstGeom>
          <a:noFill/>
        </p:spPr>
        <p:txBody>
          <a:bodyPr wrap="square" rtlCol="0" anchor="t">
            <a:spAutoFit/>
          </a:bodyPr>
          <a:lstStyle/>
          <a:p>
            <a:pPr marL="342900" indent="-342900" fontAlgn="auto">
              <a:lnSpc>
                <a:spcPct val="150000"/>
              </a:lnSpc>
              <a:buFont typeface="Wingdings" pitchFamily="2" charset="2"/>
              <a:buChar char="q"/>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在源数据集（如ImageNet数据集）上</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预训练</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一个神经网络模型，即</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源模型</a:t>
            </a:r>
            <a:endPar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50000"/>
              </a:lnSpc>
              <a:buFont typeface="Wingdings" pitchFamily="2" charset="2"/>
              <a:buChar char="q"/>
            </a:pP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创建</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一个新的神经网络模型，即</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目标模型</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。它复制了源模型上</a:t>
            </a:r>
            <a:r>
              <a:rPr lang="zh-CN" altLang="en-US" sz="20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除输出层外</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的所有模型设计及其参数。</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50000"/>
              </a:lnSpc>
              <a:buFont typeface="Wingdings" pitchFamily="2" charset="2"/>
              <a:buChar char="q"/>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为目标模型</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添加</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一个输出大小为目标数据集类别个数的</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输出层</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，并随机初始化该层的模型参数。</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50000"/>
              </a:lnSpc>
              <a:buFont typeface="Wingdings" pitchFamily="2" charset="2"/>
              <a:buChar char="q"/>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在目标数据集上</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训练目标模型</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，从头训练输出层，而其余层的参数都是基于源模型的参数微调得到的。</a:t>
            </a:r>
          </a:p>
        </p:txBody>
      </p:sp>
      <p:sp>
        <p:nvSpPr>
          <p:cNvPr id="2" name="灯片编号占位符 1"/>
          <p:cNvSpPr>
            <a:spLocks noGrp="1"/>
          </p:cNvSpPr>
          <p:nvPr>
            <p:ph type="sldNum" sz="quarter" idx="14"/>
          </p:nvPr>
        </p:nvSpPr>
        <p:spPr/>
        <p:txBody>
          <a:bodyPr/>
          <a:lstStyle/>
          <a:p>
            <a:fld id="{AF69888C-E133-43D9-A638-B5C95925B91C}" type="slidenum">
              <a:rPr lang="zh-CN" altLang="en-US" smtClean="0"/>
              <a:t>56</a:t>
            </a:fld>
            <a:endParaRPr lang="zh-CN" altLang="en-US" dirty="0"/>
          </a:p>
        </p:txBody>
      </p:sp>
    </p:spTree>
    <p:extLst>
      <p:ext uri="{BB962C8B-B14F-4D97-AF65-F5344CB8AC3E}">
        <p14:creationId xmlns:p14="http://schemas.microsoft.com/office/powerpoint/2010/main" val="1850497323"/>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blinds(horizontal)">
                                      <p:cBhvr>
                                        <p:cTn id="11" dur="500"/>
                                        <p:tgtEl>
                                          <p:spTgt spid="7">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7">
                                            <p:txEl>
                                              <p:pRg st="2" end="2"/>
                                            </p:txEl>
                                          </p:spTgt>
                                        </p:tgtEl>
                                        <p:attrNameLst>
                                          <p:attrName>style.visibility</p:attrName>
                                        </p:attrNameLst>
                                      </p:cBhvr>
                                      <p:to>
                                        <p:strVal val="visible"/>
                                      </p:to>
                                    </p:set>
                                    <p:animEffect transition="in" filter="blinds(horizontal)">
                                      <p:cBhvr>
                                        <p:cTn id="16" dur="500"/>
                                        <p:tgtEl>
                                          <p:spTgt spid="7">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blinds(horizontal)">
                                      <p:cBhvr>
                                        <p:cTn id="21"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D02389E0-B517-3952-DF60-85F8FA8F09A7}"/>
              </a:ext>
            </a:extLst>
          </p:cNvPr>
          <p:cNvSpPr txBox="1"/>
          <p:nvPr/>
        </p:nvSpPr>
        <p:spPr>
          <a:xfrm>
            <a:off x="604531" y="108198"/>
            <a:ext cx="6096000" cy="707886"/>
          </a:xfrm>
          <a:prstGeom prst="rect">
            <a:avLst/>
          </a:prstGeom>
          <a:noFill/>
        </p:spPr>
        <p:txBody>
          <a:bodyPr wrap="square">
            <a:spAutoFit/>
          </a:bodyPr>
          <a:lstStyle/>
          <a:p>
            <a:pPr marL="0" indent="0">
              <a:buNone/>
            </a:pPr>
            <a:r>
              <a:rPr lang="zh-CN" altLang="en-US" sz="4000" b="1" dirty="0"/>
              <a:t>内容小结</a:t>
            </a:r>
          </a:p>
        </p:txBody>
      </p:sp>
      <p:sp>
        <p:nvSpPr>
          <p:cNvPr id="4" name="文本框 8">
            <a:extLst>
              <a:ext uri="{FF2B5EF4-FFF2-40B4-BE49-F238E27FC236}">
                <a16:creationId xmlns:a16="http://schemas.microsoft.com/office/drawing/2014/main" id="{CE3876B5-E114-8CDC-C6E0-FFED397E5CD4}"/>
              </a:ext>
            </a:extLst>
          </p:cNvPr>
          <p:cNvSpPr txBox="1"/>
          <p:nvPr/>
        </p:nvSpPr>
        <p:spPr>
          <a:xfrm>
            <a:off x="1158632" y="1295769"/>
            <a:ext cx="9874736" cy="4540474"/>
          </a:xfrm>
          <a:prstGeom prst="rect">
            <a:avLst/>
          </a:prstGeom>
          <a:noFill/>
        </p:spPr>
        <p:txBody>
          <a:bodyPr wrap="square" rtlCol="0" anchor="t">
            <a:spAutoFit/>
          </a:bodyPr>
          <a:lstStyle/>
          <a:p>
            <a:pPr marL="342900" indent="-342900" algn="l" fontAlgn="auto">
              <a:lnSpc>
                <a:spcPct val="150000"/>
              </a:lnSpc>
              <a:buFont typeface="Wingdings" pitchFamily="2" charset="2"/>
              <a:buChar char="Ø"/>
            </a:pPr>
            <a:r>
              <a:rPr lang="en-CN" sz="2800" dirty="0">
                <a:latin typeface="微软雅黑" panose="020B0503020204020204" pitchFamily="34" charset="-122"/>
                <a:ea typeface="微软雅黑" panose="020B0503020204020204" pitchFamily="34" charset="-122"/>
                <a:sym typeface="+mn-ea"/>
              </a:rPr>
              <a:t>深度学习中过拟合现象及正则化方法</a:t>
            </a:r>
          </a:p>
          <a:p>
            <a:pPr marL="342900" indent="-342900" algn="l" fontAlgn="auto">
              <a:lnSpc>
                <a:spcPct val="150000"/>
              </a:lnSpc>
              <a:buFont typeface="Wingdings" pitchFamily="2" charset="2"/>
              <a:buChar char="Ø"/>
            </a:pPr>
            <a:endParaRPr lang="en-US" altLang="zh-CN" sz="2800" dirty="0">
              <a:latin typeface="微软雅黑" panose="020B0503020204020204" pitchFamily="34" charset="-122"/>
              <a:ea typeface="微软雅黑" panose="020B0503020204020204" pitchFamily="34" charset="-122"/>
              <a:sym typeface="+mn-ea"/>
            </a:endParaRPr>
          </a:p>
          <a:p>
            <a:pPr marL="342900" indent="-342900" algn="l" fontAlgn="auto">
              <a:lnSpc>
                <a:spcPct val="150000"/>
              </a:lnSpc>
              <a:buFont typeface="Wingdings" pitchFamily="2" charset="2"/>
              <a:buChar char="Ø"/>
            </a:pPr>
            <a:r>
              <a:rPr lang="zh-CN" altLang="en-US" sz="2800" dirty="0">
                <a:latin typeface="微软雅黑" panose="020B0503020204020204" pitchFamily="34" charset="-122"/>
                <a:ea typeface="微软雅黑" panose="020B0503020204020204" pitchFamily="34" charset="-122"/>
                <a:sym typeface="+mn-ea"/>
              </a:rPr>
              <a:t>梯度下降法及其优化方法</a:t>
            </a:r>
            <a:endParaRPr lang="en-US" altLang="zh-CN" sz="2800" dirty="0">
              <a:latin typeface="微软雅黑" panose="020B0503020204020204" pitchFamily="34" charset="-122"/>
              <a:ea typeface="微软雅黑" panose="020B0503020204020204" pitchFamily="34" charset="-122"/>
              <a:sym typeface="+mn-ea"/>
            </a:endParaRPr>
          </a:p>
          <a:p>
            <a:pPr marL="342900" indent="-342900" algn="l" fontAlgn="auto">
              <a:lnSpc>
                <a:spcPct val="150000"/>
              </a:lnSpc>
              <a:buFont typeface="Wingdings" pitchFamily="2" charset="2"/>
              <a:buChar char="Ø"/>
            </a:pPr>
            <a:endParaRPr lang="en-US" altLang="zh-CN" sz="2800" dirty="0">
              <a:latin typeface="微软雅黑" panose="020B0503020204020204" pitchFamily="34" charset="-122"/>
              <a:ea typeface="微软雅黑" panose="020B0503020204020204" pitchFamily="34" charset="-122"/>
              <a:sym typeface="+mn-ea"/>
            </a:endParaRPr>
          </a:p>
          <a:p>
            <a:pPr marL="342900" indent="-342900" algn="l" fontAlgn="auto">
              <a:lnSpc>
                <a:spcPct val="150000"/>
              </a:lnSpc>
              <a:buFont typeface="Wingdings" pitchFamily="2" charset="2"/>
              <a:buChar char="Ø"/>
            </a:pPr>
            <a:r>
              <a:rPr lang="zh-CN" altLang="en-US" sz="2800" dirty="0">
                <a:latin typeface="微软雅黑" panose="020B0503020204020204" pitchFamily="34" charset="-122"/>
                <a:ea typeface="微软雅黑" panose="020B0503020204020204" pitchFamily="34" charset="-122"/>
                <a:sym typeface="+mn-ea"/>
              </a:rPr>
              <a:t>梯度消失与激活函数</a:t>
            </a:r>
            <a:endParaRPr lang="en-US" altLang="zh-CN" sz="2800" dirty="0">
              <a:latin typeface="微软雅黑" panose="020B0503020204020204" pitchFamily="34" charset="-122"/>
              <a:ea typeface="微软雅黑" panose="020B0503020204020204" pitchFamily="34" charset="-122"/>
              <a:sym typeface="+mn-ea"/>
            </a:endParaRPr>
          </a:p>
          <a:p>
            <a:pPr marL="342900" indent="-342900" algn="l" fontAlgn="auto">
              <a:lnSpc>
                <a:spcPct val="150000"/>
              </a:lnSpc>
              <a:buFont typeface="Wingdings" pitchFamily="2" charset="2"/>
              <a:buChar char="Ø"/>
            </a:pPr>
            <a:endParaRPr lang="en-US" altLang="zh-CN" sz="2800" dirty="0">
              <a:latin typeface="微软雅黑" panose="020B0503020204020204" pitchFamily="34" charset="-122"/>
              <a:ea typeface="微软雅黑" panose="020B0503020204020204" pitchFamily="34" charset="-122"/>
              <a:sym typeface="+mn-ea"/>
            </a:endParaRPr>
          </a:p>
          <a:p>
            <a:pPr marL="342900" indent="-342900" algn="l" fontAlgn="auto">
              <a:lnSpc>
                <a:spcPct val="150000"/>
              </a:lnSpc>
              <a:buFont typeface="Wingdings" pitchFamily="2" charset="2"/>
              <a:buChar char="Ø"/>
            </a:pPr>
            <a:r>
              <a:rPr lang="zh-CN" altLang="en-US" sz="2800" dirty="0">
                <a:latin typeface="微软雅黑" panose="020B0503020204020204" pitchFamily="34" charset="-122"/>
                <a:ea typeface="微软雅黑" panose="020B0503020204020204" pitchFamily="34" charset="-122"/>
                <a:sym typeface="+mn-ea"/>
              </a:rPr>
              <a:t>模型微调</a:t>
            </a:r>
            <a:endParaRPr sz="2800" dirty="0">
              <a:latin typeface="微软雅黑" panose="020B0503020204020204" pitchFamily="34" charset="-122"/>
              <a:ea typeface="微软雅黑" panose="020B0503020204020204" pitchFamily="34" charset="-122"/>
              <a:sym typeface="+mn-ea"/>
            </a:endParaRPr>
          </a:p>
        </p:txBody>
      </p:sp>
      <p:sp>
        <p:nvSpPr>
          <p:cNvPr id="5" name="矩形 2">
            <a:extLst>
              <a:ext uri="{FF2B5EF4-FFF2-40B4-BE49-F238E27FC236}">
                <a16:creationId xmlns:a16="http://schemas.microsoft.com/office/drawing/2014/main" id="{BDAA822A-CC0E-20DE-6DBE-35CA255DA8D5}"/>
              </a:ext>
            </a:extLst>
          </p:cNvPr>
          <p:cNvSpPr/>
          <p:nvPr/>
        </p:nvSpPr>
        <p:spPr>
          <a:xfrm>
            <a:off x="688563" y="1984284"/>
            <a:ext cx="11346918" cy="581057"/>
          </a:xfrm>
          <a:prstGeom prst="rect">
            <a:avLst/>
          </a:prstGeom>
        </p:spPr>
        <p:txBody>
          <a:bodyPr wrap="square">
            <a:spAutoFit/>
          </a:bodyPr>
          <a:lstStyle/>
          <a:p>
            <a:pPr marL="800100" lvl="1" algn="just" fontAlgn="auto">
              <a:lnSpc>
                <a:spcPct val="150000"/>
              </a:lnSpc>
              <a:spcBef>
                <a:spcPts val="1200"/>
              </a:spcBef>
            </a:pP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数据预处理 、</a:t>
            </a:r>
            <a:r>
              <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L1</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L2</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正则化（参数范数惩罚）、早停、</a:t>
            </a:r>
            <a:r>
              <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Dropout</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、批标准化</a:t>
            </a:r>
            <a:endPar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2">
            <a:extLst>
              <a:ext uri="{FF2B5EF4-FFF2-40B4-BE49-F238E27FC236}">
                <a16:creationId xmlns:a16="http://schemas.microsoft.com/office/drawing/2014/main" id="{534AE067-B13B-9225-7536-6C4F87D9FFF8}"/>
              </a:ext>
            </a:extLst>
          </p:cNvPr>
          <p:cNvSpPr/>
          <p:nvPr/>
        </p:nvSpPr>
        <p:spPr>
          <a:xfrm>
            <a:off x="688562" y="3275477"/>
            <a:ext cx="12014183" cy="581057"/>
          </a:xfrm>
          <a:prstGeom prst="rect">
            <a:avLst/>
          </a:prstGeom>
        </p:spPr>
        <p:txBody>
          <a:bodyPr wrap="square">
            <a:spAutoFit/>
          </a:bodyPr>
          <a:lstStyle/>
          <a:p>
            <a:pPr marL="800100" lvl="1" algn="just">
              <a:lnSpc>
                <a:spcPct val="150000"/>
              </a:lnSpc>
              <a:spcBef>
                <a:spcPts val="1200"/>
              </a:spcBef>
            </a:pPr>
            <a:r>
              <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SGD</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BGD</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MBGD</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err="1">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AdaGrad</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RMSprop</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Momentum</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Adam</a:t>
            </a:r>
          </a:p>
        </p:txBody>
      </p:sp>
      <p:sp>
        <p:nvSpPr>
          <p:cNvPr id="7" name="矩形 2">
            <a:extLst>
              <a:ext uri="{FF2B5EF4-FFF2-40B4-BE49-F238E27FC236}">
                <a16:creationId xmlns:a16="http://schemas.microsoft.com/office/drawing/2014/main" id="{3440B8FA-4844-ACD2-3CC2-996242DEC5E6}"/>
              </a:ext>
            </a:extLst>
          </p:cNvPr>
          <p:cNvSpPr/>
          <p:nvPr/>
        </p:nvSpPr>
        <p:spPr>
          <a:xfrm>
            <a:off x="688562" y="4554198"/>
            <a:ext cx="12014183" cy="581057"/>
          </a:xfrm>
          <a:prstGeom prst="rect">
            <a:avLst/>
          </a:prstGeom>
        </p:spPr>
        <p:txBody>
          <a:bodyPr wrap="square">
            <a:spAutoFit/>
          </a:bodyPr>
          <a:lstStyle/>
          <a:p>
            <a:pPr marL="800100" lvl="1" algn="just">
              <a:lnSpc>
                <a:spcPct val="150000"/>
              </a:lnSpc>
              <a:spcBef>
                <a:spcPts val="1200"/>
              </a:spcBef>
            </a:pPr>
            <a:r>
              <a:rPr lang="en-CN"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ReLU</a:t>
            </a:r>
            <a:r>
              <a:rPr lang="zh-CN" altLang="en-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函数</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Leaky</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err="1">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ReLU</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Parametric</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err="1">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ReLU</a:t>
            </a:r>
            <a:r>
              <a:rPr lang="zh-CN" altLang="en-US"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err="1">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Maxout</a:t>
            </a:r>
            <a:endParaRPr lang="en-US" altLang="zh-CN" sz="24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4"/>
          </p:nvPr>
        </p:nvSpPr>
        <p:spPr/>
        <p:txBody>
          <a:bodyPr/>
          <a:lstStyle/>
          <a:p>
            <a:fld id="{AF69888C-E133-43D9-A638-B5C95925B91C}" type="slidenum">
              <a:rPr lang="zh-CN" altLang="en-US" smtClean="0"/>
              <a:t>57</a:t>
            </a:fld>
            <a:endParaRPr lang="zh-CN" altLang="en-US" dirty="0"/>
          </a:p>
        </p:txBody>
      </p:sp>
    </p:spTree>
    <p:extLst>
      <p:ext uri="{BB962C8B-B14F-4D97-AF65-F5344CB8AC3E}">
        <p14:creationId xmlns:p14="http://schemas.microsoft.com/office/powerpoint/2010/main" val="3469214228"/>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
            <a:extLst>
              <a:ext uri="{FF2B5EF4-FFF2-40B4-BE49-F238E27FC236}">
                <a16:creationId xmlns:a16="http://schemas.microsoft.com/office/drawing/2014/main" id="{36503835-4874-0B9E-07B9-E370AB6C70E1}"/>
              </a:ext>
            </a:extLst>
          </p:cNvPr>
          <p:cNvSpPr txBox="1">
            <a:spLocks/>
          </p:cNvSpPr>
          <p:nvPr/>
        </p:nvSpPr>
        <p:spPr>
          <a:xfrm>
            <a:off x="604531" y="249099"/>
            <a:ext cx="4622800" cy="42608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4000" b="1" dirty="0"/>
          </a:p>
        </p:txBody>
      </p:sp>
      <p:sp>
        <p:nvSpPr>
          <p:cNvPr id="3" name="文本框 2">
            <a:extLst>
              <a:ext uri="{FF2B5EF4-FFF2-40B4-BE49-F238E27FC236}">
                <a16:creationId xmlns:a16="http://schemas.microsoft.com/office/drawing/2014/main" id="{D02389E0-B517-3952-DF60-85F8FA8F09A7}"/>
              </a:ext>
            </a:extLst>
          </p:cNvPr>
          <p:cNvSpPr txBox="1"/>
          <p:nvPr/>
        </p:nvSpPr>
        <p:spPr>
          <a:xfrm>
            <a:off x="604531" y="108198"/>
            <a:ext cx="6096000" cy="707886"/>
          </a:xfrm>
          <a:prstGeom prst="rect">
            <a:avLst/>
          </a:prstGeom>
          <a:noFill/>
        </p:spPr>
        <p:txBody>
          <a:bodyPr wrap="square">
            <a:spAutoFit/>
          </a:bodyPr>
          <a:lstStyle/>
          <a:p>
            <a:pPr marL="0" indent="0">
              <a:buNone/>
            </a:pPr>
            <a:r>
              <a:rPr lang="zh-CN" altLang="en-US" sz="4000" b="1" dirty="0"/>
              <a:t>测验</a:t>
            </a:r>
          </a:p>
        </p:txBody>
      </p:sp>
      <mc:AlternateContent xmlns:mc="http://schemas.openxmlformats.org/markup-compatibility/2006" xmlns:a14="http://schemas.microsoft.com/office/drawing/2010/main">
        <mc:Choice Requires="a14">
          <p:sp>
            <p:nvSpPr>
              <p:cNvPr id="4" name="文本框 8">
                <a:extLst>
                  <a:ext uri="{FF2B5EF4-FFF2-40B4-BE49-F238E27FC236}">
                    <a16:creationId xmlns:a16="http://schemas.microsoft.com/office/drawing/2014/main" id="{CE3876B5-E114-8CDC-C6E0-FFED397E5CD4}"/>
                  </a:ext>
                </a:extLst>
              </p:cNvPr>
              <p:cNvSpPr txBox="1"/>
              <p:nvPr/>
            </p:nvSpPr>
            <p:spPr>
              <a:xfrm>
                <a:off x="374072" y="956985"/>
                <a:ext cx="11443855" cy="3967368"/>
              </a:xfrm>
              <a:prstGeom prst="rect">
                <a:avLst/>
              </a:prstGeom>
              <a:noFill/>
            </p:spPr>
            <p:txBody>
              <a:bodyPr wrap="square" rtlCol="0" anchor="t">
                <a:spAutoFit/>
              </a:bodyPr>
              <a:lstStyle/>
              <a:p>
                <a:r>
                  <a:rPr lang="zh-CN" altLang="en-US" sz="2400" b="1" dirty="0">
                    <a:effectLst/>
                    <a:latin typeface="Times New Roman" panose="02020603050405020304" pitchFamily="18" charset="0"/>
                    <a:ea typeface="宋体" panose="02010600030101010101" pitchFamily="2" charset="-122"/>
                  </a:rPr>
                  <a:t>        </a:t>
                </a:r>
                <a:r>
                  <a:rPr lang="zh-CN" altLang="zh-CN" sz="2400" b="1" dirty="0">
                    <a:effectLst/>
                    <a:latin typeface="Times New Roman" panose="02020603050405020304" pitchFamily="18" charset="0"/>
                    <a:ea typeface="宋体" panose="02010600030101010101" pitchFamily="2" charset="-122"/>
                  </a:rPr>
                  <a:t>某神经网络的第</a:t>
                </a:r>
                <a:r>
                  <a:rPr lang="en-US" altLang="zh-CN" sz="2400" b="1" dirty="0">
                    <a:effectLst/>
                    <a:latin typeface="Times New Roman" panose="02020603050405020304" pitchFamily="18" charset="0"/>
                    <a:ea typeface="宋体" panose="02010600030101010101" pitchFamily="2" charset="-122"/>
                  </a:rPr>
                  <a:t>k</a:t>
                </a:r>
                <a:r>
                  <a:rPr lang="zh-CN" altLang="zh-CN" sz="2400" b="1" dirty="0">
                    <a:effectLst/>
                    <a:latin typeface="Times New Roman" panose="02020603050405020304" pitchFamily="18" charset="0"/>
                    <a:ea typeface="宋体" panose="02010600030101010101" pitchFamily="2" charset="-122"/>
                  </a:rPr>
                  <a:t>层和第</a:t>
                </a:r>
                <a:r>
                  <a:rPr lang="en-US" altLang="zh-CN" sz="2400" b="1" dirty="0">
                    <a:effectLst/>
                    <a:latin typeface="Times New Roman" panose="02020603050405020304" pitchFamily="18" charset="0"/>
                    <a:ea typeface="宋体" panose="02010600030101010101" pitchFamily="2" charset="-122"/>
                  </a:rPr>
                  <a:t>k+1</a:t>
                </a:r>
                <a:r>
                  <a:rPr lang="zh-CN" altLang="zh-CN" sz="2400" b="1" dirty="0">
                    <a:effectLst/>
                    <a:latin typeface="Times New Roman" panose="02020603050405020304" pitchFamily="18" charset="0"/>
                    <a:ea typeface="宋体" panose="02010600030101010101" pitchFamily="2" charset="-122"/>
                  </a:rPr>
                  <a:t>层都由两个神经元构成，其参数分别为</a:t>
                </a:r>
                <a14:m>
                  <m:oMath xmlns:m="http://schemas.openxmlformats.org/officeDocument/2006/math">
                    <m:r>
                      <a:rPr lang="en-US" altLang="zh-CN" sz="2400" b="1" i="1">
                        <a:effectLst/>
                        <a:latin typeface="Cambria Math" panose="02040503050406030204" pitchFamily="18" charset="0"/>
                        <a:ea typeface="宋体" panose="02010600030101010101" pitchFamily="2" charset="-122"/>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a:effectLst/>
                            <a:latin typeface="Cambria Math" panose="02040503050406030204" pitchFamily="18" charset="0"/>
                            <a:ea typeface="宋体" panose="02010600030101010101" pitchFamily="2" charset="-122"/>
                          </a:rPr>
                          <m:t>𝒘</m:t>
                        </m:r>
                      </m:e>
                      <m:sub>
                        <m:r>
                          <a:rPr lang="en-US" altLang="zh-CN" sz="2400" b="1" i="1">
                            <a:effectLst/>
                            <a:latin typeface="Cambria Math" panose="02040503050406030204" pitchFamily="18" charset="0"/>
                            <a:ea typeface="宋体" panose="02010600030101010101" pitchFamily="2" charset="-122"/>
                          </a:rPr>
                          <m:t>𝟏𝟏</m:t>
                        </m:r>
                      </m:sub>
                    </m:sSub>
                    <m:r>
                      <a:rPr lang="en-US" altLang="zh-CN" sz="2400" b="1" i="1">
                        <a:effectLst/>
                        <a:latin typeface="Cambria Math" panose="02040503050406030204" pitchFamily="18" charset="0"/>
                        <a:ea typeface="宋体" panose="02010600030101010101" pitchFamily="2" charset="-122"/>
                      </a:rPr>
                      <m:t>=−</m:t>
                    </m:r>
                    <m:r>
                      <a:rPr lang="en-US" altLang="zh-CN" sz="2400" b="1" i="1">
                        <a:effectLst/>
                        <a:latin typeface="Cambria Math" panose="02040503050406030204" pitchFamily="18" charset="0"/>
                        <a:ea typeface="宋体" panose="02010600030101010101" pitchFamily="2" charset="-122"/>
                      </a:rPr>
                      <m:t>𝟐</m:t>
                    </m:r>
                    <m:r>
                      <a:rPr lang="en-US" altLang="zh-CN" sz="2400" b="1" i="1">
                        <a:effectLst/>
                        <a:latin typeface="Cambria Math" panose="02040503050406030204" pitchFamily="18" charset="0"/>
                        <a:ea typeface="宋体" panose="02010600030101010101" pitchFamily="2" charset="-122"/>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a:effectLst/>
                            <a:latin typeface="Cambria Math" panose="02040503050406030204" pitchFamily="18" charset="0"/>
                            <a:ea typeface="宋体" panose="02010600030101010101" pitchFamily="2" charset="-122"/>
                          </a:rPr>
                          <m:t>𝒘</m:t>
                        </m:r>
                      </m:e>
                      <m:sub>
                        <m:r>
                          <a:rPr lang="en-US" altLang="zh-CN" sz="2400" b="1" i="1">
                            <a:effectLst/>
                            <a:latin typeface="Cambria Math" panose="02040503050406030204" pitchFamily="18" charset="0"/>
                            <a:ea typeface="宋体" panose="02010600030101010101" pitchFamily="2" charset="-122"/>
                          </a:rPr>
                          <m:t>𝟏𝟐</m:t>
                        </m:r>
                      </m:sub>
                    </m:sSub>
                    <m:r>
                      <a:rPr lang="en-US" altLang="zh-CN" sz="2400" b="1" i="1">
                        <a:effectLst/>
                        <a:latin typeface="Cambria Math" panose="02040503050406030204" pitchFamily="18" charset="0"/>
                        <a:ea typeface="宋体" panose="02010600030101010101" pitchFamily="2" charset="-122"/>
                      </a:rPr>
                      <m:t>=−</m:t>
                    </m:r>
                    <m:r>
                      <a:rPr lang="en-US" altLang="zh-CN" sz="2400" b="1" i="1">
                        <a:effectLst/>
                        <a:latin typeface="Cambria Math" panose="02040503050406030204" pitchFamily="18" charset="0"/>
                        <a:ea typeface="宋体" panose="02010600030101010101" pitchFamily="2" charset="-122"/>
                      </a:rPr>
                      <m:t>𝟏</m:t>
                    </m:r>
                    <m:r>
                      <a:rPr lang="en-US" altLang="zh-CN" sz="2400" b="1" i="1">
                        <a:effectLst/>
                        <a:latin typeface="Cambria Math" panose="02040503050406030204" pitchFamily="18" charset="0"/>
                        <a:ea typeface="宋体" panose="02010600030101010101" pitchFamily="2" charset="-122"/>
                        <a:hlinkClick r:id="" action="ppaction://noaction"/>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a:effectLst/>
                            <a:latin typeface="Cambria Math" panose="02040503050406030204" pitchFamily="18" charset="0"/>
                            <a:ea typeface="宋体" panose="02010600030101010101" pitchFamily="2" charset="-122"/>
                          </a:rPr>
                          <m:t>𝒘</m:t>
                        </m:r>
                      </m:e>
                      <m:sub>
                        <m:r>
                          <a:rPr lang="en-US" altLang="zh-CN" sz="2400" b="1" i="1">
                            <a:effectLst/>
                            <a:latin typeface="Cambria Math" panose="02040503050406030204" pitchFamily="18" charset="0"/>
                            <a:ea typeface="宋体" panose="02010600030101010101" pitchFamily="2" charset="-122"/>
                          </a:rPr>
                          <m:t>𝟐𝟏</m:t>
                        </m:r>
                      </m:sub>
                    </m:sSub>
                    <m:r>
                      <a:rPr lang="en-US" altLang="zh-CN" sz="2400" b="1" i="1">
                        <a:effectLst/>
                        <a:latin typeface="Cambria Math" panose="02040503050406030204" pitchFamily="18" charset="0"/>
                        <a:ea typeface="宋体" panose="02010600030101010101" pitchFamily="2" charset="-122"/>
                      </a:rPr>
                      <m:t>=</m:t>
                    </m:r>
                    <m:r>
                      <a:rPr lang="en-US" altLang="zh-CN" sz="2400" b="1" i="1">
                        <a:effectLst/>
                        <a:latin typeface="Cambria Math" panose="02040503050406030204" pitchFamily="18" charset="0"/>
                        <a:ea typeface="宋体" panose="02010600030101010101" pitchFamily="2" charset="-122"/>
                      </a:rPr>
                      <m:t>𝟏</m:t>
                    </m:r>
                    <m:r>
                      <a:rPr lang="en-US" altLang="zh-CN" sz="2400" b="1" i="1">
                        <a:effectLst/>
                        <a:latin typeface="Cambria Math" panose="02040503050406030204" pitchFamily="18" charset="0"/>
                        <a:ea typeface="宋体" panose="02010600030101010101" pitchFamily="2" charset="-122"/>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a:effectLst/>
                            <a:latin typeface="Cambria Math" panose="02040503050406030204" pitchFamily="18" charset="0"/>
                            <a:ea typeface="宋体" panose="02010600030101010101" pitchFamily="2" charset="-122"/>
                          </a:rPr>
                          <m:t>𝒘</m:t>
                        </m:r>
                      </m:e>
                      <m:sub>
                        <m:r>
                          <a:rPr lang="en-US" altLang="zh-CN" sz="2400" b="1" i="1">
                            <a:effectLst/>
                            <a:latin typeface="Cambria Math" panose="02040503050406030204" pitchFamily="18" charset="0"/>
                            <a:ea typeface="宋体" panose="02010600030101010101" pitchFamily="2" charset="-122"/>
                          </a:rPr>
                          <m:t>𝟐𝟐</m:t>
                        </m:r>
                      </m:sub>
                    </m:sSub>
                    <m:r>
                      <a:rPr lang="en-US" altLang="zh-CN" sz="2400" b="1" i="1">
                        <a:effectLst/>
                        <a:latin typeface="Cambria Math" panose="02040503050406030204" pitchFamily="18" charset="0"/>
                        <a:ea typeface="宋体" panose="02010600030101010101" pitchFamily="2" charset="-122"/>
                      </a:rPr>
                      <m:t>=</m:t>
                    </m:r>
                    <m:r>
                      <a:rPr lang="en-US" altLang="zh-CN" sz="2400" b="1" i="1">
                        <a:effectLst/>
                        <a:latin typeface="Cambria Math" panose="02040503050406030204" pitchFamily="18" charset="0"/>
                        <a:ea typeface="宋体" panose="02010600030101010101" pitchFamily="2" charset="-122"/>
                      </a:rPr>
                      <m:t>𝟐</m:t>
                    </m:r>
                    <m:r>
                      <a:rPr lang="en-US" altLang="zh-CN" sz="2400" b="1" i="1">
                        <a:effectLst/>
                        <a:latin typeface="Cambria Math" panose="02040503050406030204" pitchFamily="18" charset="0"/>
                        <a:ea typeface="宋体" panose="02010600030101010101" pitchFamily="2" charset="-122"/>
                      </a:rPr>
                      <m:t>}</m:t>
                    </m:r>
                  </m:oMath>
                </a14:m>
                <a:r>
                  <a:rPr lang="zh-CN" altLang="zh-CN" sz="2400" b="1" dirty="0">
                    <a:effectLst/>
                    <a:latin typeface="Times New Roman" panose="02020603050405020304" pitchFamily="18" charset="0"/>
                    <a:ea typeface="宋体" panose="02010600030101010101" pitchFamily="2" charset="-122"/>
                  </a:rPr>
                  <a:t>（下标为前一层指向后一层神经元的顺序），第</a:t>
                </a:r>
                <a:r>
                  <a:rPr lang="en-US" altLang="zh-CN" sz="2400" b="1" dirty="0">
                    <a:effectLst/>
                    <a:latin typeface="Times New Roman" panose="02020603050405020304" pitchFamily="18" charset="0"/>
                    <a:ea typeface="宋体" panose="02010600030101010101" pitchFamily="2" charset="-122"/>
                  </a:rPr>
                  <a:t>k</a:t>
                </a:r>
                <a:r>
                  <a:rPr lang="zh-CN" altLang="zh-CN" sz="2400" b="1" dirty="0">
                    <a:effectLst/>
                    <a:latin typeface="Times New Roman" panose="02020603050405020304" pitchFamily="18" charset="0"/>
                    <a:ea typeface="宋体" panose="02010600030101010101" pitchFamily="2" charset="-122"/>
                  </a:rPr>
                  <a:t>层无激活函数，第</a:t>
                </a:r>
                <a:r>
                  <a:rPr lang="en-US" altLang="zh-CN" sz="2400" b="1" dirty="0">
                    <a:effectLst/>
                    <a:latin typeface="Times New Roman" panose="02020603050405020304" pitchFamily="18" charset="0"/>
                    <a:ea typeface="宋体" panose="02010600030101010101" pitchFamily="2" charset="-122"/>
                  </a:rPr>
                  <a:t>k+1</a:t>
                </a:r>
                <a:r>
                  <a:rPr lang="zh-CN" altLang="zh-CN" sz="2400" b="1" dirty="0">
                    <a:effectLst/>
                    <a:latin typeface="Times New Roman" panose="02020603050405020304" pitchFamily="18" charset="0"/>
                    <a:ea typeface="宋体" panose="02010600030101010101" pitchFamily="2" charset="-122"/>
                  </a:rPr>
                  <a:t>层的激活函数为</a:t>
                </a:r>
                <a:r>
                  <a:rPr lang="en-US" altLang="zh-CN" sz="2400" b="1" dirty="0" err="1">
                    <a:effectLst/>
                    <a:latin typeface="Times New Roman" panose="02020603050405020304" pitchFamily="18" charset="0"/>
                    <a:ea typeface="宋体" panose="02010600030101010101" pitchFamily="2" charset="-122"/>
                  </a:rPr>
                  <a:t>ReLU</a:t>
                </a:r>
                <a:r>
                  <a:rPr lang="zh-CN" altLang="zh-CN" sz="2400" b="1" dirty="0">
                    <a:effectLst/>
                    <a:latin typeface="Times New Roman" panose="02020603050405020304" pitchFamily="18" charset="0"/>
                    <a:ea typeface="宋体" panose="02010600030101010101" pitchFamily="2" charset="-122"/>
                  </a:rPr>
                  <a:t>。对</a:t>
                </a:r>
                <a:r>
                  <a:rPr lang="en-US" altLang="zh-CN" sz="2400" b="1" dirty="0">
                    <a:effectLst/>
                    <a:latin typeface="Times New Roman" panose="02020603050405020304" pitchFamily="18" charset="0"/>
                    <a:ea typeface="宋体" panose="02010600030101010101" pitchFamily="2" charset="-122"/>
                  </a:rPr>
                  <a:t>k+1</a:t>
                </a:r>
                <a:r>
                  <a:rPr lang="zh-CN" altLang="zh-CN" sz="2400" b="1" dirty="0">
                    <a:effectLst/>
                    <a:latin typeface="Times New Roman" panose="02020603050405020304" pitchFamily="18" charset="0"/>
                    <a:ea typeface="宋体" panose="02010600030101010101" pitchFamily="2" charset="-122"/>
                  </a:rPr>
                  <a:t>层的网络参数使用</a:t>
                </a:r>
                <a:r>
                  <a:rPr lang="en-US" altLang="zh-CN" sz="2400" b="1" dirty="0">
                    <a:effectLst/>
                    <a:latin typeface="Times New Roman" panose="02020603050405020304" pitchFamily="18" charset="0"/>
                    <a:ea typeface="宋体" panose="02010600030101010101" pitchFamily="2" charset="-122"/>
                  </a:rPr>
                  <a:t>Dropout</a:t>
                </a:r>
                <a:r>
                  <a:rPr lang="zh-CN" altLang="zh-CN" sz="2400" b="1" dirty="0">
                    <a:effectLst/>
                    <a:latin typeface="Times New Roman" panose="02020603050405020304" pitchFamily="18" charset="0"/>
                    <a:ea typeface="宋体" panose="02010600030101010101" pitchFamily="2" charset="-122"/>
                  </a:rPr>
                  <a:t>正则化，丢弃率为</a:t>
                </a:r>
                <a:r>
                  <a:rPr lang="en-US" altLang="zh-CN" sz="2400" b="1" dirty="0">
                    <a:effectLst/>
                    <a:latin typeface="Times New Roman" panose="02020603050405020304" pitchFamily="18" charset="0"/>
                    <a:ea typeface="宋体" panose="02010600030101010101" pitchFamily="2" charset="-122"/>
                  </a:rPr>
                  <a:t>0.4</a:t>
                </a:r>
                <a:r>
                  <a:rPr lang="zh-CN" altLang="zh-CN" sz="2400" b="1" dirty="0">
                    <a:effectLst/>
                    <a:latin typeface="Times New Roman" panose="02020603050405020304" pitchFamily="18" charset="0"/>
                    <a:ea typeface="宋体" panose="02010600030101010101" pitchFamily="2" charset="-122"/>
                  </a:rPr>
                  <a:t>。</a:t>
                </a:r>
              </a:p>
              <a:p>
                <a:pPr algn="just"/>
                <a:r>
                  <a:rPr lang="zh-CN" altLang="zh-CN" sz="2400" b="1" dirty="0">
                    <a:effectLst/>
                    <a:latin typeface="Times New Roman" panose="02020603050405020304" pitchFamily="18" charset="0"/>
                    <a:ea typeface="宋体" panose="02010600030101010101" pitchFamily="2" charset="-122"/>
                  </a:rPr>
                  <a:t>（</a:t>
                </a:r>
                <a:r>
                  <a:rPr lang="en-US" altLang="zh-CN" sz="2400" b="1" dirty="0">
                    <a:effectLst/>
                    <a:latin typeface="Times New Roman" panose="02020603050405020304" pitchFamily="18" charset="0"/>
                    <a:ea typeface="宋体" panose="02010600030101010101" pitchFamily="2" charset="-122"/>
                  </a:rPr>
                  <a:t>1</a:t>
                </a:r>
                <a:r>
                  <a:rPr lang="zh-CN" altLang="zh-CN" sz="2400" b="1" dirty="0">
                    <a:effectLst/>
                    <a:latin typeface="Times New Roman" panose="02020603050405020304" pitchFamily="18" charset="0"/>
                    <a:ea typeface="宋体" panose="02010600030101010101" pitchFamily="2" charset="-122"/>
                  </a:rPr>
                  <a:t>） 说明使用</a:t>
                </a:r>
                <a:r>
                  <a:rPr lang="en-US" altLang="zh-CN" sz="2400" b="1" dirty="0">
                    <a:effectLst/>
                    <a:latin typeface="Times New Roman" panose="02020603050405020304" pitchFamily="18" charset="0"/>
                    <a:ea typeface="宋体" panose="02010600030101010101" pitchFamily="2" charset="-122"/>
                  </a:rPr>
                  <a:t>Dropout</a:t>
                </a:r>
                <a:r>
                  <a:rPr lang="zh-CN" altLang="zh-CN" sz="2400" b="1" dirty="0">
                    <a:effectLst/>
                    <a:latin typeface="Times New Roman" panose="02020603050405020304" pitchFamily="18" charset="0"/>
                    <a:ea typeface="宋体" panose="02010600030101010101" pitchFamily="2" charset="-122"/>
                  </a:rPr>
                  <a:t>时，训练和测试阶段的前向计算过程有何不同？采用不同计算方法的原因是什么？</a:t>
                </a:r>
              </a:p>
              <a:p>
                <a:pPr algn="just"/>
                <a:r>
                  <a:rPr lang="zh-CN" altLang="zh-CN" sz="2400" b="1" dirty="0">
                    <a:effectLst/>
                    <a:latin typeface="Times New Roman" panose="02020603050405020304" pitchFamily="18" charset="0"/>
                    <a:ea typeface="宋体" panose="02010600030101010101" pitchFamily="2" charset="-122"/>
                  </a:rPr>
                  <a:t>（</a:t>
                </a:r>
                <a:r>
                  <a:rPr lang="en-US" altLang="zh-CN" sz="2400" b="1" dirty="0">
                    <a:effectLst/>
                    <a:latin typeface="Times New Roman" panose="02020603050405020304" pitchFamily="18" charset="0"/>
                    <a:ea typeface="宋体" panose="02010600030101010101" pitchFamily="2" charset="-122"/>
                  </a:rPr>
                  <a:t>2</a:t>
                </a:r>
                <a:r>
                  <a:rPr lang="zh-CN" altLang="zh-CN" sz="2400" b="1" dirty="0">
                    <a:effectLst/>
                    <a:latin typeface="Times New Roman" panose="02020603050405020304" pitchFamily="18" charset="0"/>
                    <a:ea typeface="宋体" panose="02010600030101010101" pitchFamily="2" charset="-122"/>
                  </a:rPr>
                  <a:t>） 若第</a:t>
                </a:r>
                <a:r>
                  <a:rPr lang="en-US" altLang="zh-CN" sz="2400" b="1" dirty="0">
                    <a:effectLst/>
                    <a:latin typeface="Times New Roman" panose="02020603050405020304" pitchFamily="18" charset="0"/>
                    <a:ea typeface="宋体" panose="02010600030101010101" pitchFamily="2" charset="-122"/>
                  </a:rPr>
                  <a:t>k</a:t>
                </a:r>
                <a:r>
                  <a:rPr lang="zh-CN" altLang="zh-CN" sz="2400" b="1" dirty="0">
                    <a:effectLst/>
                    <a:latin typeface="Times New Roman" panose="02020603050405020304" pitchFamily="18" charset="0"/>
                    <a:ea typeface="宋体" panose="02010600030101010101" pitchFamily="2" charset="-122"/>
                  </a:rPr>
                  <a:t>层输出</a:t>
                </a:r>
                <a14:m>
                  <m:oMath xmlns:m="http://schemas.openxmlformats.org/officeDocument/2006/math">
                    <m:r>
                      <a:rPr lang="en-US" altLang="zh-CN" sz="2400" b="1" i="1">
                        <a:effectLst/>
                        <a:latin typeface="Cambria Math" panose="02040503050406030204" pitchFamily="18" charset="0"/>
                        <a:ea typeface="宋体" panose="02010600030101010101" pitchFamily="2" charset="-122"/>
                      </a:rPr>
                      <m:t>{</m:t>
                    </m:r>
                    <m:sSubSup>
                      <m:sSubSupPr>
                        <m:ctrlPr>
                          <a:rPr lang="zh-CN" altLang="zh-CN" sz="2400" b="1" i="1">
                            <a:effectLst/>
                            <a:latin typeface="Cambria Math" panose="02040503050406030204" pitchFamily="18" charset="0"/>
                            <a:ea typeface="Cambria Math" panose="02040503050406030204" pitchFamily="18" charset="0"/>
                          </a:rPr>
                        </m:ctrlPr>
                      </m:sSubSupPr>
                      <m:e>
                        <m:r>
                          <a:rPr lang="en-US" altLang="zh-CN" sz="2400" b="1" i="1">
                            <a:effectLst/>
                            <a:latin typeface="Cambria Math" panose="02040503050406030204" pitchFamily="18" charset="0"/>
                            <a:ea typeface="宋体" panose="02010600030101010101" pitchFamily="2" charset="-122"/>
                          </a:rPr>
                          <m:t>𝒛</m:t>
                        </m:r>
                      </m:e>
                      <m:sub>
                        <m:r>
                          <a:rPr lang="en-US" altLang="zh-CN" sz="2400" b="1" i="1">
                            <a:effectLst/>
                            <a:latin typeface="Cambria Math" panose="02040503050406030204" pitchFamily="18" charset="0"/>
                            <a:ea typeface="宋体" panose="02010600030101010101" pitchFamily="2" charset="-122"/>
                          </a:rPr>
                          <m:t>𝟏</m:t>
                        </m:r>
                      </m:sub>
                      <m:sup>
                        <m:r>
                          <a:rPr lang="en-US" altLang="zh-CN" sz="2400" b="1" i="1">
                            <a:effectLst/>
                            <a:latin typeface="Cambria Math" panose="02040503050406030204" pitchFamily="18" charset="0"/>
                            <a:ea typeface="宋体" panose="02010600030101010101" pitchFamily="2" charset="-122"/>
                          </a:rPr>
                          <m:t>𝒌</m:t>
                        </m:r>
                      </m:sup>
                    </m:sSubSup>
                    <m:r>
                      <a:rPr lang="en-US" altLang="zh-CN" sz="2400" b="1" i="1">
                        <a:effectLst/>
                        <a:latin typeface="Cambria Math" panose="02040503050406030204" pitchFamily="18" charset="0"/>
                        <a:ea typeface="宋体" panose="02010600030101010101" pitchFamily="2" charset="-122"/>
                      </a:rPr>
                      <m:t>,</m:t>
                    </m:r>
                    <m:sSubSup>
                      <m:sSubSupPr>
                        <m:ctrlPr>
                          <a:rPr lang="zh-CN" altLang="zh-CN" sz="2400" b="1" i="1">
                            <a:effectLst/>
                            <a:latin typeface="Cambria Math" panose="02040503050406030204" pitchFamily="18" charset="0"/>
                            <a:ea typeface="Cambria Math" panose="02040503050406030204" pitchFamily="18" charset="0"/>
                          </a:rPr>
                        </m:ctrlPr>
                      </m:sSubSupPr>
                      <m:e>
                        <m:r>
                          <a:rPr lang="en-US" altLang="zh-CN" sz="2400" b="1" i="1">
                            <a:effectLst/>
                            <a:latin typeface="Cambria Math" panose="02040503050406030204" pitchFamily="18" charset="0"/>
                            <a:ea typeface="宋体" panose="02010600030101010101" pitchFamily="2" charset="-122"/>
                          </a:rPr>
                          <m:t>𝒛</m:t>
                        </m:r>
                      </m:e>
                      <m:sub>
                        <m:r>
                          <a:rPr lang="en-US" altLang="zh-CN" sz="2400" b="1" i="1">
                            <a:effectLst/>
                            <a:latin typeface="Cambria Math" panose="02040503050406030204" pitchFamily="18" charset="0"/>
                            <a:ea typeface="宋体" panose="02010600030101010101" pitchFamily="2" charset="-122"/>
                          </a:rPr>
                          <m:t>𝟐</m:t>
                        </m:r>
                      </m:sub>
                      <m:sup>
                        <m:r>
                          <a:rPr lang="en-US" altLang="zh-CN" sz="2400" b="1" i="1">
                            <a:effectLst/>
                            <a:latin typeface="Cambria Math" panose="02040503050406030204" pitchFamily="18" charset="0"/>
                            <a:ea typeface="宋体" panose="02010600030101010101" pitchFamily="2" charset="-122"/>
                          </a:rPr>
                          <m:t>𝒌</m:t>
                        </m:r>
                      </m:sup>
                    </m:sSubSup>
                    <m:r>
                      <a:rPr lang="en-US" altLang="zh-CN" sz="2400" b="1" i="1">
                        <a:effectLst/>
                        <a:latin typeface="Cambria Math" panose="02040503050406030204" pitchFamily="18" charset="0"/>
                        <a:ea typeface="宋体" panose="02010600030101010101" pitchFamily="2" charset="-122"/>
                      </a:rPr>
                      <m:t>}</m:t>
                    </m:r>
                  </m:oMath>
                </a14:m>
                <a:r>
                  <a:rPr lang="zh-CN" altLang="zh-CN" sz="2400" b="1" dirty="0">
                    <a:effectLst/>
                    <a:latin typeface="Times New Roman" panose="02020603050405020304" pitchFamily="18" charset="0"/>
                    <a:ea typeface="宋体" panose="02010600030101010101" pitchFamily="2" charset="-122"/>
                  </a:rPr>
                  <a:t>为</a:t>
                </a:r>
                <a:r>
                  <a:rPr lang="en-US" altLang="zh-CN" sz="2400" b="1" dirty="0">
                    <a:effectLst/>
                    <a:latin typeface="Times New Roman" panose="02020603050405020304" pitchFamily="18" charset="0"/>
                    <a:ea typeface="宋体" panose="02010600030101010101" pitchFamily="2" charset="-122"/>
                  </a:rPr>
                  <a:t>{0.4, 0.5}</a:t>
                </a:r>
                <a:r>
                  <a:rPr lang="zh-CN" altLang="zh-CN" sz="2400" b="1" dirty="0">
                    <a:effectLst/>
                    <a:latin typeface="Times New Roman" panose="02020603050405020304" pitchFamily="18" charset="0"/>
                    <a:ea typeface="宋体" panose="02010600030101010101" pitchFamily="2" charset="-122"/>
                  </a:rPr>
                  <a:t>，训练时连接权重</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a:effectLst/>
                            <a:latin typeface="Cambria Math" panose="02040503050406030204" pitchFamily="18" charset="0"/>
                            <a:ea typeface="宋体" panose="02010600030101010101" pitchFamily="2" charset="-122"/>
                          </a:rPr>
                          <m:t>𝒘</m:t>
                        </m:r>
                      </m:e>
                      <m:sub>
                        <m:r>
                          <a:rPr lang="en-US" altLang="zh-CN" sz="2400" b="1" i="1">
                            <a:effectLst/>
                            <a:latin typeface="Cambria Math" panose="02040503050406030204" pitchFamily="18" charset="0"/>
                            <a:ea typeface="宋体" panose="02010600030101010101" pitchFamily="2" charset="-122"/>
                          </a:rPr>
                          <m:t>𝟏𝟏</m:t>
                        </m:r>
                      </m:sub>
                    </m:sSub>
                    <m:r>
                      <a:rPr lang="en-US" altLang="zh-CN" sz="2400" b="1" i="1">
                        <a:effectLst/>
                        <a:latin typeface="Cambria Math" panose="02040503050406030204" pitchFamily="18" charset="0"/>
                        <a:ea typeface="宋体" panose="02010600030101010101" pitchFamily="2" charset="-122"/>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a:effectLst/>
                            <a:latin typeface="Cambria Math" panose="02040503050406030204" pitchFamily="18" charset="0"/>
                            <a:ea typeface="宋体" panose="02010600030101010101" pitchFamily="2" charset="-122"/>
                          </a:rPr>
                          <m:t>𝒘</m:t>
                        </m:r>
                      </m:e>
                      <m:sub>
                        <m:r>
                          <a:rPr lang="en-US" altLang="zh-CN" sz="2400" b="1" i="1">
                            <a:effectLst/>
                            <a:latin typeface="Cambria Math" panose="02040503050406030204" pitchFamily="18" charset="0"/>
                            <a:ea typeface="宋体" panose="02010600030101010101" pitchFamily="2" charset="-122"/>
                          </a:rPr>
                          <m:t>𝟐𝟏</m:t>
                        </m:r>
                      </m:sub>
                    </m:sSub>
                  </m:oMath>
                </a14:m>
                <a:r>
                  <a:rPr lang="zh-CN" altLang="zh-CN" sz="2400" b="1" dirty="0">
                    <a:effectLst/>
                    <a:latin typeface="Times New Roman" panose="02020603050405020304" pitchFamily="18" charset="0"/>
                    <a:ea typeface="宋体" panose="02010600030101010101" pitchFamily="2" charset="-122"/>
                  </a:rPr>
                  <a:t>失活，计算训练时神经网络第</a:t>
                </a:r>
                <a:r>
                  <a:rPr lang="en-US" altLang="zh-CN" sz="2400" b="1" dirty="0">
                    <a:effectLst/>
                    <a:latin typeface="Times New Roman" panose="02020603050405020304" pitchFamily="18" charset="0"/>
                    <a:ea typeface="宋体" panose="02010600030101010101" pitchFamily="2" charset="-122"/>
                  </a:rPr>
                  <a:t>k+1</a:t>
                </a:r>
                <a:r>
                  <a:rPr lang="zh-CN" altLang="zh-CN" sz="2400" b="1" dirty="0">
                    <a:effectLst/>
                    <a:latin typeface="Times New Roman" panose="02020603050405020304" pitchFamily="18" charset="0"/>
                    <a:ea typeface="宋体" panose="02010600030101010101" pitchFamily="2" charset="-122"/>
                  </a:rPr>
                  <a:t>层的输出</a:t>
                </a:r>
              </a:p>
              <a:p>
                <a:pPr algn="just"/>
                <a:r>
                  <a:rPr lang="zh-CN" altLang="zh-CN" sz="2400" b="1" dirty="0">
                    <a:effectLst/>
                    <a:latin typeface="Times New Roman" panose="02020603050405020304" pitchFamily="18" charset="0"/>
                    <a:ea typeface="宋体" panose="02010600030101010101" pitchFamily="2" charset="-122"/>
                  </a:rPr>
                  <a:t>（</a:t>
                </a:r>
                <a:r>
                  <a:rPr lang="en-US" altLang="zh-CN" sz="2400" b="1" dirty="0">
                    <a:effectLst/>
                    <a:latin typeface="Times New Roman" panose="02020603050405020304" pitchFamily="18" charset="0"/>
                    <a:ea typeface="宋体" panose="02010600030101010101" pitchFamily="2" charset="-122"/>
                  </a:rPr>
                  <a:t>3</a:t>
                </a:r>
                <a:r>
                  <a:rPr lang="zh-CN" altLang="zh-CN" sz="2400" b="1" dirty="0">
                    <a:effectLst/>
                    <a:latin typeface="Times New Roman" panose="02020603050405020304" pitchFamily="18" charset="0"/>
                    <a:ea typeface="宋体" panose="02010600030101010101" pitchFamily="2" charset="-122"/>
                  </a:rPr>
                  <a:t>）若第</a:t>
                </a:r>
                <a:r>
                  <a:rPr lang="en-US" altLang="zh-CN" sz="2400" b="1" dirty="0">
                    <a:effectLst/>
                    <a:latin typeface="Times New Roman" panose="02020603050405020304" pitchFamily="18" charset="0"/>
                    <a:ea typeface="宋体" panose="02010600030101010101" pitchFamily="2" charset="-122"/>
                  </a:rPr>
                  <a:t>k</a:t>
                </a:r>
                <a:r>
                  <a:rPr lang="zh-CN" altLang="zh-CN" sz="2400" b="1" dirty="0">
                    <a:effectLst/>
                    <a:latin typeface="Times New Roman" panose="02020603050405020304" pitchFamily="18" charset="0"/>
                    <a:ea typeface="宋体" panose="02010600030101010101" pitchFamily="2" charset="-122"/>
                  </a:rPr>
                  <a:t>层输出</a:t>
                </a:r>
                <a14:m>
                  <m:oMath xmlns:m="http://schemas.openxmlformats.org/officeDocument/2006/math">
                    <m:r>
                      <a:rPr lang="en-US" altLang="zh-CN" sz="2400" b="1" i="1">
                        <a:effectLst/>
                        <a:latin typeface="Cambria Math" panose="02040503050406030204" pitchFamily="18" charset="0"/>
                        <a:ea typeface="宋体" panose="02010600030101010101" pitchFamily="2" charset="-122"/>
                      </a:rPr>
                      <m:t>{</m:t>
                    </m:r>
                    <m:sSubSup>
                      <m:sSubSupPr>
                        <m:ctrlPr>
                          <a:rPr lang="zh-CN" altLang="zh-CN" sz="2400" b="1" i="1">
                            <a:effectLst/>
                            <a:latin typeface="Cambria Math" panose="02040503050406030204" pitchFamily="18" charset="0"/>
                            <a:ea typeface="Cambria Math" panose="02040503050406030204" pitchFamily="18" charset="0"/>
                          </a:rPr>
                        </m:ctrlPr>
                      </m:sSubSupPr>
                      <m:e>
                        <m:r>
                          <a:rPr lang="en-US" altLang="zh-CN" sz="2400" b="1" i="1">
                            <a:effectLst/>
                            <a:latin typeface="Cambria Math" panose="02040503050406030204" pitchFamily="18" charset="0"/>
                            <a:ea typeface="宋体" panose="02010600030101010101" pitchFamily="2" charset="-122"/>
                          </a:rPr>
                          <m:t>𝒛</m:t>
                        </m:r>
                      </m:e>
                      <m:sub>
                        <m:r>
                          <a:rPr lang="en-US" altLang="zh-CN" sz="2400" b="1" i="1">
                            <a:effectLst/>
                            <a:latin typeface="Cambria Math" panose="02040503050406030204" pitchFamily="18" charset="0"/>
                            <a:ea typeface="宋体" panose="02010600030101010101" pitchFamily="2" charset="-122"/>
                          </a:rPr>
                          <m:t>𝟏</m:t>
                        </m:r>
                      </m:sub>
                      <m:sup>
                        <m:r>
                          <a:rPr lang="en-US" altLang="zh-CN" sz="2400" b="1" i="1">
                            <a:effectLst/>
                            <a:latin typeface="Cambria Math" panose="02040503050406030204" pitchFamily="18" charset="0"/>
                            <a:ea typeface="宋体" panose="02010600030101010101" pitchFamily="2" charset="-122"/>
                          </a:rPr>
                          <m:t>𝒌</m:t>
                        </m:r>
                      </m:sup>
                    </m:sSubSup>
                    <m:r>
                      <a:rPr lang="en-US" altLang="zh-CN" sz="2400" b="1" i="1">
                        <a:effectLst/>
                        <a:latin typeface="Cambria Math" panose="02040503050406030204" pitchFamily="18" charset="0"/>
                        <a:ea typeface="宋体" panose="02010600030101010101" pitchFamily="2" charset="-122"/>
                      </a:rPr>
                      <m:t>,</m:t>
                    </m:r>
                    <m:sSubSup>
                      <m:sSubSupPr>
                        <m:ctrlPr>
                          <a:rPr lang="zh-CN" altLang="zh-CN" sz="2400" b="1" i="1">
                            <a:effectLst/>
                            <a:latin typeface="Cambria Math" panose="02040503050406030204" pitchFamily="18" charset="0"/>
                            <a:ea typeface="Cambria Math" panose="02040503050406030204" pitchFamily="18" charset="0"/>
                          </a:rPr>
                        </m:ctrlPr>
                      </m:sSubSupPr>
                      <m:e>
                        <m:r>
                          <a:rPr lang="en-US" altLang="zh-CN" sz="2400" b="1" i="1">
                            <a:effectLst/>
                            <a:latin typeface="Cambria Math" panose="02040503050406030204" pitchFamily="18" charset="0"/>
                            <a:ea typeface="宋体" panose="02010600030101010101" pitchFamily="2" charset="-122"/>
                          </a:rPr>
                          <m:t>𝒛</m:t>
                        </m:r>
                      </m:e>
                      <m:sub>
                        <m:r>
                          <a:rPr lang="en-US" altLang="zh-CN" sz="2400" b="1" i="1">
                            <a:effectLst/>
                            <a:latin typeface="Cambria Math" panose="02040503050406030204" pitchFamily="18" charset="0"/>
                            <a:ea typeface="宋体" panose="02010600030101010101" pitchFamily="2" charset="-122"/>
                          </a:rPr>
                          <m:t>𝟐</m:t>
                        </m:r>
                      </m:sub>
                      <m:sup>
                        <m:r>
                          <a:rPr lang="en-US" altLang="zh-CN" sz="2400" b="1" i="1">
                            <a:effectLst/>
                            <a:latin typeface="Cambria Math" panose="02040503050406030204" pitchFamily="18" charset="0"/>
                            <a:ea typeface="宋体" panose="02010600030101010101" pitchFamily="2" charset="-122"/>
                          </a:rPr>
                          <m:t>𝒌</m:t>
                        </m:r>
                      </m:sup>
                    </m:sSubSup>
                    <m:r>
                      <a:rPr lang="en-US" altLang="zh-CN" sz="2400" b="1" i="1">
                        <a:effectLst/>
                        <a:latin typeface="Cambria Math" panose="02040503050406030204" pitchFamily="18" charset="0"/>
                        <a:ea typeface="宋体" panose="02010600030101010101" pitchFamily="2" charset="-122"/>
                      </a:rPr>
                      <m:t>}</m:t>
                    </m:r>
                  </m:oMath>
                </a14:m>
                <a:r>
                  <a:rPr lang="zh-CN" altLang="zh-CN" sz="2400" b="1" dirty="0">
                    <a:effectLst/>
                    <a:latin typeface="Times New Roman" panose="02020603050405020304" pitchFamily="18" charset="0"/>
                    <a:ea typeface="宋体" panose="02010600030101010101" pitchFamily="2" charset="-122"/>
                  </a:rPr>
                  <a:t>仍为</a:t>
                </a:r>
                <a:r>
                  <a:rPr lang="en-US" altLang="zh-CN" sz="2400" b="1" dirty="0">
                    <a:effectLst/>
                    <a:latin typeface="Times New Roman" panose="02020603050405020304" pitchFamily="18" charset="0"/>
                    <a:ea typeface="宋体" panose="02010600030101010101" pitchFamily="2" charset="-122"/>
                  </a:rPr>
                  <a:t>{0.4, 0.5}</a:t>
                </a:r>
                <a:r>
                  <a:rPr lang="zh-CN" altLang="zh-CN" sz="2400" b="1" dirty="0">
                    <a:effectLst/>
                    <a:latin typeface="Times New Roman" panose="02020603050405020304" pitchFamily="18" charset="0"/>
                    <a:ea typeface="宋体" panose="02010600030101010101" pitchFamily="2" charset="-122"/>
                  </a:rPr>
                  <a:t>，计算测试时神经网络第</a:t>
                </a:r>
                <a:r>
                  <a:rPr lang="en-US" altLang="zh-CN" sz="2400" b="1" dirty="0">
                    <a:effectLst/>
                    <a:latin typeface="Times New Roman" panose="02020603050405020304" pitchFamily="18" charset="0"/>
                    <a:ea typeface="宋体" panose="02010600030101010101" pitchFamily="2" charset="-122"/>
                  </a:rPr>
                  <a:t>k+1</a:t>
                </a:r>
                <a:r>
                  <a:rPr lang="zh-CN" altLang="zh-CN" sz="2400" b="1" dirty="0">
                    <a:effectLst/>
                    <a:latin typeface="Times New Roman" panose="02020603050405020304" pitchFamily="18" charset="0"/>
                    <a:ea typeface="宋体" panose="02010600030101010101" pitchFamily="2" charset="-122"/>
                  </a:rPr>
                  <a:t>层的输出</a:t>
                </a:r>
              </a:p>
              <a:p>
                <a:pPr algn="l" fontAlgn="auto">
                  <a:lnSpc>
                    <a:spcPct val="150000"/>
                  </a:lnSpc>
                </a:pPr>
                <a:endParaRPr sz="2400" b="1" dirty="0">
                  <a:latin typeface="微软雅黑" panose="020B0503020204020204" pitchFamily="34" charset="-122"/>
                  <a:ea typeface="微软雅黑" panose="020B0503020204020204" pitchFamily="34" charset="-122"/>
                  <a:sym typeface="+mn-ea"/>
                </a:endParaRPr>
              </a:p>
            </p:txBody>
          </p:sp>
        </mc:Choice>
        <mc:Fallback xmlns="">
          <p:sp>
            <p:nvSpPr>
              <p:cNvPr id="4" name="文本框 8">
                <a:extLst>
                  <a:ext uri="{FF2B5EF4-FFF2-40B4-BE49-F238E27FC236}">
                    <a16:creationId xmlns:a16="http://schemas.microsoft.com/office/drawing/2014/main" id="{CE3876B5-E114-8CDC-C6E0-FFED397E5CD4}"/>
                  </a:ext>
                </a:extLst>
              </p:cNvPr>
              <p:cNvSpPr txBox="1">
                <a:spLocks noRot="1" noChangeAspect="1" noMove="1" noResize="1" noEditPoints="1" noAdjustHandles="1" noChangeArrowheads="1" noChangeShapeType="1" noTextEdit="1"/>
              </p:cNvSpPr>
              <p:nvPr/>
            </p:nvSpPr>
            <p:spPr>
              <a:xfrm>
                <a:off x="374072" y="956985"/>
                <a:ext cx="11443855" cy="3967368"/>
              </a:xfrm>
              <a:prstGeom prst="rect">
                <a:avLst/>
              </a:prstGeom>
              <a:blipFill>
                <a:blip r:embed="rId2"/>
                <a:stretch>
                  <a:fillRect l="-776" t="-1917" r="-776"/>
                </a:stretch>
              </a:blipFill>
            </p:spPr>
            <p:txBody>
              <a:bodyPr/>
              <a:lstStyle/>
              <a:p>
                <a:r>
                  <a:rPr lang="zh-CN" altLang="en-US">
                    <a:noFill/>
                  </a:rPr>
                  <a:t> </a:t>
                </a:r>
              </a:p>
            </p:txBody>
          </p:sp>
        </mc:Fallback>
      </mc:AlternateContent>
      <p:sp>
        <p:nvSpPr>
          <p:cNvPr id="2" name="灯片编号占位符 1"/>
          <p:cNvSpPr>
            <a:spLocks noGrp="1"/>
          </p:cNvSpPr>
          <p:nvPr>
            <p:ph type="sldNum" sz="quarter" idx="14"/>
          </p:nvPr>
        </p:nvSpPr>
        <p:spPr/>
        <p:txBody>
          <a:bodyPr/>
          <a:lstStyle/>
          <a:p>
            <a:fld id="{AF69888C-E133-43D9-A638-B5C95925B91C}" type="slidenum">
              <a:rPr lang="zh-CN" altLang="en-US" smtClean="0"/>
              <a:t>58</a:t>
            </a:fld>
            <a:endParaRPr lang="zh-CN" altLang="en-US" dirty="0"/>
          </a:p>
        </p:txBody>
      </p:sp>
      <p:pic>
        <p:nvPicPr>
          <p:cNvPr id="8" name="图片 7">
            <a:extLst>
              <a:ext uri="{FF2B5EF4-FFF2-40B4-BE49-F238E27FC236}">
                <a16:creationId xmlns:a16="http://schemas.microsoft.com/office/drawing/2014/main" id="{D0FE2538-BB50-961B-3224-423DC61189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7281" y="4444894"/>
            <a:ext cx="3277438" cy="2413106"/>
          </a:xfrm>
          <a:prstGeom prst="rect">
            <a:avLst/>
          </a:prstGeom>
        </p:spPr>
      </p:pic>
    </p:spTree>
    <p:extLst>
      <p:ext uri="{BB962C8B-B14F-4D97-AF65-F5344CB8AC3E}">
        <p14:creationId xmlns:p14="http://schemas.microsoft.com/office/powerpoint/2010/main" val="1324293272"/>
      </p:ext>
    </p:extLst>
  </p:cSld>
  <p:clrMapOvr>
    <a:masterClrMapping/>
  </p:clrMapOvr>
  <mc:AlternateContent xmlns:mc="http://schemas.openxmlformats.org/markup-compatibility/2006" xmlns:p14="http://schemas.microsoft.com/office/powerpoint/2010/main">
    <mc:Choice Requires="p14">
      <p:transition p14:dur="0" advClick="0" advTm="2000"/>
    </mc:Choice>
    <mc:Fallback xmlns="">
      <p:transition advClick="0" advTm="2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4488A-E271-6D31-F0B5-6681C12CEFAD}"/>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B40F7A22-7D96-45CC-B255-0318930A9223}"/>
              </a:ext>
            </a:extLst>
          </p:cNvPr>
          <p:cNvSpPr>
            <a:spLocks noGrp="1"/>
          </p:cNvSpPr>
          <p:nvPr>
            <p:ph type="body" sz="quarter" idx="12"/>
          </p:nvPr>
        </p:nvSpPr>
        <p:spPr>
          <a:xfrm>
            <a:off x="566960" y="265804"/>
            <a:ext cx="9491439" cy="665660"/>
          </a:xfrm>
        </p:spPr>
        <p:txBody>
          <a:bodyPr/>
          <a:lstStyle/>
          <a:p>
            <a:pPr marL="0" indent="0">
              <a:buNone/>
            </a:pPr>
            <a:r>
              <a:rPr lang="zh-CN" altLang="en-US" sz="4000" dirty="0"/>
              <a:t>课上练习</a:t>
            </a:r>
          </a:p>
        </p:txBody>
      </p:sp>
      <p:sp>
        <p:nvSpPr>
          <p:cNvPr id="2" name="灯片编号占位符 1">
            <a:extLst>
              <a:ext uri="{FF2B5EF4-FFF2-40B4-BE49-F238E27FC236}">
                <a16:creationId xmlns:a16="http://schemas.microsoft.com/office/drawing/2014/main" id="{B958CAC6-448A-C931-125D-36EC0FE13E84}"/>
              </a:ext>
            </a:extLst>
          </p:cNvPr>
          <p:cNvSpPr>
            <a:spLocks noGrp="1"/>
          </p:cNvSpPr>
          <p:nvPr>
            <p:ph type="sldNum" sz="quarter" idx="14"/>
          </p:nvPr>
        </p:nvSpPr>
        <p:spPr/>
        <p:txBody>
          <a:bodyPr/>
          <a:lstStyle/>
          <a:p>
            <a:fld id="{AF69888C-E133-43D9-A638-B5C95925B91C}" type="slidenum">
              <a:rPr lang="zh-CN" altLang="en-US" smtClean="0"/>
              <a:t>59</a:t>
            </a:fld>
            <a:endParaRPr lang="zh-CN" altLang="en-US"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FCAC141-F107-94AF-9485-2F2E65A10A1E}"/>
                  </a:ext>
                </a:extLst>
              </p:cNvPr>
              <p:cNvSpPr txBox="1"/>
              <p:nvPr/>
            </p:nvSpPr>
            <p:spPr>
              <a:xfrm>
                <a:off x="566960" y="1186655"/>
                <a:ext cx="11036035" cy="3384516"/>
              </a:xfrm>
              <a:prstGeom prst="rect">
                <a:avLst/>
              </a:prstGeom>
              <a:noFill/>
            </p:spPr>
            <p:txBody>
              <a:bodyPr wrap="square">
                <a:spAutoFit/>
              </a:bodyPr>
              <a:lstStyle/>
              <a:p>
                <a:pPr marL="342900" indent="-342900">
                  <a:lnSpc>
                    <a:spcPct val="150000"/>
                  </a:lnSpc>
                  <a:buFont typeface="Wingdings" pitchFamily="2" charset="2"/>
                  <a:buChar char="Ø"/>
                </a:pPr>
                <a:r>
                  <a:rPr lang="zh-CN" altLang="en-US" sz="2400" dirty="0"/>
                  <a:t>假设我们使用 动量梯度下降 </a:t>
                </a:r>
                <a:r>
                  <a:rPr lang="en-US" altLang="zh-CN" sz="2400" dirty="0"/>
                  <a:t>(</a:t>
                </a:r>
                <a:r>
                  <a:rPr lang="en" altLang="zh-CN" sz="2400" dirty="0"/>
                  <a:t>Momentum) </a:t>
                </a:r>
                <a:r>
                  <a:rPr lang="zh-CN" altLang="en-US" sz="2400" dirty="0"/>
                  <a:t>优化器来更新模型权重。已知当前模型权重参数</a:t>
                </a:r>
                <a14:m>
                  <m:oMath xmlns:m="http://schemas.openxmlformats.org/officeDocument/2006/math">
                    <m:sSup>
                      <m:sSupPr>
                        <m:ctrlPr>
                          <a:rPr lang="en-US" altLang="zh-TW" sz="2400" b="1" i="1">
                            <a:solidFill>
                              <a:prstClr val="black"/>
                            </a:solidFill>
                            <a:latin typeface="Cambria Math" panose="02040503050406030204" pitchFamily="18" charset="0"/>
                          </a:rPr>
                        </m:ctrlPr>
                      </m:sSupPr>
                      <m:e>
                        <m:r>
                          <a:rPr lang="zh-TW" altLang="en-US" sz="2400" b="1" i="1">
                            <a:solidFill>
                              <a:prstClr val="black"/>
                            </a:solidFill>
                            <a:latin typeface="Cambria Math" panose="02040503050406030204" pitchFamily="18" charset="0"/>
                          </a:rPr>
                          <m:t>𝜽</m:t>
                        </m:r>
                      </m:e>
                      <m:sup>
                        <m:r>
                          <a:rPr lang="en-US" altLang="zh-TW" sz="2400" b="1" i="1">
                            <a:solidFill>
                              <a:prstClr val="black"/>
                            </a:solidFill>
                            <a:latin typeface="Cambria Math" panose="02040503050406030204" pitchFamily="18" charset="0"/>
                          </a:rPr>
                          <m:t>𝟎</m:t>
                        </m:r>
                      </m:sup>
                    </m:sSup>
                    <m:r>
                      <a:rPr lang="en-US" altLang="zh-CN" sz="2400" i="1">
                        <a:latin typeface="Cambria Math" panose="02040503050406030204" pitchFamily="18" charset="0"/>
                      </a:rPr>
                      <m:t>=</m:t>
                    </m:r>
                    <m:r>
                      <a:rPr lang="en-US" altLang="zh-CN" sz="2400" b="0" i="1" smtClean="0">
                        <a:latin typeface="Cambria Math" panose="02040503050406030204" pitchFamily="18" charset="0"/>
                      </a:rPr>
                      <m:t>5</m:t>
                    </m:r>
                    <m:r>
                      <a:rPr lang="en-US" altLang="zh-CN" sz="2400" i="1">
                        <a:latin typeface="Cambria Math" panose="02040503050406030204" pitchFamily="18" charset="0"/>
                      </a:rPr>
                      <m:t> </m:t>
                    </m:r>
                  </m:oMath>
                </a14:m>
                <a:r>
                  <a:rPr lang="zh-CN" altLang="en" sz="2400" dirty="0"/>
                  <a:t>。</a:t>
                </a:r>
                <a:r>
                  <a:rPr lang="zh-CN" altLang="en-US" sz="2400" dirty="0"/>
                  <a:t>该优化器的超参数设置如下：</a:t>
                </a:r>
                <a:endParaRPr lang="en-US" altLang="zh-CN" sz="2400" dirty="0"/>
              </a:p>
              <a:p>
                <a:pPr marL="800100" lvl="1" indent="-342900">
                  <a:lnSpc>
                    <a:spcPct val="150000"/>
                  </a:lnSpc>
                  <a:buFont typeface="Arial" panose="020B0604020202020204" pitchFamily="34" charset="0"/>
                  <a:buChar char="•"/>
                </a:pPr>
                <a:r>
                  <a:rPr lang="zh-CN" altLang="en-US" sz="2400" dirty="0"/>
                  <a:t>学习率（</a:t>
                </a:r>
                <a:r>
                  <a:rPr lang="en-US" altLang="zh-CN" sz="2400" dirty="0"/>
                  <a:t>Learning Rate</a:t>
                </a:r>
                <a:r>
                  <a:rPr lang="zh-CN" altLang="en" sz="2400" dirty="0"/>
                  <a:t>）：</a:t>
                </a:r>
                <a14:m>
                  <m:oMath xmlns:m="http://schemas.openxmlformats.org/officeDocument/2006/math">
                    <m:r>
                      <a:rPr lang="en-US" altLang="zh-CN" sz="2400" i="1">
                        <a:latin typeface="Cambria Math" panose="02040503050406030204" pitchFamily="18" charset="0"/>
                      </a:rPr>
                      <m:t>𝜂</m:t>
                    </m:r>
                    <m:r>
                      <a:rPr lang="en-US" altLang="zh-CN" sz="2400" i="1">
                        <a:latin typeface="Cambria Math" panose="02040503050406030204" pitchFamily="18" charset="0"/>
                      </a:rPr>
                      <m:t>=0.1</m:t>
                    </m:r>
                  </m:oMath>
                </a14:m>
                <a:endParaRPr lang="en-US" altLang="zh-CN" sz="2400" dirty="0"/>
              </a:p>
              <a:p>
                <a:pPr marL="800100" lvl="1" indent="-342900">
                  <a:lnSpc>
                    <a:spcPct val="150000"/>
                  </a:lnSpc>
                  <a:buFont typeface="Arial" panose="020B0604020202020204" pitchFamily="34" charset="0"/>
                  <a:buChar char="•"/>
                </a:pPr>
                <a:r>
                  <a:rPr lang="zh-CN" altLang="en-US" sz="2400" dirty="0"/>
                  <a:t>动量系数（</a:t>
                </a:r>
                <a:r>
                  <a:rPr lang="en" altLang="zh-CN" sz="2400" dirty="0"/>
                  <a:t>Momentum</a:t>
                </a:r>
                <a:r>
                  <a:rPr lang="zh-CN" altLang="en" sz="2400" dirty="0"/>
                  <a:t>）</a:t>
                </a:r>
                <a:r>
                  <a:rPr lang="zh-CN" altLang="en-US" sz="2400" dirty="0"/>
                  <a:t>：</a:t>
                </a:r>
                <a:r>
                  <a:rPr lang="el-GR" altLang="zh-TW" sz="2400" dirty="0">
                    <a:solidFill>
                      <a:prstClr val="black"/>
                    </a:solidFill>
                    <a:ea typeface="Cambria Math" panose="02040503050406030204" pitchFamily="18" charset="0"/>
                  </a:rPr>
                  <a:t> </a:t>
                </a:r>
                <a14:m>
                  <m:oMath xmlns:m="http://schemas.openxmlformats.org/officeDocument/2006/math">
                    <m:r>
                      <m:rPr>
                        <m:sty m:val="p"/>
                      </m:rPr>
                      <a:rPr lang="el-GR" altLang="zh-TW" sz="2400" i="1">
                        <a:solidFill>
                          <a:prstClr val="black"/>
                        </a:solidFill>
                        <a:latin typeface="Cambria Math" panose="02040503050406030204" pitchFamily="18" charset="0"/>
                        <a:ea typeface="Cambria Math" panose="02040503050406030204" pitchFamily="18" charset="0"/>
                      </a:rPr>
                      <m:t>λ</m:t>
                    </m:r>
                    <m:r>
                      <a:rPr lang="en-US" altLang="zh-CN" sz="2400" b="0" i="1" smtClean="0">
                        <a:solidFill>
                          <a:prstClr val="black"/>
                        </a:solidFill>
                        <a:latin typeface="Cambria Math" panose="02040503050406030204" pitchFamily="18" charset="0"/>
                        <a:ea typeface="Cambria Math" panose="02040503050406030204" pitchFamily="18" charset="0"/>
                      </a:rPr>
                      <m:t>=0.9</m:t>
                    </m:r>
                  </m:oMath>
                </a14:m>
                <a:endParaRPr lang="en-US" altLang="zh-CN" sz="2400" dirty="0"/>
              </a:p>
              <a:p>
                <a:pPr marL="800100" lvl="1" indent="-342900">
                  <a:lnSpc>
                    <a:spcPct val="150000"/>
                  </a:lnSpc>
                  <a:buFont typeface="Arial" panose="020B0604020202020204" pitchFamily="34" charset="0"/>
                  <a:buChar char="•"/>
                </a:pPr>
                <a:r>
                  <a:rPr lang="zh-CN" altLang="en-US" sz="2400" dirty="0"/>
                  <a:t>初始动量项（</a:t>
                </a:r>
                <a:r>
                  <a:rPr lang="en" altLang="zh-CN" sz="2400" dirty="0"/>
                  <a:t>Movement</a:t>
                </a:r>
                <a:r>
                  <a:rPr lang="zh-CN" altLang="en" sz="2400" dirty="0"/>
                  <a:t>）：</a:t>
                </a:r>
                <a14:m>
                  <m:oMath xmlns:m="http://schemas.openxmlformats.org/officeDocument/2006/math">
                    <m:sSup>
                      <m:sSupPr>
                        <m:ctrlPr>
                          <a:rPr lang="en-US" altLang="zh-TW" sz="2400" b="1" i="1">
                            <a:solidFill>
                              <a:prstClr val="black"/>
                            </a:solidFill>
                            <a:latin typeface="Cambria Math" panose="02040503050406030204" pitchFamily="18" charset="0"/>
                          </a:rPr>
                        </m:ctrlPr>
                      </m:sSupPr>
                      <m:e>
                        <m:r>
                          <a:rPr lang="en-US" altLang="zh-TW" sz="2400" b="1" i="1">
                            <a:solidFill>
                              <a:prstClr val="black"/>
                            </a:solidFill>
                            <a:latin typeface="Cambria Math" panose="02040503050406030204" pitchFamily="18" charset="0"/>
                          </a:rPr>
                          <m:t>𝒎</m:t>
                        </m:r>
                      </m:e>
                      <m:sup>
                        <m:r>
                          <a:rPr lang="en-US" altLang="zh-TW" sz="2400" b="1" i="1">
                            <a:solidFill>
                              <a:prstClr val="black"/>
                            </a:solidFill>
                            <a:latin typeface="Cambria Math" panose="02040503050406030204" pitchFamily="18" charset="0"/>
                          </a:rPr>
                          <m:t>𝟎</m:t>
                        </m:r>
                      </m:sup>
                    </m:sSup>
                    <m:r>
                      <a:rPr lang="en-US" altLang="zh-CN" sz="2400" i="1">
                        <a:latin typeface="Cambria Math" panose="02040503050406030204" pitchFamily="18" charset="0"/>
                      </a:rPr>
                      <m:t>=</m:t>
                    </m:r>
                    <m:r>
                      <a:rPr lang="en-US" altLang="zh-CN" sz="2400" b="0" i="1" smtClean="0">
                        <a:latin typeface="Cambria Math" panose="02040503050406030204" pitchFamily="18" charset="0"/>
                      </a:rPr>
                      <m:t>0</m:t>
                    </m:r>
                  </m:oMath>
                </a14:m>
                <a:endParaRPr lang="en-US" altLang="zh-CN" sz="2400" dirty="0"/>
              </a:p>
              <a:p>
                <a:pPr lvl="1">
                  <a:lnSpc>
                    <a:spcPct val="150000"/>
                  </a:lnSpc>
                </a:pPr>
                <a:r>
                  <a:rPr lang="zh-CN" altLang="en-US" sz="2400" dirty="0"/>
                  <a:t>如果在第一轮迭代中，计算得到的梯度</a:t>
                </a:r>
                <a14:m>
                  <m:oMath xmlns:m="http://schemas.openxmlformats.org/officeDocument/2006/math">
                    <m:sSup>
                      <m:sSupPr>
                        <m:ctrlPr>
                          <a:rPr lang="en-US" altLang="zh-TW" sz="2400" b="1" i="1">
                            <a:solidFill>
                              <a:prstClr val="black"/>
                            </a:solidFill>
                            <a:latin typeface="Cambria Math" panose="02040503050406030204" pitchFamily="18" charset="0"/>
                          </a:rPr>
                        </m:ctrlPr>
                      </m:sSupPr>
                      <m:e>
                        <m:r>
                          <a:rPr lang="en-US" altLang="zh-TW" sz="2400" b="1" i="1">
                            <a:solidFill>
                              <a:prstClr val="black"/>
                            </a:solidFill>
                            <a:latin typeface="Cambria Math" panose="02040503050406030204" pitchFamily="18" charset="0"/>
                          </a:rPr>
                          <m:t>𝒈</m:t>
                        </m:r>
                      </m:e>
                      <m:sup>
                        <m:r>
                          <a:rPr lang="en-US" altLang="zh-TW" sz="2400" b="1" i="1">
                            <a:solidFill>
                              <a:prstClr val="black"/>
                            </a:solidFill>
                            <a:latin typeface="Cambria Math" panose="02040503050406030204" pitchFamily="18" charset="0"/>
                          </a:rPr>
                          <m:t>𝟎</m:t>
                        </m:r>
                      </m:sup>
                    </m:sSup>
                  </m:oMath>
                </a14:m>
                <a:r>
                  <a:rPr lang="zh-CN" altLang="en-US" sz="2400" dirty="0"/>
                  <a:t>为 </a:t>
                </a:r>
                <a:r>
                  <a:rPr lang="en-US" altLang="zh-CN" sz="2400" dirty="0"/>
                  <a:t>2</a:t>
                </a:r>
                <a:r>
                  <a:rPr lang="zh-CN" altLang="en-US" sz="2400" dirty="0"/>
                  <a:t>。请根据动量更新规则，计算：</a:t>
                </a:r>
                <a:endParaRPr lang="en-US" altLang="zh-CN" sz="2400" dirty="0"/>
              </a:p>
            </p:txBody>
          </p:sp>
        </mc:Choice>
        <mc:Fallback xmlns="">
          <p:sp>
            <p:nvSpPr>
              <p:cNvPr id="3" name="文本框 2">
                <a:extLst>
                  <a:ext uri="{FF2B5EF4-FFF2-40B4-BE49-F238E27FC236}">
                    <a16:creationId xmlns:a16="http://schemas.microsoft.com/office/drawing/2014/main" id="{9FCAC141-F107-94AF-9485-2F2E65A10A1E}"/>
                  </a:ext>
                </a:extLst>
              </p:cNvPr>
              <p:cNvSpPr txBox="1">
                <a:spLocks noRot="1" noChangeAspect="1" noMove="1" noResize="1" noEditPoints="1" noAdjustHandles="1" noChangeArrowheads="1" noChangeShapeType="1" noTextEdit="1"/>
              </p:cNvSpPr>
              <p:nvPr/>
            </p:nvSpPr>
            <p:spPr>
              <a:xfrm>
                <a:off x="566960" y="1186655"/>
                <a:ext cx="11036035" cy="3384516"/>
              </a:xfrm>
              <a:prstGeom prst="rect">
                <a:avLst/>
              </a:prstGeom>
              <a:blipFill>
                <a:blip r:embed="rId3"/>
                <a:stretch>
                  <a:fillRect l="-805" r="-460" b="-33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8283FE3-35B9-450B-A61A-BF900731F0A7}"/>
                  </a:ext>
                </a:extLst>
              </p:cNvPr>
              <p:cNvSpPr txBox="1"/>
              <p:nvPr/>
            </p:nvSpPr>
            <p:spPr>
              <a:xfrm>
                <a:off x="1171316" y="4536996"/>
                <a:ext cx="10739055" cy="1146852"/>
              </a:xfrm>
              <a:prstGeom prst="rect">
                <a:avLst/>
              </a:prstGeom>
              <a:noFill/>
            </p:spPr>
            <p:txBody>
              <a:bodyPr wrap="square">
                <a:spAutoFit/>
              </a:bodyPr>
              <a:lstStyle/>
              <a:p>
                <a:pPr marL="457200" indent="-457200">
                  <a:lnSpc>
                    <a:spcPct val="150000"/>
                  </a:lnSpc>
                  <a:buAutoNum type="arabicParenBoth"/>
                </a:pPr>
                <a:r>
                  <a:rPr lang="zh-CN" altLang="en-US" sz="2400" dirty="0"/>
                  <a:t>第一步更新所需的动量项</a:t>
                </a:r>
                <a14:m>
                  <m:oMath xmlns:m="http://schemas.openxmlformats.org/officeDocument/2006/math">
                    <m:sSup>
                      <m:sSupPr>
                        <m:ctrlPr>
                          <a:rPr lang="en-US" altLang="zh-TW" sz="2400" b="1" i="1">
                            <a:solidFill>
                              <a:prstClr val="black"/>
                            </a:solidFill>
                            <a:latin typeface="Cambria Math" panose="02040503050406030204" pitchFamily="18" charset="0"/>
                          </a:rPr>
                        </m:ctrlPr>
                      </m:sSupPr>
                      <m:e>
                        <m:r>
                          <a:rPr lang="en-US" altLang="zh-TW" sz="2400" b="1" i="1">
                            <a:solidFill>
                              <a:prstClr val="black"/>
                            </a:solidFill>
                            <a:latin typeface="Cambria Math" panose="02040503050406030204" pitchFamily="18" charset="0"/>
                          </a:rPr>
                          <m:t>𝒎</m:t>
                        </m:r>
                      </m:e>
                      <m:sup>
                        <m:r>
                          <a:rPr lang="en-US" altLang="zh-TW" sz="2400" b="1" i="1">
                            <a:solidFill>
                              <a:prstClr val="black"/>
                            </a:solidFill>
                            <a:latin typeface="Cambria Math" panose="02040503050406030204" pitchFamily="18" charset="0"/>
                          </a:rPr>
                          <m:t>𝟏</m:t>
                        </m:r>
                      </m:sup>
                    </m:sSup>
                  </m:oMath>
                </a14:m>
                <a:r>
                  <a:rPr lang="zh-CN" altLang="en-US" sz="2400" dirty="0"/>
                  <a:t>是多少？</a:t>
                </a:r>
                <a:endParaRPr lang="en-US" altLang="zh-CN" sz="2400" dirty="0"/>
              </a:p>
              <a:p>
                <a:pPr marL="457200" indent="-457200">
                  <a:lnSpc>
                    <a:spcPct val="150000"/>
                  </a:lnSpc>
                  <a:buAutoNum type="arabicParenBoth"/>
                </a:pPr>
                <a:r>
                  <a:rPr lang="zh-CN" altLang="en-US" sz="2400" dirty="0"/>
                  <a:t>更新后的模型权重</a:t>
                </a:r>
                <a14:m>
                  <m:oMath xmlns:m="http://schemas.openxmlformats.org/officeDocument/2006/math">
                    <m:sSup>
                      <m:sSupPr>
                        <m:ctrlPr>
                          <a:rPr lang="en-US" altLang="zh-TW" sz="2400" b="1" i="1">
                            <a:solidFill>
                              <a:prstClr val="black"/>
                            </a:solidFill>
                            <a:latin typeface="Cambria Math" panose="02040503050406030204" pitchFamily="18" charset="0"/>
                          </a:rPr>
                        </m:ctrlPr>
                      </m:sSupPr>
                      <m:e>
                        <m:r>
                          <a:rPr lang="zh-TW" altLang="en-US" sz="2400" b="1" i="1">
                            <a:solidFill>
                              <a:prstClr val="black"/>
                            </a:solidFill>
                            <a:latin typeface="Cambria Math" panose="02040503050406030204" pitchFamily="18" charset="0"/>
                          </a:rPr>
                          <m:t>𝜽</m:t>
                        </m:r>
                      </m:e>
                      <m:sup>
                        <m:r>
                          <a:rPr lang="en-US" altLang="zh-TW" sz="2400" b="1" i="1">
                            <a:solidFill>
                              <a:prstClr val="black"/>
                            </a:solidFill>
                            <a:latin typeface="Cambria Math" panose="02040503050406030204" pitchFamily="18" charset="0"/>
                          </a:rPr>
                          <m:t>𝟏</m:t>
                        </m:r>
                      </m:sup>
                    </m:sSup>
                  </m:oMath>
                </a14:m>
                <a:r>
                  <a:rPr lang="zh-CN" altLang="en-US" sz="2400" dirty="0"/>
                  <a:t>是多少？</a:t>
                </a:r>
                <a:endParaRPr lang="en-US" altLang="zh-CN" sz="2400" dirty="0"/>
              </a:p>
            </p:txBody>
          </p:sp>
        </mc:Choice>
        <mc:Fallback xmlns="">
          <p:sp>
            <p:nvSpPr>
              <p:cNvPr id="10" name="文本框 9">
                <a:extLst>
                  <a:ext uri="{FF2B5EF4-FFF2-40B4-BE49-F238E27FC236}">
                    <a16:creationId xmlns:a16="http://schemas.microsoft.com/office/drawing/2014/main" id="{C8283FE3-35B9-450B-A61A-BF900731F0A7}"/>
                  </a:ext>
                </a:extLst>
              </p:cNvPr>
              <p:cNvSpPr txBox="1">
                <a:spLocks noRot="1" noChangeAspect="1" noMove="1" noResize="1" noEditPoints="1" noAdjustHandles="1" noChangeArrowheads="1" noChangeShapeType="1" noTextEdit="1"/>
              </p:cNvSpPr>
              <p:nvPr/>
            </p:nvSpPr>
            <p:spPr>
              <a:xfrm>
                <a:off x="1171316" y="4536996"/>
                <a:ext cx="10739055" cy="1146852"/>
              </a:xfrm>
              <a:prstGeom prst="rect">
                <a:avLst/>
              </a:prstGeom>
              <a:blipFill>
                <a:blip r:embed="rId4"/>
                <a:stretch>
                  <a:fillRect l="-1064" b="-1428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448088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B76DA-74A3-1112-5AFA-9D1232EB4FB2}"/>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E6CD03F3-EC17-B08C-1EC6-BD2DB2F8299B}"/>
              </a:ext>
            </a:extLst>
          </p:cNvPr>
          <p:cNvSpPr>
            <a:spLocks noGrp="1"/>
          </p:cNvSpPr>
          <p:nvPr>
            <p:ph type="body" sz="quarter" idx="12"/>
          </p:nvPr>
        </p:nvSpPr>
        <p:spPr>
          <a:xfrm>
            <a:off x="566960" y="265804"/>
            <a:ext cx="9491439" cy="665660"/>
          </a:xfrm>
        </p:spPr>
        <p:txBody>
          <a:bodyPr/>
          <a:lstStyle/>
          <a:p>
            <a:pPr marL="0" indent="0">
              <a:buNone/>
            </a:pPr>
            <a:r>
              <a:rPr lang="zh-CN" altLang="en-US" sz="4000" dirty="0"/>
              <a:t>课上练习</a:t>
            </a:r>
          </a:p>
        </p:txBody>
      </p:sp>
      <p:sp>
        <p:nvSpPr>
          <p:cNvPr id="2" name="灯片编号占位符 1">
            <a:extLst>
              <a:ext uri="{FF2B5EF4-FFF2-40B4-BE49-F238E27FC236}">
                <a16:creationId xmlns:a16="http://schemas.microsoft.com/office/drawing/2014/main" id="{E2963A44-EAC1-992F-746F-73D7C82E0F96}"/>
              </a:ext>
            </a:extLst>
          </p:cNvPr>
          <p:cNvSpPr>
            <a:spLocks noGrp="1"/>
          </p:cNvSpPr>
          <p:nvPr>
            <p:ph type="sldNum" sz="quarter" idx="14"/>
          </p:nvPr>
        </p:nvSpPr>
        <p:spPr/>
        <p:txBody>
          <a:bodyPr/>
          <a:lstStyle/>
          <a:p>
            <a:fld id="{AF69888C-E133-43D9-A638-B5C95925B91C}" type="slidenum">
              <a:rPr lang="zh-CN" altLang="en-US" smtClean="0"/>
              <a:t>60</a:t>
            </a:fld>
            <a:endParaRPr lang="zh-CN" altLang="en-US" dirty="0"/>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25CC69D-187A-DFB7-ADD0-A98CDD120E9C}"/>
                  </a:ext>
                </a:extLst>
              </p:cNvPr>
              <p:cNvSpPr txBox="1"/>
              <p:nvPr/>
            </p:nvSpPr>
            <p:spPr>
              <a:xfrm>
                <a:off x="726472" y="1175958"/>
                <a:ext cx="10739055" cy="2276521"/>
              </a:xfrm>
              <a:prstGeom prst="rect">
                <a:avLst/>
              </a:prstGeom>
              <a:noFill/>
            </p:spPr>
            <p:txBody>
              <a:bodyPr wrap="square">
                <a:spAutoFit/>
              </a:bodyPr>
              <a:lstStyle/>
              <a:p>
                <a:pPr marL="457200" indent="-457200">
                  <a:lnSpc>
                    <a:spcPct val="150000"/>
                  </a:lnSpc>
                  <a:buAutoNum type="arabicParenBoth"/>
                </a:pPr>
                <a:r>
                  <a:rPr lang="zh-CN" altLang="en-US" sz="2400" dirty="0"/>
                  <a:t>第一步更新所需的动量项</a:t>
                </a:r>
                <a14:m>
                  <m:oMath xmlns:m="http://schemas.openxmlformats.org/officeDocument/2006/math">
                    <m:sSup>
                      <m:sSupPr>
                        <m:ctrlPr>
                          <a:rPr lang="en-US" altLang="zh-TW" sz="2400" b="1" i="1">
                            <a:solidFill>
                              <a:prstClr val="black"/>
                            </a:solidFill>
                            <a:latin typeface="Cambria Math" panose="02040503050406030204" pitchFamily="18" charset="0"/>
                          </a:rPr>
                        </m:ctrlPr>
                      </m:sSupPr>
                      <m:e>
                        <m:r>
                          <a:rPr lang="en-US" altLang="zh-TW" sz="2400" b="1" i="1">
                            <a:solidFill>
                              <a:prstClr val="black"/>
                            </a:solidFill>
                            <a:latin typeface="Cambria Math" panose="02040503050406030204" pitchFamily="18" charset="0"/>
                          </a:rPr>
                          <m:t>𝒎</m:t>
                        </m:r>
                      </m:e>
                      <m:sup>
                        <m:r>
                          <a:rPr lang="en-US" altLang="zh-TW" sz="2400" b="1" i="1">
                            <a:solidFill>
                              <a:prstClr val="black"/>
                            </a:solidFill>
                            <a:latin typeface="Cambria Math" panose="02040503050406030204" pitchFamily="18" charset="0"/>
                          </a:rPr>
                          <m:t>𝟏</m:t>
                        </m:r>
                      </m:sup>
                    </m:sSup>
                  </m:oMath>
                </a14:m>
                <a:r>
                  <a:rPr lang="zh-CN" altLang="en-US" sz="2400" dirty="0"/>
                  <a:t>是多少？</a:t>
                </a:r>
                <a:endParaRPr lang="en-US" altLang="zh-CN" sz="2400" dirty="0"/>
              </a:p>
              <a:p>
                <a:pPr>
                  <a:lnSpc>
                    <a:spcPct val="150000"/>
                  </a:lnSpc>
                </a:pPr>
                <a14:m>
                  <m:oMath xmlns:m="http://schemas.openxmlformats.org/officeDocument/2006/math">
                    <m:sSup>
                      <m:sSupPr>
                        <m:ctrlPr>
                          <a:rPr lang="en-US" altLang="zh-TW" sz="2400" b="1" i="1">
                            <a:solidFill>
                              <a:prstClr val="black"/>
                            </a:solidFill>
                            <a:latin typeface="Cambria Math" panose="02040503050406030204" pitchFamily="18" charset="0"/>
                          </a:rPr>
                        </m:ctrlPr>
                      </m:sSupPr>
                      <m:e>
                        <m:r>
                          <a:rPr lang="en-US" altLang="zh-TW" sz="2400" b="1" i="1">
                            <a:solidFill>
                              <a:prstClr val="black"/>
                            </a:solidFill>
                            <a:latin typeface="Cambria Math" panose="02040503050406030204" pitchFamily="18" charset="0"/>
                          </a:rPr>
                          <m:t>𝒎</m:t>
                        </m:r>
                      </m:e>
                      <m:sup>
                        <m:r>
                          <a:rPr lang="en-US" altLang="zh-TW" sz="2400" b="1" i="1">
                            <a:solidFill>
                              <a:prstClr val="black"/>
                            </a:solidFill>
                            <a:latin typeface="Cambria Math" panose="02040503050406030204" pitchFamily="18" charset="0"/>
                          </a:rPr>
                          <m:t>𝟏</m:t>
                        </m:r>
                      </m:sup>
                    </m:sSup>
                    <m:r>
                      <a:rPr lang="en-US" altLang="zh-TW" sz="2400" b="1" i="1">
                        <a:solidFill>
                          <a:prstClr val="black"/>
                        </a:solidFill>
                        <a:latin typeface="Cambria Math" panose="02040503050406030204" pitchFamily="18" charset="0"/>
                      </a:rPr>
                      <m:t> </m:t>
                    </m:r>
                  </m:oMath>
                </a14:m>
                <a:r>
                  <a:rPr lang="en-US" altLang="zh-TW" sz="2400" dirty="0">
                    <a:solidFill>
                      <a:prstClr val="black"/>
                    </a:solidFill>
                    <a:latin typeface="Calibri" panose="020F0502020204030204"/>
                    <a:ea typeface="新細明體" panose="02020500000000000000" pitchFamily="18" charset="-120"/>
                  </a:rPr>
                  <a:t>= </a:t>
                </a:r>
                <a14:m>
                  <m:oMath xmlns:m="http://schemas.openxmlformats.org/officeDocument/2006/math">
                    <m:r>
                      <m:rPr>
                        <m:sty m:val="p"/>
                      </m:rPr>
                      <a:rPr lang="el-GR" altLang="zh-TW" sz="2400" i="1">
                        <a:solidFill>
                          <a:prstClr val="black"/>
                        </a:solidFill>
                        <a:latin typeface="Cambria Math" panose="02040503050406030204" pitchFamily="18" charset="0"/>
                        <a:ea typeface="Cambria Math" panose="02040503050406030204" pitchFamily="18" charset="0"/>
                      </a:rPr>
                      <m:t>λ</m:t>
                    </m:r>
                    <m:sSup>
                      <m:sSupPr>
                        <m:ctrlPr>
                          <a:rPr lang="en-US" altLang="zh-TW" sz="2400" b="1" i="1">
                            <a:solidFill>
                              <a:prstClr val="black"/>
                            </a:solidFill>
                            <a:latin typeface="Cambria Math" panose="02040503050406030204" pitchFamily="18" charset="0"/>
                          </a:rPr>
                        </m:ctrlPr>
                      </m:sSupPr>
                      <m:e>
                        <m:r>
                          <a:rPr lang="en-US" altLang="zh-TW" sz="2400" b="1" i="1">
                            <a:solidFill>
                              <a:prstClr val="black"/>
                            </a:solidFill>
                            <a:latin typeface="Cambria Math" panose="02040503050406030204" pitchFamily="18" charset="0"/>
                          </a:rPr>
                          <m:t>𝒎</m:t>
                        </m:r>
                      </m:e>
                      <m:sup>
                        <m:r>
                          <a:rPr lang="en-US" altLang="zh-TW" sz="2400" b="1" i="1">
                            <a:solidFill>
                              <a:prstClr val="black"/>
                            </a:solidFill>
                            <a:latin typeface="Cambria Math" panose="02040503050406030204" pitchFamily="18" charset="0"/>
                          </a:rPr>
                          <m:t>𝟎</m:t>
                        </m:r>
                      </m:sup>
                    </m:sSup>
                    <m:r>
                      <a:rPr lang="en-US" altLang="zh-TW" sz="2400" i="1">
                        <a:solidFill>
                          <a:prstClr val="black"/>
                        </a:solidFill>
                        <a:latin typeface="Cambria Math" panose="02040503050406030204" pitchFamily="18" charset="0"/>
                      </a:rPr>
                      <m:t>−</m:t>
                    </m:r>
                    <m:r>
                      <a:rPr lang="zh-TW" altLang="en-US" sz="2400" i="1">
                        <a:solidFill>
                          <a:prstClr val="black"/>
                        </a:solidFill>
                        <a:latin typeface="Cambria Math" panose="02040503050406030204" pitchFamily="18" charset="0"/>
                      </a:rPr>
                      <m:t>𝜂</m:t>
                    </m:r>
                    <m:sSup>
                      <m:sSupPr>
                        <m:ctrlPr>
                          <a:rPr lang="en-US" altLang="zh-TW" sz="2400" b="1" i="1">
                            <a:solidFill>
                              <a:prstClr val="black"/>
                            </a:solidFill>
                            <a:latin typeface="Cambria Math" panose="02040503050406030204" pitchFamily="18" charset="0"/>
                          </a:rPr>
                        </m:ctrlPr>
                      </m:sSupPr>
                      <m:e>
                        <m:r>
                          <a:rPr lang="en-US" altLang="zh-TW" sz="2400" b="1" i="1">
                            <a:solidFill>
                              <a:prstClr val="black"/>
                            </a:solidFill>
                            <a:latin typeface="Cambria Math" panose="02040503050406030204" pitchFamily="18" charset="0"/>
                          </a:rPr>
                          <m:t>𝒈</m:t>
                        </m:r>
                      </m:e>
                      <m:sup>
                        <m:r>
                          <a:rPr lang="en-US" altLang="zh-TW" sz="2400" b="1" i="1">
                            <a:solidFill>
                              <a:prstClr val="black"/>
                            </a:solidFill>
                            <a:latin typeface="Cambria Math" panose="02040503050406030204" pitchFamily="18" charset="0"/>
                          </a:rPr>
                          <m:t>𝟎</m:t>
                        </m:r>
                      </m:sup>
                    </m:sSup>
                  </m:oMath>
                </a14:m>
                <a:r>
                  <a:rPr lang="en-US" altLang="zh-CN" sz="2400" dirty="0"/>
                  <a:t>= </a:t>
                </a:r>
                <a14:m>
                  <m:oMath xmlns:m="http://schemas.openxmlformats.org/officeDocument/2006/math">
                    <m:r>
                      <a:rPr lang="en-US" altLang="zh-CN" sz="2400" i="1">
                        <a:latin typeface="Cambria Math" panose="02040503050406030204" pitchFamily="18" charset="0"/>
                      </a:rPr>
                      <m:t>0.</m:t>
                    </m:r>
                    <m:r>
                      <a:rPr lang="en-US" altLang="zh-CN" sz="2400" b="0" i="1" smtClean="0">
                        <a:latin typeface="Cambria Math" panose="02040503050406030204" pitchFamily="18" charset="0"/>
                      </a:rPr>
                      <m:t>9</m:t>
                    </m:r>
                    <m:r>
                      <a:rPr lang="en-US" altLang="zh-CN" sz="2400" i="1">
                        <a:latin typeface="Cambria Math" panose="02040503050406030204" pitchFamily="18" charset="0"/>
                      </a:rPr>
                      <m:t>×</m:t>
                    </m:r>
                    <m:r>
                      <a:rPr lang="en-US" altLang="zh-CN" sz="2400" b="0" i="1" smtClean="0">
                        <a:latin typeface="Cambria Math" panose="02040503050406030204" pitchFamily="18" charset="0"/>
                      </a:rPr>
                      <m:t>0−0.1</m:t>
                    </m:r>
                    <m:r>
                      <a:rPr lang="en-US" altLang="zh-CN" sz="2400" i="1">
                        <a:latin typeface="Cambria Math" panose="02040503050406030204" pitchFamily="18" charset="0"/>
                      </a:rPr>
                      <m:t>×2=</m:t>
                    </m:r>
                    <m:r>
                      <a:rPr lang="en-US" altLang="zh-CN" sz="2400" b="0" i="1" smtClean="0">
                        <a:latin typeface="Cambria Math" panose="02040503050406030204" pitchFamily="18" charset="0"/>
                      </a:rPr>
                      <m:t>−0</m:t>
                    </m:r>
                    <m:r>
                      <a:rPr lang="en-US" altLang="zh-CN" sz="2400" i="1">
                        <a:latin typeface="Cambria Math" panose="02040503050406030204" pitchFamily="18" charset="0"/>
                      </a:rPr>
                      <m:t>.2</m:t>
                    </m:r>
                  </m:oMath>
                </a14:m>
                <a:endParaRPr lang="en-US" altLang="zh-CN" sz="2400" dirty="0"/>
              </a:p>
              <a:p>
                <a:pPr>
                  <a:lnSpc>
                    <a:spcPct val="150000"/>
                  </a:lnSpc>
                </a:pPr>
                <a:endParaRPr lang="en-US" altLang="zh-CN" sz="2400" dirty="0"/>
              </a:p>
              <a:p>
                <a:pPr>
                  <a:lnSpc>
                    <a:spcPct val="150000"/>
                  </a:lnSpc>
                </a:pPr>
                <a:r>
                  <a:rPr lang="en-US" altLang="zh-CN" sz="2400" dirty="0"/>
                  <a:t>(2) </a:t>
                </a:r>
                <a:r>
                  <a:rPr lang="zh-CN" altLang="en-US" sz="2400" dirty="0"/>
                  <a:t>更新后的模型权重</a:t>
                </a:r>
                <a14:m>
                  <m:oMath xmlns:m="http://schemas.openxmlformats.org/officeDocument/2006/math">
                    <m:sSup>
                      <m:sSupPr>
                        <m:ctrlPr>
                          <a:rPr lang="en-US" altLang="zh-TW" sz="2400" b="1" i="1">
                            <a:solidFill>
                              <a:prstClr val="black"/>
                            </a:solidFill>
                            <a:latin typeface="Cambria Math" panose="02040503050406030204" pitchFamily="18" charset="0"/>
                          </a:rPr>
                        </m:ctrlPr>
                      </m:sSupPr>
                      <m:e>
                        <m:r>
                          <a:rPr lang="zh-TW" altLang="en-US" sz="2400" b="1" i="1">
                            <a:solidFill>
                              <a:prstClr val="black"/>
                            </a:solidFill>
                            <a:latin typeface="Cambria Math" panose="02040503050406030204" pitchFamily="18" charset="0"/>
                          </a:rPr>
                          <m:t>𝜽</m:t>
                        </m:r>
                      </m:e>
                      <m:sup>
                        <m:r>
                          <a:rPr lang="en-US" altLang="zh-TW" sz="2400" b="1" i="1">
                            <a:solidFill>
                              <a:prstClr val="black"/>
                            </a:solidFill>
                            <a:latin typeface="Cambria Math" panose="02040503050406030204" pitchFamily="18" charset="0"/>
                          </a:rPr>
                          <m:t>𝟏</m:t>
                        </m:r>
                      </m:sup>
                    </m:sSup>
                  </m:oMath>
                </a14:m>
                <a:r>
                  <a:rPr lang="zh-CN" altLang="en-US" sz="2400" dirty="0"/>
                  <a:t>是多少？</a:t>
                </a:r>
                <a:endParaRPr lang="en-US" altLang="zh-CN" sz="2400" dirty="0"/>
              </a:p>
            </p:txBody>
          </p:sp>
        </mc:Choice>
        <mc:Fallback xmlns="">
          <p:sp>
            <p:nvSpPr>
              <p:cNvPr id="10" name="文本框 9">
                <a:extLst>
                  <a:ext uri="{FF2B5EF4-FFF2-40B4-BE49-F238E27FC236}">
                    <a16:creationId xmlns:a16="http://schemas.microsoft.com/office/drawing/2014/main" id="{225CC69D-187A-DFB7-ADD0-A98CDD120E9C}"/>
                  </a:ext>
                </a:extLst>
              </p:cNvPr>
              <p:cNvSpPr txBox="1">
                <a:spLocks noRot="1" noChangeAspect="1" noMove="1" noResize="1" noEditPoints="1" noAdjustHandles="1" noChangeArrowheads="1" noChangeShapeType="1" noTextEdit="1"/>
              </p:cNvSpPr>
              <p:nvPr/>
            </p:nvSpPr>
            <p:spPr>
              <a:xfrm>
                <a:off x="726472" y="1175958"/>
                <a:ext cx="10739055" cy="2276521"/>
              </a:xfrm>
              <a:prstGeom prst="rect">
                <a:avLst/>
              </a:prstGeom>
              <a:blipFill>
                <a:blip r:embed="rId3"/>
                <a:stretch>
                  <a:fillRect l="-1064" b="-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字方塊 27">
                <a:extLst>
                  <a:ext uri="{FF2B5EF4-FFF2-40B4-BE49-F238E27FC236}">
                    <a16:creationId xmlns:a16="http://schemas.microsoft.com/office/drawing/2014/main" id="{08A36001-9EAC-E874-538A-BC6913831155}"/>
                  </a:ext>
                </a:extLst>
              </p:cNvPr>
              <p:cNvSpPr txBox="1"/>
              <p:nvPr/>
            </p:nvSpPr>
            <p:spPr>
              <a:xfrm>
                <a:off x="726472" y="3672259"/>
                <a:ext cx="5488977" cy="470000"/>
              </a:xfrm>
              <a:prstGeom prst="rect">
                <a:avLst/>
              </a:prstGeom>
              <a:noFill/>
            </p:spPr>
            <p:txBody>
              <a:bodyPr wrap="square" rtlCol="0">
                <a:spAutoFit/>
              </a:bodyPr>
              <a:lstStyle/>
              <a:p>
                <a:pPr lvl="0" defTabSz="457200">
                  <a:defRPr/>
                </a:pPr>
                <a:r>
                  <a:rPr kumimoji="0" lang="en-US" altLang="zh-TW" sz="2400" b="0" i="0" u="none" strike="noStrike" kern="1200" cap="none" spc="0" normalizeH="0" baseline="0" noProof="0" dirty="0">
                    <a:ln>
                      <a:noFill/>
                    </a:ln>
                    <a:solidFill>
                      <a:prstClr val="black"/>
                    </a:solidFill>
                    <a:effectLst/>
                    <a:uLnTx/>
                    <a:uFillTx/>
                    <a:latin typeface="Calibri" panose="020F0502020204030204"/>
                    <a:ea typeface="新細明體" panose="02020500000000000000" pitchFamily="18" charset="-120"/>
                    <a:cs typeface="+mn-cs"/>
                  </a:rPr>
                  <a:t> </a:t>
                </a:r>
                <a14:m>
                  <m:oMath xmlns:m="http://schemas.openxmlformats.org/officeDocument/2006/math">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𝟏</m:t>
                        </m:r>
                      </m:sup>
                    </m:sSup>
                    <m:r>
                      <a:rPr kumimoji="0" lang="en-US" altLang="zh-TW" sz="24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zh-TW" altLang="en-US" sz="2400" b="1" i="1" u="none" strike="noStrike" kern="1200" cap="none" spc="0" normalizeH="0" baseline="0" noProof="0">
                            <a:ln>
                              <a:noFill/>
                            </a:ln>
                            <a:solidFill>
                              <a:prstClr val="black"/>
                            </a:solidFill>
                            <a:effectLst/>
                            <a:uLnTx/>
                            <a:uFillTx/>
                            <a:latin typeface="Cambria Math" panose="02040503050406030204" pitchFamily="18" charset="0"/>
                            <a:cs typeface="+mn-cs"/>
                          </a:rPr>
                          <m:t>𝜽</m:t>
                        </m:r>
                      </m:e>
                      <m:sup>
                        <m: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p>
                    </m:sSup>
                    <m:r>
                      <a:rPr kumimoji="0" lang="en-US" altLang="zh-TW" sz="2400"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sSup>
                      <m:sSupPr>
                        <m:ctrlPr>
                          <a:rPr kumimoji="0" lang="en-US" altLang="zh-TW"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𝒎</m:t>
                        </m:r>
                      </m:e>
                      <m:sup>
                        <m:r>
                          <a:rPr kumimoji="0" lang="en-US" altLang="zh-TW" sz="2400" b="1" i="1" u="none" strike="noStrike" kern="1200" cap="none" spc="0" normalizeH="0" baseline="0" noProof="0" smtClean="0">
                            <a:ln>
                              <a:noFill/>
                            </a:ln>
                            <a:solidFill>
                              <a:prstClr val="black"/>
                            </a:solidFill>
                            <a:effectLst/>
                            <a:uLnTx/>
                            <a:uFillTx/>
                            <a:latin typeface="Cambria Math" panose="02040503050406030204" pitchFamily="18" charset="0"/>
                            <a:cs typeface="+mn-cs"/>
                          </a:rPr>
                          <m:t>𝟏</m:t>
                        </m:r>
                      </m:sup>
                    </m:sSup>
                  </m:oMath>
                </a14:m>
                <a:r>
                  <a:rPr lang="en-US" altLang="zh-CN" sz="2400" dirty="0"/>
                  <a:t> </a:t>
                </a:r>
                <a14:m>
                  <m:oMath xmlns:m="http://schemas.openxmlformats.org/officeDocument/2006/math">
                    <m:r>
                      <a:rPr lang="en-US" altLang="zh-CN" sz="2400" i="1">
                        <a:latin typeface="Cambria Math" panose="02040503050406030204" pitchFamily="18" charset="0"/>
                      </a:rPr>
                      <m:t>=</m:t>
                    </m:r>
                    <m:r>
                      <a:rPr lang="en-US" altLang="zh-CN" sz="2400" b="0" i="1" smtClean="0">
                        <a:latin typeface="Cambria Math" panose="02040503050406030204" pitchFamily="18" charset="0"/>
                      </a:rPr>
                      <m:t>5−0.2=4.8</m:t>
                    </m:r>
                  </m:oMath>
                </a14:m>
                <a:endParaRPr kumimoji="0" lang="zh-TW" altLang="en-US" sz="2400" b="0" i="0" u="none" strike="noStrike" kern="1200" cap="none" spc="0" normalizeH="0" baseline="-25000" noProof="0" dirty="0">
                  <a:ln>
                    <a:noFill/>
                  </a:ln>
                  <a:solidFill>
                    <a:prstClr val="black"/>
                  </a:solidFill>
                  <a:effectLst/>
                  <a:uLnTx/>
                  <a:uFillTx/>
                  <a:latin typeface="Calibri" panose="020F0502020204030204"/>
                  <a:ea typeface="新細明體" panose="02020500000000000000" pitchFamily="18" charset="-120"/>
                  <a:cs typeface="+mn-cs"/>
                </a:endParaRPr>
              </a:p>
            </p:txBody>
          </p:sp>
        </mc:Choice>
        <mc:Fallback xmlns="">
          <p:sp>
            <p:nvSpPr>
              <p:cNvPr id="5" name="文字方塊 27">
                <a:extLst>
                  <a:ext uri="{FF2B5EF4-FFF2-40B4-BE49-F238E27FC236}">
                    <a16:creationId xmlns:a16="http://schemas.microsoft.com/office/drawing/2014/main" id="{08A36001-9EAC-E874-538A-BC6913831155}"/>
                  </a:ext>
                </a:extLst>
              </p:cNvPr>
              <p:cNvSpPr txBox="1">
                <a:spLocks noRot="1" noChangeAspect="1" noMove="1" noResize="1" noEditPoints="1" noAdjustHandles="1" noChangeArrowheads="1" noChangeShapeType="1" noTextEdit="1"/>
              </p:cNvSpPr>
              <p:nvPr/>
            </p:nvSpPr>
            <p:spPr>
              <a:xfrm>
                <a:off x="726472" y="3672259"/>
                <a:ext cx="5488977" cy="470000"/>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2907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964,&quot;width&quot;:10032}"/>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866,&quot;width&quot;:8860}"/>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152,&quot;width&quot;:3684}"/>
</p:tagLst>
</file>

<file path=ppt/theme/theme1.xml><?xml version="1.0" encoding="utf-8"?>
<a:theme xmlns:a="http://schemas.openxmlformats.org/drawingml/2006/main" name="Office 主题​​">
  <a:themeElements>
    <a:clrScheme name="华科模板">
      <a:dk1>
        <a:sysClr val="windowText" lastClr="000000"/>
      </a:dk1>
      <a:lt1>
        <a:sysClr val="window" lastClr="FFFFFF"/>
      </a:lt1>
      <a:dk2>
        <a:srgbClr val="44546A"/>
      </a:dk2>
      <a:lt2>
        <a:srgbClr val="E7E6E6"/>
      </a:lt2>
      <a:accent1>
        <a:srgbClr val="006BCC"/>
      </a:accent1>
      <a:accent2>
        <a:srgbClr val="01E6C0"/>
      </a:accent2>
      <a:accent3>
        <a:srgbClr val="A5A5A5"/>
      </a:accent3>
      <a:accent4>
        <a:srgbClr val="FFC000"/>
      </a:accent4>
      <a:accent5>
        <a:srgbClr val="5B9BD5"/>
      </a:accent5>
      <a:accent6>
        <a:srgbClr val="70AD47"/>
      </a:accent6>
      <a:hlink>
        <a:srgbClr val="0563C1"/>
      </a:hlink>
      <a:folHlink>
        <a:srgbClr val="954F72"/>
      </a:folHlink>
    </a:clrScheme>
    <a:fontScheme name="华科模板">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smtClean="0">
            <a:latin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34720</TotalTime>
  <Words>5505</Words>
  <Application>Microsoft Macintosh PowerPoint</Application>
  <PresentationFormat>宽屏</PresentationFormat>
  <Paragraphs>628</Paragraphs>
  <Slides>60</Slides>
  <Notes>19</Notes>
  <HiddenSlides>0</HiddenSlides>
  <MMClips>1</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1</vt:i4>
      </vt:variant>
      <vt:variant>
        <vt:lpstr>幻灯片标题</vt:lpstr>
      </vt:variant>
      <vt:variant>
        <vt:i4>60</vt:i4>
      </vt:variant>
    </vt:vector>
  </HeadingPairs>
  <TitlesOfParts>
    <vt:vector size="78" baseType="lpstr">
      <vt:lpstr>等线</vt:lpstr>
      <vt:lpstr>方正大黑简体</vt:lpstr>
      <vt:lpstr>微软雅黑</vt:lpstr>
      <vt:lpstr>微软雅黑</vt:lpstr>
      <vt:lpstr>Arial</vt:lpstr>
      <vt:lpstr>Calibri</vt:lpstr>
      <vt:lpstr>Cambria Math</vt:lpstr>
      <vt:lpstr>Century Gothic</vt:lpstr>
      <vt:lpstr>Eras Bold ITC</vt:lpstr>
      <vt:lpstr>Impact</vt:lpstr>
      <vt:lpstr>Lucida Grande</vt:lpstr>
      <vt:lpstr>Segoe UI</vt:lpstr>
      <vt:lpstr>Segoe UI Light</vt:lpstr>
      <vt:lpstr>Times New Roman</vt:lpstr>
      <vt:lpstr>Wingdings</vt:lpstr>
      <vt:lpstr>Office 主题​​</vt:lpstr>
      <vt:lpstr>1_OfficePLUS</vt:lpstr>
      <vt:lpstr>方程式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越 李</dc:creator>
  <cp:lastModifiedBy>Xueming Liu</cp:lastModifiedBy>
  <cp:revision>1282</cp:revision>
  <dcterms:created xsi:type="dcterms:W3CDTF">2018-12-23T08:46:10Z</dcterms:created>
  <dcterms:modified xsi:type="dcterms:W3CDTF">2025-11-27T11:48:50Z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2019-04-13T04:11:03.2251178Z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a7992e6a-8a3a-4a97-ad53-c673d0603080</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